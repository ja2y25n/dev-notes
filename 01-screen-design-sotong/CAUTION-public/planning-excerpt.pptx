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8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57" r:id="rId2"/>
    <p:sldId id="355" r:id="rId3"/>
    <p:sldId id="368" r:id="rId5"/>
    <p:sldId id="369" r:id="rId6"/>
    <p:sldId id="356" r:id="rId8"/>
    <p:sldId id="357" r:id="rId9"/>
    <p:sldId id="362" r:id="rId10"/>
    <p:sldId id="364" r:id="rId15"/>
    <p:sldId id="363" r:id="rId19"/>
    <p:sldId id="346" r:id="rId22"/>
    <p:sldId id="315" r:id="rId25"/>
    <p:sldId id="329" r:id="rId26"/>
    <p:sldId id="383" r:id="rId33"/>
  </p:sldIdLst>
  <p:sldSz cx="12192000" cy="6858000"/>
  <p:notesSz cx="9939338" cy="68072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4470"/>
    <a:srgbClr val="1E2D45"/>
    <a:srgbClr val="445064"/>
    <a:srgbClr val="AABBCC"/>
    <a:srgbClr val="522AE9"/>
    <a:srgbClr val="E8ECF4"/>
    <a:srgbClr val="B81A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4DA12B-FD55-4664-8217-6736DADDB556}" v="377" dt="2026-05-27T07:10:25.0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89" autoAdjust="0"/>
    <p:restoredTop sz="93364" autoAdjust="0"/>
  </p:normalViewPr>
  <p:slideViewPr>
    <p:cSldViewPr snapToGrid="0">
      <p:cViewPr>
        <p:scale>
          <a:sx n="125" d="100"/>
          <a:sy n="125" d="100"/>
        </p:scale>
        <p:origin x="708" y="9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6" Type="http://schemas.openxmlformats.org/officeDocument/2006/relationships/slide" Target="slides/slide25.xml"/><Relationship Id="rId55" Type="http://schemas.openxmlformats.org/officeDocument/2006/relationships/theme" Target="theme/theme1.xml"/><Relationship Id="rId2" Type="http://schemas.openxmlformats.org/officeDocument/2006/relationships/slide" Target="slides/slide1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9" Type="http://schemas.openxmlformats.org/officeDocument/2006/relationships/slide" Target="slides/slide8.xml"/><Relationship Id="rId22" Type="http://schemas.openxmlformats.org/officeDocument/2006/relationships/slide" Target="slides/slide21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EYEON KIM" userId="5fd88c3b828d6b87" providerId="LiveId" clId="{4DEEB11C-6F4E-434B-9DEA-240AA84EFB01}"/>
    <pc:docChg chg="undo custSel addSld delSld modSld sldOrd">
      <pc:chgData name="JAEYEON KIM" userId="5fd88c3b828d6b87" providerId="LiveId" clId="{4DEEB11C-6F4E-434B-9DEA-240AA84EFB01}" dt="2026-05-27T07:12:13.564" v="6343" actId="208"/>
      <pc:docMkLst>
        <pc:docMk/>
      </pc:docMkLst>
      <pc:sldChg chg="addSp modSp del">
        <pc:chgData name="JAEYEON KIM" userId="5fd88c3b828d6b87" providerId="LiveId" clId="{4DEEB11C-6F4E-434B-9DEA-240AA84EFB01}" dt="2026-05-26T04:54:42.330" v="2" actId="2696"/>
        <pc:sldMkLst>
          <pc:docMk/>
          <pc:sldMk cId="4209503085" sldId="256"/>
        </pc:sldMkLst>
        <pc:spChg chg="add mod">
          <ac:chgData name="JAEYEON KIM" userId="5fd88c3b828d6b87" providerId="LiveId" clId="{4DEEB11C-6F4E-434B-9DEA-240AA84EFB01}" dt="2026-05-26T04:54:12.193" v="0"/>
          <ac:spMkLst>
            <pc:docMk/>
            <pc:sldMk cId="4209503085" sldId="256"/>
            <ac:spMk id="4" creationId="{DFCF9514-8FFE-C577-9F72-5BBBC617489C}"/>
          </ac:spMkLst>
        </pc:spChg>
      </pc:sldChg>
      <pc:sldChg chg="addSp modSp add mod">
        <pc:chgData name="JAEYEON KIM" userId="5fd88c3b828d6b87" providerId="LiveId" clId="{4DEEB11C-6F4E-434B-9DEA-240AA84EFB01}" dt="2026-05-26T07:35:24.952" v="1427" actId="207"/>
        <pc:sldMkLst>
          <pc:docMk/>
          <pc:sldMk cId="0" sldId="257"/>
        </pc:sldMkLst>
        <pc:spChg chg="mod">
          <ac:chgData name="JAEYEON KIM" userId="5fd88c3b828d6b87" providerId="LiveId" clId="{4DEEB11C-6F4E-434B-9DEA-240AA84EFB01}" dt="2026-05-26T05:02:38.837" v="268" actId="208"/>
          <ac:spMkLst>
            <pc:docMk/>
            <pc:sldMk cId="0" sldId="257"/>
            <ac:spMk id="2" creationId="{00000000-0000-0000-0000-000000000000}"/>
          </ac:spMkLst>
        </pc:spChg>
        <pc:spChg chg="mod">
          <ac:chgData name="JAEYEON KIM" userId="5fd88c3b828d6b87" providerId="LiveId" clId="{4DEEB11C-6F4E-434B-9DEA-240AA84EFB01}" dt="2026-05-26T07:35:20.124" v="1426" actId="13822"/>
          <ac:spMkLst>
            <pc:docMk/>
            <pc:sldMk cId="0" sldId="257"/>
            <ac:spMk id="3" creationId="{00000000-0000-0000-0000-000000000000}"/>
          </ac:spMkLst>
        </pc:spChg>
        <pc:spChg chg="mod">
          <ac:chgData name="JAEYEON KIM" userId="5fd88c3b828d6b87" providerId="LiveId" clId="{4DEEB11C-6F4E-434B-9DEA-240AA84EFB01}" dt="2026-05-26T07:35:13.562" v="1425" actId="17032"/>
          <ac:spMkLst>
            <pc:docMk/>
            <pc:sldMk cId="0" sldId="257"/>
            <ac:spMk id="4" creationId="{00000000-0000-0000-0000-000000000000}"/>
          </ac:spMkLst>
        </pc:spChg>
        <pc:spChg chg="mod">
          <ac:chgData name="JAEYEON KIM" userId="5fd88c3b828d6b87" providerId="LiveId" clId="{4DEEB11C-6F4E-434B-9DEA-240AA84EFB01}" dt="2026-05-26T04:56:26.055" v="12" actId="207"/>
          <ac:spMkLst>
            <pc:docMk/>
            <pc:sldMk cId="0" sldId="257"/>
            <ac:spMk id="6" creationId="{00000000-0000-0000-0000-000000000000}"/>
          </ac:spMkLst>
        </pc:spChg>
        <pc:spChg chg="mod">
          <ac:chgData name="JAEYEON KIM" userId="5fd88c3b828d6b87" providerId="LiveId" clId="{4DEEB11C-6F4E-434B-9DEA-240AA84EFB01}" dt="2026-05-26T07:35:24.952" v="1427" actId="207"/>
          <ac:spMkLst>
            <pc:docMk/>
            <pc:sldMk cId="0" sldId="257"/>
            <ac:spMk id="7" creationId="{00000000-0000-0000-0000-000000000000}"/>
          </ac:spMkLst>
        </pc:spChg>
        <pc:spChg chg="mod">
          <ac:chgData name="JAEYEON KIM" userId="5fd88c3b828d6b87" providerId="LiveId" clId="{4DEEB11C-6F4E-434B-9DEA-240AA84EFB01}" dt="2026-05-26T04:56:36.043" v="17" actId="207"/>
          <ac:spMkLst>
            <pc:docMk/>
            <pc:sldMk cId="0" sldId="257"/>
            <ac:spMk id="8" creationId="{00000000-0000-0000-0000-000000000000}"/>
          </ac:spMkLst>
        </pc:spChg>
        <pc:spChg chg="mod">
          <ac:chgData name="JAEYEON KIM" userId="5fd88c3b828d6b87" providerId="LiveId" clId="{4DEEB11C-6F4E-434B-9DEA-240AA84EFB01}" dt="2026-05-26T04:59:35.924" v="209" actId="207"/>
          <ac:spMkLst>
            <pc:docMk/>
            <pc:sldMk cId="0" sldId="257"/>
            <ac:spMk id="9" creationId="{00000000-0000-0000-0000-000000000000}"/>
          </ac:spMkLst>
        </pc:spChg>
        <pc:spChg chg="mod">
          <ac:chgData name="JAEYEON KIM" userId="5fd88c3b828d6b87" providerId="LiveId" clId="{4DEEB11C-6F4E-434B-9DEA-240AA84EFB01}" dt="2026-05-26T04:56:40.370" v="18" actId="20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JAEYEON KIM" userId="5fd88c3b828d6b87" providerId="LiveId" clId="{4DEEB11C-6F4E-434B-9DEA-240AA84EFB01}" dt="2026-05-26T04:57:02.593" v="23" actId="20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JAEYEON KIM" userId="5fd88c3b828d6b87" providerId="LiveId" clId="{4DEEB11C-6F4E-434B-9DEA-240AA84EFB01}" dt="2026-05-26T04:56:59.433" v="22" actId="20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JAEYEON KIM" userId="5fd88c3b828d6b87" providerId="LiveId" clId="{4DEEB11C-6F4E-434B-9DEA-240AA84EFB01}" dt="2026-05-26T04:57:06.282" v="24" actId="20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JAEYEON KIM" userId="5fd88c3b828d6b87" providerId="LiveId" clId="{4DEEB11C-6F4E-434B-9DEA-240AA84EFB01}" dt="2026-05-26T04:56:52.515" v="20" actId="20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JAEYEON KIM" userId="5fd88c3b828d6b87" providerId="LiveId" clId="{4DEEB11C-6F4E-434B-9DEA-240AA84EFB01}" dt="2026-05-26T04:57:10.221" v="25" actId="20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JAEYEON KIM" userId="5fd88c3b828d6b87" providerId="LiveId" clId="{4DEEB11C-6F4E-434B-9DEA-240AA84EFB01}" dt="2026-05-26T04:56:55.786" v="21" actId="20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00:18.230" v="249" actId="20577"/>
          <ac:spMkLst>
            <pc:docMk/>
            <pc:sldMk cId="0" sldId="257"/>
            <ac:spMk id="17" creationId="{00000000-0000-0000-0000-000000000000}"/>
          </ac:spMkLst>
        </pc:spChg>
        <pc:spChg chg="add mod">
          <ac:chgData name="JAEYEON KIM" userId="5fd88c3b828d6b87" providerId="LiveId" clId="{4DEEB11C-6F4E-434B-9DEA-240AA84EFB01}" dt="2026-05-26T05:00:33.120" v="250"/>
          <ac:spMkLst>
            <pc:docMk/>
            <pc:sldMk cId="0" sldId="257"/>
            <ac:spMk id="19" creationId="{56D3F4F1-5099-4A30-2100-BA063ED392C0}"/>
          </ac:spMkLst>
        </pc:spChg>
        <pc:spChg chg="add mod">
          <ac:chgData name="JAEYEON KIM" userId="5fd88c3b828d6b87" providerId="LiveId" clId="{4DEEB11C-6F4E-434B-9DEA-240AA84EFB01}" dt="2026-05-26T05:00:36.144" v="251"/>
          <ac:spMkLst>
            <pc:docMk/>
            <pc:sldMk cId="0" sldId="257"/>
            <ac:spMk id="20" creationId="{E3E8EB65-BCD6-3BB3-C66B-FFB63E214F59}"/>
          </ac:spMkLst>
        </pc:spChg>
      </pc:sldChg>
      <pc:sldChg chg="addSp modSp new del">
        <pc:chgData name="JAEYEON KIM" userId="5fd88c3b828d6b87" providerId="LiveId" clId="{4DEEB11C-6F4E-434B-9DEA-240AA84EFB01}" dt="2026-05-26T05:00:49.143" v="255" actId="47"/>
        <pc:sldMkLst>
          <pc:docMk/>
          <pc:sldMk cId="3887816038" sldId="258"/>
        </pc:sldMkLst>
        <pc:spChg chg="add mod">
          <ac:chgData name="JAEYEON KIM" userId="5fd88c3b828d6b87" providerId="LiveId" clId="{4DEEB11C-6F4E-434B-9DEA-240AA84EFB01}" dt="2026-05-26T05:00:41.589" v="253"/>
          <ac:spMkLst>
            <pc:docMk/>
            <pc:sldMk cId="3887816038" sldId="258"/>
            <ac:spMk id="2" creationId="{DFF154B2-9F72-C004-B0EF-709ADD455CCC}"/>
          </ac:spMkLst>
        </pc:spChg>
      </pc:sldChg>
      <pc:sldChg chg="modSp add mod">
        <pc:chgData name="JAEYEON KIM" userId="5fd88c3b828d6b87" providerId="LiveId" clId="{4DEEB11C-6F4E-434B-9DEA-240AA84EFB01}" dt="2026-05-26T07:39:49.507" v="1451" actId="13822"/>
        <pc:sldMkLst>
          <pc:docMk/>
          <pc:sldMk cId="0" sldId="259"/>
        </pc:sldMkLst>
        <pc:spChg chg="mod">
          <ac:chgData name="JAEYEON KIM" userId="5fd88c3b828d6b87" providerId="LiveId" clId="{4DEEB11C-6F4E-434B-9DEA-240AA84EFB01}" dt="2026-05-26T05:02:32.950" v="267" actId="208"/>
          <ac:spMkLst>
            <pc:docMk/>
            <pc:sldMk cId="0" sldId="259"/>
            <ac:spMk id="2" creationId="{00000000-0000-0000-0000-000000000000}"/>
          </ac:spMkLst>
        </pc:spChg>
        <pc:spChg chg="mod">
          <ac:chgData name="JAEYEON KIM" userId="5fd88c3b828d6b87" providerId="LiveId" clId="{4DEEB11C-6F4E-434B-9DEA-240AA84EFB01}" dt="2026-05-26T07:39:49.507" v="1451" actId="13822"/>
          <ac:spMkLst>
            <pc:docMk/>
            <pc:sldMk cId="0" sldId="259"/>
            <ac:spMk id="3" creationId="{00000000-0000-0000-0000-000000000000}"/>
          </ac:spMkLst>
        </pc:spChg>
        <pc:spChg chg="mod">
          <ac:chgData name="JAEYEON KIM" userId="5fd88c3b828d6b87" providerId="LiveId" clId="{4DEEB11C-6F4E-434B-9DEA-240AA84EFB01}" dt="2026-05-26T07:33:58.688" v="1420" actId="13822"/>
          <ac:spMkLst>
            <pc:docMk/>
            <pc:sldMk cId="0" sldId="259"/>
            <ac:spMk id="5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02:09.703" v="265" actId="207"/>
          <ac:spMkLst>
            <pc:docMk/>
            <pc:sldMk cId="0" sldId="259"/>
            <ac:spMk id="6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02:23.818" v="266" actId="207"/>
          <ac:spMkLst>
            <pc:docMk/>
            <pc:sldMk cId="0" sldId="259"/>
            <ac:spMk id="7" creationId="{00000000-0000-0000-0000-000000000000}"/>
          </ac:spMkLst>
        </pc:spChg>
      </pc:sldChg>
      <pc:sldChg chg="add del">
        <pc:chgData name="JAEYEON KIM" userId="5fd88c3b828d6b87" providerId="LiveId" clId="{4DEEB11C-6F4E-434B-9DEA-240AA84EFB01}" dt="2026-05-26T05:07:08.577" v="391" actId="47"/>
        <pc:sldMkLst>
          <pc:docMk/>
          <pc:sldMk cId="0" sldId="261"/>
        </pc:sldMkLst>
      </pc:sldChg>
      <pc:sldChg chg="modSp add del mod">
        <pc:chgData name="JAEYEON KIM" userId="5fd88c3b828d6b87" providerId="LiveId" clId="{4DEEB11C-6F4E-434B-9DEA-240AA84EFB01}" dt="2026-05-26T07:57:45.943" v="1871" actId="2696"/>
        <pc:sldMkLst>
          <pc:docMk/>
          <pc:sldMk cId="0" sldId="264"/>
        </pc:sldMkLst>
        <pc:spChg chg="mod">
          <ac:chgData name="JAEYEON KIM" userId="5fd88c3b828d6b87" providerId="LiveId" clId="{4DEEB11C-6F4E-434B-9DEA-240AA84EFB01}" dt="2026-05-26T07:38:48.471" v="1444" actId="1076"/>
          <ac:spMkLst>
            <pc:docMk/>
            <pc:sldMk cId="0" sldId="264"/>
            <ac:spMk id="2" creationId="{00000000-0000-0000-0000-000000000000}"/>
          </ac:spMkLst>
        </pc:spChg>
      </pc:sldChg>
      <pc:sldChg chg="modSp add del mod">
        <pc:chgData name="JAEYEON KIM" userId="5fd88c3b828d6b87" providerId="LiveId" clId="{4DEEB11C-6F4E-434B-9DEA-240AA84EFB01}" dt="2026-05-26T08:06:06.835" v="1926" actId="2696"/>
        <pc:sldMkLst>
          <pc:docMk/>
          <pc:sldMk cId="0" sldId="266"/>
        </pc:sldMkLst>
        <pc:spChg chg="mod">
          <ac:chgData name="JAEYEON KIM" userId="5fd88c3b828d6b87" providerId="LiveId" clId="{4DEEB11C-6F4E-434B-9DEA-240AA84EFB01}" dt="2026-05-26T07:59:36.080" v="1873" actId="1076"/>
          <ac:spMkLst>
            <pc:docMk/>
            <pc:sldMk cId="0" sldId="266"/>
            <ac:spMk id="2" creationId="{00000000-0000-0000-0000-000000000000}"/>
          </ac:spMkLst>
        </pc:spChg>
      </pc:sldChg>
      <pc:sldChg chg="delSp modSp add mod modShow">
        <pc:chgData name="JAEYEON KIM" userId="5fd88c3b828d6b87" providerId="LiveId" clId="{4DEEB11C-6F4E-434B-9DEA-240AA84EFB01}" dt="2026-05-27T01:23:04.981" v="2460" actId="729"/>
        <pc:sldMkLst>
          <pc:docMk/>
          <pc:sldMk cId="0" sldId="267"/>
        </pc:sldMkLst>
        <pc:spChg chg="del mod">
          <ac:chgData name="JAEYEON KIM" userId="5fd88c3b828d6b87" providerId="LiveId" clId="{4DEEB11C-6F4E-434B-9DEA-240AA84EFB01}" dt="2026-05-27T00:34:09.697" v="2128" actId="478"/>
          <ac:spMkLst>
            <pc:docMk/>
            <pc:sldMk cId="0" sldId="267"/>
            <ac:spMk id="2" creationId="{00000000-0000-0000-0000-000000000000}"/>
          </ac:spMkLst>
        </pc:spChg>
        <pc:spChg chg="mod">
          <ac:chgData name="JAEYEON KIM" userId="5fd88c3b828d6b87" providerId="LiveId" clId="{4DEEB11C-6F4E-434B-9DEA-240AA84EFB01}" dt="2026-05-26T06:02:37.214" v="1333" actId="1076"/>
          <ac:spMkLst>
            <pc:docMk/>
            <pc:sldMk cId="0" sldId="267"/>
            <ac:spMk id="10" creationId="{00000000-0000-0000-0000-000000000000}"/>
          </ac:spMkLst>
        </pc:spChg>
      </pc:sldChg>
      <pc:sldChg chg="add del">
        <pc:chgData name="JAEYEON KIM" userId="5fd88c3b828d6b87" providerId="LiveId" clId="{4DEEB11C-6F4E-434B-9DEA-240AA84EFB01}" dt="2026-05-26T05:07:09.531" v="392" actId="47"/>
        <pc:sldMkLst>
          <pc:docMk/>
          <pc:sldMk cId="0" sldId="268"/>
        </pc:sldMkLst>
      </pc:sldChg>
      <pc:sldChg chg="modSp add mod">
        <pc:chgData name="JAEYEON KIM" userId="5fd88c3b828d6b87" providerId="LiveId" clId="{4DEEB11C-6F4E-434B-9DEA-240AA84EFB01}" dt="2026-05-26T07:39:55.439" v="1452" actId="13822"/>
        <pc:sldMkLst>
          <pc:docMk/>
          <pc:sldMk cId="1354517064" sldId="269"/>
        </pc:sldMkLst>
        <pc:spChg chg="mod">
          <ac:chgData name="JAEYEON KIM" userId="5fd88c3b828d6b87" providerId="LiveId" clId="{4DEEB11C-6F4E-434B-9DEA-240AA84EFB01}" dt="2026-05-26T07:39:55.439" v="1452" actId="13822"/>
          <ac:spMkLst>
            <pc:docMk/>
            <pc:sldMk cId="1354517064" sldId="269"/>
            <ac:spMk id="3" creationId="{46851C53-C43A-92AF-966F-4C8FE8212D62}"/>
          </ac:spMkLst>
        </pc:spChg>
        <pc:spChg chg="mod">
          <ac:chgData name="JAEYEON KIM" userId="5fd88c3b828d6b87" providerId="LiveId" clId="{4DEEB11C-6F4E-434B-9DEA-240AA84EFB01}" dt="2026-05-26T07:33:52.173" v="1419" actId="13822"/>
          <ac:spMkLst>
            <pc:docMk/>
            <pc:sldMk cId="1354517064" sldId="269"/>
            <ac:spMk id="5" creationId="{5DA52656-ED51-3257-5017-88C17817FEE9}"/>
          </ac:spMkLst>
        </pc:spChg>
        <pc:spChg chg="mod">
          <ac:chgData name="JAEYEON KIM" userId="5fd88c3b828d6b87" providerId="LiveId" clId="{4DEEB11C-6F4E-434B-9DEA-240AA84EFB01}" dt="2026-05-26T05:05:53.453" v="302" actId="20577"/>
          <ac:spMkLst>
            <pc:docMk/>
            <pc:sldMk cId="1354517064" sldId="269"/>
            <ac:spMk id="6" creationId="{DE1877C2-7D17-2952-4747-B597937F3C43}"/>
          </ac:spMkLst>
        </pc:spChg>
        <pc:spChg chg="mod">
          <ac:chgData name="JAEYEON KIM" userId="5fd88c3b828d6b87" providerId="LiveId" clId="{4DEEB11C-6F4E-434B-9DEA-240AA84EFB01}" dt="2026-05-26T05:06:22.751" v="352" actId="20577"/>
          <ac:spMkLst>
            <pc:docMk/>
            <pc:sldMk cId="1354517064" sldId="269"/>
            <ac:spMk id="7" creationId="{26FCAA8B-7DA8-7F83-EA11-9A9D16452739}"/>
          </ac:spMkLst>
        </pc:spChg>
      </pc:sldChg>
      <pc:sldChg chg="addSp modSp add mod">
        <pc:chgData name="JAEYEON KIM" userId="5fd88c3b828d6b87" providerId="LiveId" clId="{4DEEB11C-6F4E-434B-9DEA-240AA84EFB01}" dt="2026-05-26T05:52:59.679" v="1057"/>
        <pc:sldMkLst>
          <pc:docMk/>
          <pc:sldMk cId="3025942541" sldId="270"/>
        </pc:sldMkLst>
        <pc:spChg chg="mod">
          <ac:chgData name="JAEYEON KIM" userId="5fd88c3b828d6b87" providerId="LiveId" clId="{4DEEB11C-6F4E-434B-9DEA-240AA84EFB01}" dt="2026-05-26T05:06:31.926" v="357" actId="20577"/>
          <ac:spMkLst>
            <pc:docMk/>
            <pc:sldMk cId="3025942541" sldId="270"/>
            <ac:spMk id="5" creationId="{4454DE92-D48B-C955-9C2F-BEAE7088D911}"/>
          </ac:spMkLst>
        </pc:spChg>
        <pc:spChg chg="mod">
          <ac:chgData name="JAEYEON KIM" userId="5fd88c3b828d6b87" providerId="LiveId" clId="{4DEEB11C-6F4E-434B-9DEA-240AA84EFB01}" dt="2026-05-26T05:06:39.031" v="388" actId="20577"/>
          <ac:spMkLst>
            <pc:docMk/>
            <pc:sldMk cId="3025942541" sldId="270"/>
            <ac:spMk id="6" creationId="{C940FD93-748A-F9E5-069F-F1BD73C352DF}"/>
          </ac:spMkLst>
        </pc:spChg>
        <pc:spChg chg="mod">
          <ac:chgData name="JAEYEON KIM" userId="5fd88c3b828d6b87" providerId="LiveId" clId="{4DEEB11C-6F4E-434B-9DEA-240AA84EFB01}" dt="2026-05-26T05:07:01.687" v="390" actId="207"/>
          <ac:spMkLst>
            <pc:docMk/>
            <pc:sldMk cId="3025942541" sldId="270"/>
            <ac:spMk id="7" creationId="{B5EB525B-1C8A-229E-A80B-2474019B66FC}"/>
          </ac:spMkLst>
        </pc:spChg>
        <pc:spChg chg="mod">
          <ac:chgData name="JAEYEON KIM" userId="5fd88c3b828d6b87" providerId="LiveId" clId="{4DEEB11C-6F4E-434B-9DEA-240AA84EFB01}" dt="2026-05-26T05:52:59.679" v="1057"/>
          <ac:spMkLst>
            <pc:docMk/>
            <pc:sldMk cId="3025942541" sldId="270"/>
            <ac:spMk id="10" creationId="{F193F1AA-E087-6D13-7CF6-3992C58A54ED}"/>
          </ac:spMkLst>
        </pc:spChg>
        <pc:spChg chg="mod">
          <ac:chgData name="JAEYEON KIM" userId="5fd88c3b828d6b87" providerId="LiveId" clId="{4DEEB11C-6F4E-434B-9DEA-240AA84EFB01}" dt="2026-05-26T05:52:59.679" v="1057"/>
          <ac:spMkLst>
            <pc:docMk/>
            <pc:sldMk cId="3025942541" sldId="270"/>
            <ac:spMk id="11" creationId="{27BBD6AC-E4CE-9A2F-D86C-386B9510C75A}"/>
          </ac:spMkLst>
        </pc:spChg>
        <pc:spChg chg="mod">
          <ac:chgData name="JAEYEON KIM" userId="5fd88c3b828d6b87" providerId="LiveId" clId="{4DEEB11C-6F4E-434B-9DEA-240AA84EFB01}" dt="2026-05-26T05:52:59.679" v="1057"/>
          <ac:spMkLst>
            <pc:docMk/>
            <pc:sldMk cId="3025942541" sldId="270"/>
            <ac:spMk id="12" creationId="{3939A20D-9174-B5D0-8271-336B90B610E1}"/>
          </ac:spMkLst>
        </pc:spChg>
        <pc:spChg chg="mod">
          <ac:chgData name="JAEYEON KIM" userId="5fd88c3b828d6b87" providerId="LiveId" clId="{4DEEB11C-6F4E-434B-9DEA-240AA84EFB01}" dt="2026-05-26T05:52:59.679" v="1057"/>
          <ac:spMkLst>
            <pc:docMk/>
            <pc:sldMk cId="3025942541" sldId="270"/>
            <ac:spMk id="13" creationId="{A986F110-FAE0-5DAB-9308-C3A17ECB6975}"/>
          </ac:spMkLst>
        </pc:spChg>
        <pc:spChg chg="mod">
          <ac:chgData name="JAEYEON KIM" userId="5fd88c3b828d6b87" providerId="LiveId" clId="{4DEEB11C-6F4E-434B-9DEA-240AA84EFB01}" dt="2026-05-26T05:52:59.679" v="1057"/>
          <ac:spMkLst>
            <pc:docMk/>
            <pc:sldMk cId="3025942541" sldId="270"/>
            <ac:spMk id="14" creationId="{42966070-B31F-40B3-42B8-48369FF3ED9D}"/>
          </ac:spMkLst>
        </pc:spChg>
        <pc:spChg chg="mod">
          <ac:chgData name="JAEYEON KIM" userId="5fd88c3b828d6b87" providerId="LiveId" clId="{4DEEB11C-6F4E-434B-9DEA-240AA84EFB01}" dt="2026-05-26T05:52:59.679" v="1057"/>
          <ac:spMkLst>
            <pc:docMk/>
            <pc:sldMk cId="3025942541" sldId="270"/>
            <ac:spMk id="15" creationId="{B49185B4-246D-246C-6508-7376D82D59E8}"/>
          </ac:spMkLst>
        </pc:spChg>
        <pc:grpChg chg="add mod">
          <ac:chgData name="JAEYEON KIM" userId="5fd88c3b828d6b87" providerId="LiveId" clId="{4DEEB11C-6F4E-434B-9DEA-240AA84EFB01}" dt="2026-05-26T05:52:59.679" v="1057"/>
          <ac:grpSpMkLst>
            <pc:docMk/>
            <pc:sldMk cId="3025942541" sldId="270"/>
            <ac:grpSpMk id="9" creationId="{D481D80E-AD29-0001-7956-595ABE7D8912}"/>
          </ac:grpSpMkLst>
        </pc:grpChg>
      </pc:sldChg>
      <pc:sldChg chg="add">
        <pc:chgData name="JAEYEON KIM" userId="5fd88c3b828d6b87" providerId="LiveId" clId="{4DEEB11C-6F4E-434B-9DEA-240AA84EFB01}" dt="2026-05-26T05:49:53.603" v="968"/>
        <pc:sldMkLst>
          <pc:docMk/>
          <pc:sldMk cId="0" sldId="271"/>
        </pc:sldMkLst>
      </pc:sldChg>
      <pc:sldChg chg="addSp delSp modSp add del mod">
        <pc:chgData name="JAEYEON KIM" userId="5fd88c3b828d6b87" providerId="LiveId" clId="{4DEEB11C-6F4E-434B-9DEA-240AA84EFB01}" dt="2026-05-27T02:24:59.679" v="3889" actId="2696"/>
        <pc:sldMkLst>
          <pc:docMk/>
          <pc:sldMk cId="0" sldId="272"/>
        </pc:sldMkLst>
        <pc:spChg chg="del mod">
          <ac:chgData name="JAEYEON KIM" userId="5fd88c3b828d6b87" providerId="LiveId" clId="{4DEEB11C-6F4E-434B-9DEA-240AA84EFB01}" dt="2026-05-27T02:13:05.321" v="3433" actId="478"/>
          <ac:spMkLst>
            <pc:docMk/>
            <pc:sldMk cId="0" sldId="272"/>
            <ac:spMk id="2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13:49.599" v="3439" actId="164"/>
          <ac:spMkLst>
            <pc:docMk/>
            <pc:sldMk cId="0" sldId="272"/>
            <ac:spMk id="13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13:49.599" v="3439" actId="164"/>
          <ac:spMkLst>
            <pc:docMk/>
            <pc:sldMk cId="0" sldId="272"/>
            <ac:spMk id="15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13:49.599" v="3439" actId="164"/>
          <ac:spMkLst>
            <pc:docMk/>
            <pc:sldMk cId="0" sldId="272"/>
            <ac:spMk id="17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13:12.884" v="3434" actId="164"/>
          <ac:spMkLst>
            <pc:docMk/>
            <pc:sldMk cId="0" sldId="272"/>
            <ac:spMk id="18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13:49.599" v="3439" actId="164"/>
          <ac:spMkLst>
            <pc:docMk/>
            <pc:sldMk cId="0" sldId="272"/>
            <ac:spMk id="19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13:49.599" v="3439" actId="164"/>
          <ac:spMkLst>
            <pc:docMk/>
            <pc:sldMk cId="0" sldId="272"/>
            <ac:spMk id="21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13:12.884" v="3434" actId="164"/>
          <ac:spMkLst>
            <pc:docMk/>
            <pc:sldMk cId="0" sldId="272"/>
            <ac:spMk id="37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13:12.884" v="3434" actId="164"/>
          <ac:spMkLst>
            <pc:docMk/>
            <pc:sldMk cId="0" sldId="272"/>
            <ac:spMk id="48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13:12.884" v="3434" actId="164"/>
          <ac:spMkLst>
            <pc:docMk/>
            <pc:sldMk cId="0" sldId="272"/>
            <ac:spMk id="52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13:12.884" v="3434" actId="164"/>
          <ac:spMkLst>
            <pc:docMk/>
            <pc:sldMk cId="0" sldId="272"/>
            <ac:spMk id="53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13:12.884" v="3434" actId="164"/>
          <ac:spMkLst>
            <pc:docMk/>
            <pc:sldMk cId="0" sldId="272"/>
            <ac:spMk id="56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13:12.884" v="3434" actId="164"/>
          <ac:spMkLst>
            <pc:docMk/>
            <pc:sldMk cId="0" sldId="272"/>
            <ac:spMk id="71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13:12.884" v="3434" actId="164"/>
          <ac:spMkLst>
            <pc:docMk/>
            <pc:sldMk cId="0" sldId="272"/>
            <ac:spMk id="77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13:12.884" v="3434" actId="164"/>
          <ac:spMkLst>
            <pc:docMk/>
            <pc:sldMk cId="0" sldId="272"/>
            <ac:spMk id="80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13:12.884" v="3434" actId="164"/>
          <ac:spMkLst>
            <pc:docMk/>
            <pc:sldMk cId="0" sldId="272"/>
            <ac:spMk id="82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20:50.039" v="3794" actId="164"/>
          <ac:spMkLst>
            <pc:docMk/>
            <pc:sldMk cId="0" sldId="272"/>
            <ac:spMk id="96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20:50.039" v="3794" actId="164"/>
          <ac:spMkLst>
            <pc:docMk/>
            <pc:sldMk cId="0" sldId="272"/>
            <ac:spMk id="97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20:50.039" v="3794" actId="164"/>
          <ac:spMkLst>
            <pc:docMk/>
            <pc:sldMk cId="0" sldId="272"/>
            <ac:spMk id="98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20:50.039" v="3794" actId="164"/>
          <ac:spMkLst>
            <pc:docMk/>
            <pc:sldMk cId="0" sldId="272"/>
            <ac:spMk id="100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20:50.039" v="3794" actId="164"/>
          <ac:spMkLst>
            <pc:docMk/>
            <pc:sldMk cId="0" sldId="272"/>
            <ac:spMk id="101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20:50.039" v="3794" actId="164"/>
          <ac:spMkLst>
            <pc:docMk/>
            <pc:sldMk cId="0" sldId="272"/>
            <ac:spMk id="102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20:50.039" v="3794" actId="164"/>
          <ac:spMkLst>
            <pc:docMk/>
            <pc:sldMk cId="0" sldId="272"/>
            <ac:spMk id="103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20:50.039" v="3794" actId="164"/>
          <ac:spMkLst>
            <pc:docMk/>
            <pc:sldMk cId="0" sldId="272"/>
            <ac:spMk id="105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20:50.039" v="3794" actId="164"/>
          <ac:spMkLst>
            <pc:docMk/>
            <pc:sldMk cId="0" sldId="272"/>
            <ac:spMk id="106" creationId="{00000000-0000-0000-0000-000000000000}"/>
          </ac:spMkLst>
        </pc:spChg>
        <pc:spChg chg="mod">
          <ac:chgData name="JAEYEON KIM" userId="5fd88c3b828d6b87" providerId="LiveId" clId="{4DEEB11C-6F4E-434B-9DEA-240AA84EFB01}" dt="2026-05-27T02:20:50.039" v="3794" actId="164"/>
          <ac:spMkLst>
            <pc:docMk/>
            <pc:sldMk cId="0" sldId="272"/>
            <ac:spMk id="109" creationId="{00000000-0000-0000-0000-000000000000}"/>
          </ac:spMkLst>
        </pc:spChg>
        <pc:grpChg chg="mod">
          <ac:chgData name="JAEYEON KIM" userId="5fd88c3b828d6b87" providerId="LiveId" clId="{4DEEB11C-6F4E-434B-9DEA-240AA84EFB01}" dt="2026-05-27T02:13:49.599" v="3439" actId="164"/>
          <ac:grpSpMkLst>
            <pc:docMk/>
            <pc:sldMk cId="0" sldId="272"/>
            <ac:grpSpMk id="112" creationId="{A09521A5-5815-25CD-6E1A-46ED67349507}"/>
          </ac:grpSpMkLst>
        </pc:grpChg>
        <pc:grpChg chg="add mod">
          <ac:chgData name="JAEYEON KIM" userId="5fd88c3b828d6b87" providerId="LiveId" clId="{4DEEB11C-6F4E-434B-9DEA-240AA84EFB01}" dt="2026-05-27T02:13:53.114" v="3440" actId="1076"/>
          <ac:grpSpMkLst>
            <pc:docMk/>
            <pc:sldMk cId="0" sldId="272"/>
            <ac:grpSpMk id="113" creationId="{423D5124-BA1C-07F4-CFB7-9BF0870B8226}"/>
          </ac:grpSpMkLst>
        </pc:grpChg>
      </pc:sldChg>
      <pc:sldChg chg="addSp delSp modSp add mod modShow">
        <pc:chgData name="JAEYEON KIM" userId="5fd88c3b828d6b87" providerId="LiveId" clId="{4DEEB11C-6F4E-434B-9DEA-240AA84EFB01}" dt="2026-05-27T04:39:12.460" v="5470" actId="729"/>
        <pc:sldMkLst>
          <pc:docMk/>
          <pc:sldMk cId="0" sldId="273"/>
        </pc:sldMkLst>
        <pc:spChg chg="del mod">
          <ac:chgData name="JAEYEON KIM" userId="5fd88c3b828d6b87" providerId="LiveId" clId="{4DEEB11C-6F4E-434B-9DEA-240AA84EFB01}" dt="2026-05-27T04:27:48.239" v="5029" actId="478"/>
          <ac:spMkLst>
            <pc:docMk/>
            <pc:sldMk cId="0" sldId="273"/>
            <ac:spMk id="2" creationId="{00000000-0000-0000-0000-000000000000}"/>
          </ac:spMkLst>
        </pc:spChg>
        <pc:spChg chg="mod">
          <ac:chgData name="JAEYEON KIM" userId="5fd88c3b828d6b87" providerId="LiveId" clId="{4DEEB11C-6F4E-434B-9DEA-240AA84EFB01}" dt="2026-05-27T04:27:54.235" v="5030" actId="164"/>
          <ac:spMkLst>
            <pc:docMk/>
            <pc:sldMk cId="0" sldId="273"/>
            <ac:spMk id="43" creationId="{00000000-0000-0000-0000-000000000000}"/>
          </ac:spMkLst>
        </pc:spChg>
        <pc:spChg chg="mod">
          <ac:chgData name="JAEYEON KIM" userId="5fd88c3b828d6b87" providerId="LiveId" clId="{4DEEB11C-6F4E-434B-9DEA-240AA84EFB01}" dt="2026-05-27T04:27:54.235" v="5030" actId="164"/>
          <ac:spMkLst>
            <pc:docMk/>
            <pc:sldMk cId="0" sldId="273"/>
            <ac:spMk id="45" creationId="{00000000-0000-0000-0000-000000000000}"/>
          </ac:spMkLst>
        </pc:spChg>
        <pc:spChg chg="mod">
          <ac:chgData name="JAEYEON KIM" userId="5fd88c3b828d6b87" providerId="LiveId" clId="{4DEEB11C-6F4E-434B-9DEA-240AA84EFB01}" dt="2026-05-27T04:27:54.235" v="5030" actId="164"/>
          <ac:spMkLst>
            <pc:docMk/>
            <pc:sldMk cId="0" sldId="273"/>
            <ac:spMk id="46" creationId="{00000000-0000-0000-0000-000000000000}"/>
          </ac:spMkLst>
        </pc:spChg>
        <pc:spChg chg="mod">
          <ac:chgData name="JAEYEON KIM" userId="5fd88c3b828d6b87" providerId="LiveId" clId="{4DEEB11C-6F4E-434B-9DEA-240AA84EFB01}" dt="2026-05-27T04:27:54.235" v="5030" actId="164"/>
          <ac:spMkLst>
            <pc:docMk/>
            <pc:sldMk cId="0" sldId="273"/>
            <ac:spMk id="48" creationId="{00000000-0000-0000-0000-000000000000}"/>
          </ac:spMkLst>
        </pc:spChg>
        <pc:spChg chg="mod">
          <ac:chgData name="JAEYEON KIM" userId="5fd88c3b828d6b87" providerId="LiveId" clId="{4DEEB11C-6F4E-434B-9DEA-240AA84EFB01}" dt="2026-05-27T04:27:54.235" v="5030" actId="164"/>
          <ac:spMkLst>
            <pc:docMk/>
            <pc:sldMk cId="0" sldId="273"/>
            <ac:spMk id="53" creationId="{00000000-0000-0000-0000-000000000000}"/>
          </ac:spMkLst>
        </pc:spChg>
        <pc:spChg chg="mod">
          <ac:chgData name="JAEYEON KIM" userId="5fd88c3b828d6b87" providerId="LiveId" clId="{4DEEB11C-6F4E-434B-9DEA-240AA84EFB01}" dt="2026-05-27T04:27:54.235" v="5030" actId="164"/>
          <ac:spMkLst>
            <pc:docMk/>
            <pc:sldMk cId="0" sldId="273"/>
            <ac:spMk id="59" creationId="{00000000-0000-0000-0000-000000000000}"/>
          </ac:spMkLst>
        </pc:spChg>
        <pc:spChg chg="mod">
          <ac:chgData name="JAEYEON KIM" userId="5fd88c3b828d6b87" providerId="LiveId" clId="{4DEEB11C-6F4E-434B-9DEA-240AA84EFB01}" dt="2026-05-27T04:27:54.235" v="5030" actId="164"/>
          <ac:spMkLst>
            <pc:docMk/>
            <pc:sldMk cId="0" sldId="273"/>
            <ac:spMk id="60" creationId="{00000000-0000-0000-0000-000000000000}"/>
          </ac:spMkLst>
        </pc:spChg>
        <pc:spChg chg="mod">
          <ac:chgData name="JAEYEON KIM" userId="5fd88c3b828d6b87" providerId="LiveId" clId="{4DEEB11C-6F4E-434B-9DEA-240AA84EFB01}" dt="2026-05-27T04:27:54.235" v="5030" actId="164"/>
          <ac:spMkLst>
            <pc:docMk/>
            <pc:sldMk cId="0" sldId="273"/>
            <ac:spMk id="62" creationId="{00000000-0000-0000-0000-000000000000}"/>
          </ac:spMkLst>
        </pc:spChg>
        <pc:spChg chg="mod">
          <ac:chgData name="JAEYEON KIM" userId="5fd88c3b828d6b87" providerId="LiveId" clId="{4DEEB11C-6F4E-434B-9DEA-240AA84EFB01}" dt="2026-05-27T04:27:54.235" v="5030" actId="164"/>
          <ac:spMkLst>
            <pc:docMk/>
            <pc:sldMk cId="0" sldId="273"/>
            <ac:spMk id="63" creationId="{00000000-0000-0000-0000-000000000000}"/>
          </ac:spMkLst>
        </pc:spChg>
        <pc:spChg chg="mod">
          <ac:chgData name="JAEYEON KIM" userId="5fd88c3b828d6b87" providerId="LiveId" clId="{4DEEB11C-6F4E-434B-9DEA-240AA84EFB01}" dt="2026-05-27T04:27:54.235" v="5030" actId="164"/>
          <ac:spMkLst>
            <pc:docMk/>
            <pc:sldMk cId="0" sldId="273"/>
            <ac:spMk id="69" creationId="{00000000-0000-0000-0000-000000000000}"/>
          </ac:spMkLst>
        </pc:spChg>
      </pc:sldChg>
      <pc:sldChg chg="add del">
        <pc:chgData name="JAEYEON KIM" userId="5fd88c3b828d6b87" providerId="LiveId" clId="{4DEEB11C-6F4E-434B-9DEA-240AA84EFB01}" dt="2026-05-26T05:08:31.458" v="453" actId="47"/>
        <pc:sldMkLst>
          <pc:docMk/>
          <pc:sldMk cId="0" sldId="274"/>
        </pc:sldMkLst>
      </pc:sldChg>
      <pc:sldChg chg="modSp add mod">
        <pc:chgData name="JAEYEON KIM" userId="5fd88c3b828d6b87" providerId="LiveId" clId="{4DEEB11C-6F4E-434B-9DEA-240AA84EFB01}" dt="2026-05-26T05:08:27.450" v="452" actId="207"/>
        <pc:sldMkLst>
          <pc:docMk/>
          <pc:sldMk cId="1858026051" sldId="275"/>
        </pc:sldMkLst>
        <pc:spChg chg="mod">
          <ac:chgData name="JAEYEON KIM" userId="5fd88c3b828d6b87" providerId="LiveId" clId="{4DEEB11C-6F4E-434B-9DEA-240AA84EFB01}" dt="2026-05-26T05:08:07.042" v="396" actId="20577"/>
          <ac:spMkLst>
            <pc:docMk/>
            <pc:sldMk cId="1858026051" sldId="275"/>
            <ac:spMk id="5" creationId="{2E4B1D10-42E4-CCF5-BABA-3B54A99A69EC}"/>
          </ac:spMkLst>
        </pc:spChg>
        <pc:spChg chg="mod">
          <ac:chgData name="JAEYEON KIM" userId="5fd88c3b828d6b87" providerId="LiveId" clId="{4DEEB11C-6F4E-434B-9DEA-240AA84EFB01}" dt="2026-05-26T05:08:13.602" v="428" actId="20577"/>
          <ac:spMkLst>
            <pc:docMk/>
            <pc:sldMk cId="1858026051" sldId="275"/>
            <ac:spMk id="6" creationId="{9BA65D3A-9D2A-5F78-3239-DB8AC83F9DDB}"/>
          </ac:spMkLst>
        </pc:spChg>
        <pc:spChg chg="mod">
          <ac:chgData name="JAEYEON KIM" userId="5fd88c3b828d6b87" providerId="LiveId" clId="{4DEEB11C-6F4E-434B-9DEA-240AA84EFB01}" dt="2026-05-26T05:08:27.450" v="452" actId="207"/>
          <ac:spMkLst>
            <pc:docMk/>
            <pc:sldMk cId="1858026051" sldId="275"/>
            <ac:spMk id="7" creationId="{AB0DA487-8AFF-6348-7010-329AC5C05E84}"/>
          </ac:spMkLst>
        </pc:spChg>
      </pc:sldChg>
      <pc:sldChg chg="add mod modShow">
        <pc:chgData name="JAEYEON KIM" userId="5fd88c3b828d6b87" providerId="LiveId" clId="{4DEEB11C-6F4E-434B-9DEA-240AA84EFB01}" dt="2026-05-27T01:59:26.236" v="3180" actId="729"/>
        <pc:sldMkLst>
          <pc:docMk/>
          <pc:sldMk cId="0" sldId="276"/>
        </pc:sldMkLst>
      </pc:sldChg>
      <pc:sldChg chg="add del">
        <pc:chgData name="JAEYEON KIM" userId="5fd88c3b828d6b87" providerId="LiveId" clId="{4DEEB11C-6F4E-434B-9DEA-240AA84EFB01}" dt="2026-05-26T05:09:12.755" v="499" actId="47"/>
        <pc:sldMkLst>
          <pc:docMk/>
          <pc:sldMk cId="0" sldId="278"/>
        </pc:sldMkLst>
      </pc:sldChg>
      <pc:sldChg chg="addSp delSp modSp add mod">
        <pc:chgData name="JAEYEON KIM" userId="5fd88c3b828d6b87" providerId="LiveId" clId="{4DEEB11C-6F4E-434B-9DEA-240AA84EFB01}" dt="2026-05-26T06:30:04.086" v="1355" actId="22"/>
        <pc:sldMkLst>
          <pc:docMk/>
          <pc:sldMk cId="3624200698" sldId="279"/>
        </pc:sldMkLst>
        <pc:spChg chg="mod">
          <ac:chgData name="JAEYEON KIM" userId="5fd88c3b828d6b87" providerId="LiveId" clId="{4DEEB11C-6F4E-434B-9DEA-240AA84EFB01}" dt="2026-05-26T05:09:08.979" v="498" actId="20577"/>
          <ac:spMkLst>
            <pc:docMk/>
            <pc:sldMk cId="3624200698" sldId="279"/>
            <ac:spMk id="5" creationId="{3B7FFA7C-38D1-292F-8001-1E520352D3EF}"/>
          </ac:spMkLst>
        </pc:spChg>
        <pc:spChg chg="mod">
          <ac:chgData name="JAEYEON KIM" userId="5fd88c3b828d6b87" providerId="LiveId" clId="{4DEEB11C-6F4E-434B-9DEA-240AA84EFB01}" dt="2026-05-26T05:08:52.778" v="494" actId="20577"/>
          <ac:spMkLst>
            <pc:docMk/>
            <pc:sldMk cId="3624200698" sldId="279"/>
            <ac:spMk id="6" creationId="{A9B43614-0020-3F0B-7AB7-E03DA10BD2C4}"/>
          </ac:spMkLst>
        </pc:spChg>
        <pc:spChg chg="mod">
          <ac:chgData name="JAEYEON KIM" userId="5fd88c3b828d6b87" providerId="LiveId" clId="{4DEEB11C-6F4E-434B-9DEA-240AA84EFB01}" dt="2026-05-26T05:09:06.956" v="496" actId="207"/>
          <ac:spMkLst>
            <pc:docMk/>
            <pc:sldMk cId="3624200698" sldId="279"/>
            <ac:spMk id="7" creationId="{D98F7E6E-DDB6-5064-29D7-43453188DCF9}"/>
          </ac:spMkLst>
        </pc:spChg>
        <pc:spChg chg="add del">
          <ac:chgData name="JAEYEON KIM" userId="5fd88c3b828d6b87" providerId="LiveId" clId="{4DEEB11C-6F4E-434B-9DEA-240AA84EFB01}" dt="2026-05-26T06:30:04.086" v="1355" actId="22"/>
          <ac:spMkLst>
            <pc:docMk/>
            <pc:sldMk cId="3624200698" sldId="279"/>
            <ac:spMk id="10" creationId="{118CDB40-E1D0-F301-BB02-3F42E7C2D883}"/>
          </ac:spMkLst>
        </pc:spChg>
      </pc:sldChg>
      <pc:sldChg chg="addSp delSp modSp add mod">
        <pc:chgData name="JAEYEON KIM" userId="5fd88c3b828d6b87" providerId="LiveId" clId="{4DEEB11C-6F4E-434B-9DEA-240AA84EFB01}" dt="2026-05-26T07:41:26.781" v="1458" actId="14861"/>
        <pc:sldMkLst>
          <pc:docMk/>
          <pc:sldMk cId="0" sldId="280"/>
        </pc:sldMkLst>
        <pc:spChg chg="mod">
          <ac:chgData name="JAEYEON KIM" userId="5fd88c3b828d6b87" providerId="LiveId" clId="{4DEEB11C-6F4E-434B-9DEA-240AA84EFB01}" dt="2026-05-26T07:41:26.781" v="1458" actId="14861"/>
          <ac:spMkLst>
            <pc:docMk/>
            <pc:sldMk cId="0" sldId="280"/>
            <ac:spMk id="2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37:05.034" v="813" actId="164"/>
          <ac:spMkLst>
            <pc:docMk/>
            <pc:sldMk cId="0" sldId="280"/>
            <ac:spMk id="3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52:41.215" v="1056" actId="1036"/>
          <ac:spMkLst>
            <pc:docMk/>
            <pc:sldMk cId="0" sldId="280"/>
            <ac:spMk id="4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34:29.080" v="802" actId="478"/>
          <ac:spMkLst>
            <pc:docMk/>
            <pc:sldMk cId="0" sldId="280"/>
            <ac:spMk id="6" creationId="{00000000-0000-0000-0000-000000000000}"/>
          </ac:spMkLst>
        </pc:spChg>
        <pc:spChg chg="del mod ord">
          <ac:chgData name="JAEYEON KIM" userId="5fd88c3b828d6b87" providerId="LiveId" clId="{4DEEB11C-6F4E-434B-9DEA-240AA84EFB01}" dt="2026-05-26T05:34:39.631" v="804" actId="478"/>
          <ac:spMkLst>
            <pc:docMk/>
            <pc:sldMk cId="0" sldId="280"/>
            <ac:spMk id="7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1:47.393" v="518" actId="208"/>
          <ac:spMkLst>
            <pc:docMk/>
            <pc:sldMk cId="0" sldId="280"/>
            <ac:spMk id="8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33:46.981" v="799" actId="1035"/>
          <ac:spMkLst>
            <pc:docMk/>
            <pc:sldMk cId="0" sldId="280"/>
            <ac:spMk id="9" creationId="{00000000-0000-0000-0000-000000000000}"/>
          </ac:spMkLst>
        </pc:spChg>
        <pc:spChg chg="mod">
          <ac:chgData name="JAEYEON KIM" userId="5fd88c3b828d6b87" providerId="LiveId" clId="{4DEEB11C-6F4E-434B-9DEA-240AA84EFB01}" dt="2026-05-26T07:35:53.087" v="1428" actId="13822"/>
          <ac:spMkLst>
            <pc:docMk/>
            <pc:sldMk cId="0" sldId="280"/>
            <ac:spMk id="10" creationId="{00000000-0000-0000-0000-000000000000}"/>
          </ac:spMkLst>
        </pc:spChg>
        <pc:spChg chg="mod">
          <ac:chgData name="JAEYEON KIM" userId="5fd88c3b828d6b87" providerId="LiveId" clId="{4DEEB11C-6F4E-434B-9DEA-240AA84EFB01}" dt="2026-05-26T07:35:53.087" v="1428" actId="13822"/>
          <ac:spMkLst>
            <pc:docMk/>
            <pc:sldMk cId="0" sldId="280"/>
            <ac:spMk id="12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1:14.487" v="513" actId="207"/>
          <ac:spMkLst>
            <pc:docMk/>
            <pc:sldMk cId="0" sldId="280"/>
            <ac:spMk id="13" creationId="{00000000-0000-0000-0000-000000000000}"/>
          </ac:spMkLst>
        </pc:spChg>
        <pc:spChg chg="mod">
          <ac:chgData name="JAEYEON KIM" userId="5fd88c3b828d6b87" providerId="LiveId" clId="{4DEEB11C-6F4E-434B-9DEA-240AA84EFB01}" dt="2026-05-26T07:35:53.087" v="1428" actId="13822"/>
          <ac:spMkLst>
            <pc:docMk/>
            <pc:sldMk cId="0" sldId="280"/>
            <ac:spMk id="14" creationId="{00000000-0000-0000-0000-000000000000}"/>
          </ac:spMkLst>
        </pc:spChg>
        <pc:spChg chg="mod">
          <ac:chgData name="JAEYEON KIM" userId="5fd88c3b828d6b87" providerId="LiveId" clId="{4DEEB11C-6F4E-434B-9DEA-240AA84EFB01}" dt="2026-05-26T07:35:53.087" v="1428" actId="13822"/>
          <ac:spMkLst>
            <pc:docMk/>
            <pc:sldMk cId="0" sldId="280"/>
            <ac:spMk id="16" creationId="{00000000-0000-0000-0000-000000000000}"/>
          </ac:spMkLst>
        </pc:spChg>
        <pc:spChg chg="mod">
          <ac:chgData name="JAEYEON KIM" userId="5fd88c3b828d6b87" providerId="LiveId" clId="{4DEEB11C-6F4E-434B-9DEA-240AA84EFB01}" dt="2026-05-26T07:35:53.087" v="1428" actId="13822"/>
          <ac:spMkLst>
            <pc:docMk/>
            <pc:sldMk cId="0" sldId="280"/>
            <ac:spMk id="18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0:52.975" v="510" actId="207"/>
          <ac:spMkLst>
            <pc:docMk/>
            <pc:sldMk cId="0" sldId="280"/>
            <ac:spMk id="19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7:29.768" v="567" actId="164"/>
          <ac:spMkLst>
            <pc:docMk/>
            <pc:sldMk cId="0" sldId="280"/>
            <ac:spMk id="20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7:29.768" v="567" actId="164"/>
          <ac:spMkLst>
            <pc:docMk/>
            <pc:sldMk cId="0" sldId="280"/>
            <ac:spMk id="22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7:29.768" v="567" actId="164"/>
          <ac:spMkLst>
            <pc:docMk/>
            <pc:sldMk cId="0" sldId="280"/>
            <ac:spMk id="24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33:04.630" v="789" actId="2711"/>
          <ac:spMkLst>
            <pc:docMk/>
            <pc:sldMk cId="0" sldId="280"/>
            <ac:spMk id="25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7:29.768" v="567" actId="164"/>
          <ac:spMkLst>
            <pc:docMk/>
            <pc:sldMk cId="0" sldId="280"/>
            <ac:spMk id="26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7:29.768" v="567" actId="164"/>
          <ac:spMkLst>
            <pc:docMk/>
            <pc:sldMk cId="0" sldId="280"/>
            <ac:spMk id="28" creationId="{00000000-0000-0000-0000-000000000000}"/>
          </ac:spMkLst>
        </pc:spChg>
        <pc:spChg chg="del mod">
          <ac:chgData name="JAEYEON KIM" userId="5fd88c3b828d6b87" providerId="LiveId" clId="{4DEEB11C-6F4E-434B-9DEA-240AA84EFB01}" dt="2026-05-26T05:15:03.133" v="553" actId="478"/>
          <ac:spMkLst>
            <pc:docMk/>
            <pc:sldMk cId="0" sldId="280"/>
            <ac:spMk id="29" creationId="{00000000-0000-0000-0000-000000000000}"/>
          </ac:spMkLst>
        </pc:spChg>
        <pc:spChg chg="mod">
          <ac:chgData name="JAEYEON KIM" userId="5fd88c3b828d6b87" providerId="LiveId" clId="{4DEEB11C-6F4E-434B-9DEA-240AA84EFB01}" dt="2026-05-26T07:36:20.081" v="1430" actId="207"/>
          <ac:spMkLst>
            <pc:docMk/>
            <pc:sldMk cId="0" sldId="280"/>
            <ac:spMk id="30" creationId="{00000000-0000-0000-0000-000000000000}"/>
          </ac:spMkLst>
        </pc:spChg>
        <pc:spChg chg="mod">
          <ac:chgData name="JAEYEON KIM" userId="5fd88c3b828d6b87" providerId="LiveId" clId="{4DEEB11C-6F4E-434B-9DEA-240AA84EFB01}" dt="2026-05-26T07:36:12.893" v="1429" actId="207"/>
          <ac:spMkLst>
            <pc:docMk/>
            <pc:sldMk cId="0" sldId="280"/>
            <ac:spMk id="31" creationId="{00000000-0000-0000-0000-000000000000}"/>
          </ac:spMkLst>
        </pc:spChg>
        <pc:spChg chg="del mod">
          <ac:chgData name="JAEYEON KIM" userId="5fd88c3b828d6b87" providerId="LiveId" clId="{4DEEB11C-6F4E-434B-9DEA-240AA84EFB01}" dt="2026-05-26T05:23:33.457" v="647" actId="478"/>
          <ac:spMkLst>
            <pc:docMk/>
            <pc:sldMk cId="0" sldId="280"/>
            <ac:spMk id="32" creationId="{00000000-0000-0000-0000-000000000000}"/>
          </ac:spMkLst>
        </pc:spChg>
        <pc:spChg chg="del mod">
          <ac:chgData name="JAEYEON KIM" userId="5fd88c3b828d6b87" providerId="LiveId" clId="{4DEEB11C-6F4E-434B-9DEA-240AA84EFB01}" dt="2026-05-26T05:23:36.798" v="650" actId="478"/>
          <ac:spMkLst>
            <pc:docMk/>
            <pc:sldMk cId="0" sldId="280"/>
            <ac:spMk id="33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35.157" v="648" actId="478"/>
          <ac:spMkLst>
            <pc:docMk/>
            <pc:sldMk cId="0" sldId="280"/>
            <ac:spMk id="34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38.396" v="651" actId="478"/>
          <ac:spMkLst>
            <pc:docMk/>
            <pc:sldMk cId="0" sldId="280"/>
            <ac:spMk id="35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8:37.485" v="569" actId="164"/>
          <ac:spMkLst>
            <pc:docMk/>
            <pc:sldMk cId="0" sldId="280"/>
            <ac:spMk id="36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25:29.898" v="674" actId="1076"/>
          <ac:spMkLst>
            <pc:docMk/>
            <pc:sldMk cId="0" sldId="280"/>
            <ac:spMk id="37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21:39.391" v="619" actId="1076"/>
          <ac:spMkLst>
            <pc:docMk/>
            <pc:sldMk cId="0" sldId="280"/>
            <ac:spMk id="38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25:43.324" v="676" actId="1076"/>
          <ac:spMkLst>
            <pc:docMk/>
            <pc:sldMk cId="0" sldId="280"/>
            <ac:spMk id="39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26.779" v="646" actId="478"/>
          <ac:spMkLst>
            <pc:docMk/>
            <pc:sldMk cId="0" sldId="280"/>
            <ac:spMk id="41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8:37.485" v="569" actId="164"/>
          <ac:spMkLst>
            <pc:docMk/>
            <pc:sldMk cId="0" sldId="280"/>
            <ac:spMk id="44" creationId="{00000000-0000-0000-0000-000000000000}"/>
          </ac:spMkLst>
        </pc:spChg>
        <pc:spChg chg="del mod">
          <ac:chgData name="JAEYEON KIM" userId="5fd88c3b828d6b87" providerId="LiveId" clId="{4DEEB11C-6F4E-434B-9DEA-240AA84EFB01}" dt="2026-05-26T05:22:30.677" v="622" actId="478"/>
          <ac:spMkLst>
            <pc:docMk/>
            <pc:sldMk cId="0" sldId="280"/>
            <ac:spMk id="45" creationId="{00000000-0000-0000-0000-000000000000}"/>
          </ac:spMkLst>
        </pc:spChg>
        <pc:spChg chg="del mod">
          <ac:chgData name="JAEYEON KIM" userId="5fd88c3b828d6b87" providerId="LiveId" clId="{4DEEB11C-6F4E-434B-9DEA-240AA84EFB01}" dt="2026-05-26T05:22:33.768" v="624" actId="478"/>
          <ac:spMkLst>
            <pc:docMk/>
            <pc:sldMk cId="0" sldId="280"/>
            <ac:spMk id="46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2:35.850" v="625" actId="478"/>
          <ac:spMkLst>
            <pc:docMk/>
            <pc:sldMk cId="0" sldId="280"/>
            <ac:spMk id="47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3:50.036" v="535" actId="207"/>
          <ac:spMkLst>
            <pc:docMk/>
            <pc:sldMk cId="0" sldId="280"/>
            <ac:spMk id="48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2:38.831" v="527" actId="207"/>
          <ac:spMkLst>
            <pc:docMk/>
            <pc:sldMk cId="0" sldId="280"/>
            <ac:spMk id="49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26.779" v="646" actId="478"/>
          <ac:spMkLst>
            <pc:docMk/>
            <pc:sldMk cId="0" sldId="280"/>
            <ac:spMk id="50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8:37.485" v="569" actId="164"/>
          <ac:spMkLst>
            <pc:docMk/>
            <pc:sldMk cId="0" sldId="280"/>
            <ac:spMk id="52" creationId="{00000000-0000-0000-0000-000000000000}"/>
          </ac:spMkLst>
        </pc:spChg>
        <pc:spChg chg="del mod">
          <ac:chgData name="JAEYEON KIM" userId="5fd88c3b828d6b87" providerId="LiveId" clId="{4DEEB11C-6F4E-434B-9DEA-240AA84EFB01}" dt="2026-05-26T05:22:48.565" v="627" actId="478"/>
          <ac:spMkLst>
            <pc:docMk/>
            <pc:sldMk cId="0" sldId="280"/>
            <ac:spMk id="53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03.680" v="638" actId="478"/>
          <ac:spMkLst>
            <pc:docMk/>
            <pc:sldMk cId="0" sldId="280"/>
            <ac:spMk id="54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04.648" v="639" actId="478"/>
          <ac:spMkLst>
            <pc:docMk/>
            <pc:sldMk cId="0" sldId="280"/>
            <ac:spMk id="55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26.779" v="646" actId="478"/>
          <ac:spMkLst>
            <pc:docMk/>
            <pc:sldMk cId="0" sldId="280"/>
            <ac:spMk id="59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8:37.485" v="569" actId="164"/>
          <ac:spMkLst>
            <pc:docMk/>
            <pc:sldMk cId="0" sldId="280"/>
            <ac:spMk id="60" creationId="{00000000-0000-0000-0000-000000000000}"/>
          </ac:spMkLst>
        </pc:spChg>
        <pc:spChg chg="del mod">
          <ac:chgData name="JAEYEON KIM" userId="5fd88c3b828d6b87" providerId="LiveId" clId="{4DEEB11C-6F4E-434B-9DEA-240AA84EFB01}" dt="2026-05-26T05:22:50.035" v="628" actId="478"/>
          <ac:spMkLst>
            <pc:docMk/>
            <pc:sldMk cId="0" sldId="280"/>
            <ac:spMk id="61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02.385" v="637" actId="478"/>
          <ac:spMkLst>
            <pc:docMk/>
            <pc:sldMk cId="0" sldId="280"/>
            <ac:spMk id="62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06.539" v="640" actId="478"/>
          <ac:spMkLst>
            <pc:docMk/>
            <pc:sldMk cId="0" sldId="280"/>
            <ac:spMk id="63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3:50.036" v="535" actId="207"/>
          <ac:spMkLst>
            <pc:docMk/>
            <pc:sldMk cId="0" sldId="280"/>
            <ac:spMk id="64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2:38.831" v="527" actId="207"/>
          <ac:spMkLst>
            <pc:docMk/>
            <pc:sldMk cId="0" sldId="280"/>
            <ac:spMk id="65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8:37.485" v="569" actId="164"/>
          <ac:spMkLst>
            <pc:docMk/>
            <pc:sldMk cId="0" sldId="280"/>
            <ac:spMk id="68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2:52.769" v="629" actId="478"/>
          <ac:spMkLst>
            <pc:docMk/>
            <pc:sldMk cId="0" sldId="280"/>
            <ac:spMk id="69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00.748" v="636" actId="478"/>
          <ac:spMkLst>
            <pc:docMk/>
            <pc:sldMk cId="0" sldId="280"/>
            <ac:spMk id="70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11.133" v="642" actId="478"/>
          <ac:spMkLst>
            <pc:docMk/>
            <pc:sldMk cId="0" sldId="280"/>
            <ac:spMk id="71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2:38.831" v="527" actId="207"/>
          <ac:spMkLst>
            <pc:docMk/>
            <pc:sldMk cId="0" sldId="280"/>
            <ac:spMk id="73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26.779" v="646" actId="478"/>
          <ac:spMkLst>
            <pc:docMk/>
            <pc:sldMk cId="0" sldId="280"/>
            <ac:spMk id="74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26.779" v="646" actId="478"/>
          <ac:spMkLst>
            <pc:docMk/>
            <pc:sldMk cId="0" sldId="280"/>
            <ac:spMk id="75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8:37.485" v="569" actId="164"/>
          <ac:spMkLst>
            <pc:docMk/>
            <pc:sldMk cId="0" sldId="280"/>
            <ac:spMk id="76" creationId="{00000000-0000-0000-0000-000000000000}"/>
          </ac:spMkLst>
        </pc:spChg>
        <pc:spChg chg="del mod">
          <ac:chgData name="JAEYEON KIM" userId="5fd88c3b828d6b87" providerId="LiveId" clId="{4DEEB11C-6F4E-434B-9DEA-240AA84EFB01}" dt="2026-05-26T05:22:54.041" v="630" actId="478"/>
          <ac:spMkLst>
            <pc:docMk/>
            <pc:sldMk cId="0" sldId="280"/>
            <ac:spMk id="77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2:59.180" v="635" actId="478"/>
          <ac:spMkLst>
            <pc:docMk/>
            <pc:sldMk cId="0" sldId="280"/>
            <ac:spMk id="78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12.663" v="643" actId="478"/>
          <ac:spMkLst>
            <pc:docMk/>
            <pc:sldMk cId="0" sldId="280"/>
            <ac:spMk id="79" creationId="{00000000-0000-0000-0000-000000000000}"/>
          </ac:spMkLst>
        </pc:spChg>
        <pc:spChg chg="del mod">
          <ac:chgData name="JAEYEON KIM" userId="5fd88c3b828d6b87" providerId="LiveId" clId="{4DEEB11C-6F4E-434B-9DEA-240AA84EFB01}" dt="2026-05-26T05:23:26.779" v="646" actId="478"/>
          <ac:spMkLst>
            <pc:docMk/>
            <pc:sldMk cId="0" sldId="280"/>
            <ac:spMk id="80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2:38.831" v="527" actId="207"/>
          <ac:spMkLst>
            <pc:docMk/>
            <pc:sldMk cId="0" sldId="280"/>
            <ac:spMk id="81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26.779" v="646" actId="478"/>
          <ac:spMkLst>
            <pc:docMk/>
            <pc:sldMk cId="0" sldId="280"/>
            <ac:spMk id="82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26.779" v="646" actId="478"/>
          <ac:spMkLst>
            <pc:docMk/>
            <pc:sldMk cId="0" sldId="280"/>
            <ac:spMk id="83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8:37.485" v="569" actId="164"/>
          <ac:spMkLst>
            <pc:docMk/>
            <pc:sldMk cId="0" sldId="280"/>
            <ac:spMk id="84" creationId="{00000000-0000-0000-0000-000000000000}"/>
          </ac:spMkLst>
        </pc:spChg>
        <pc:spChg chg="del mod">
          <ac:chgData name="JAEYEON KIM" userId="5fd88c3b828d6b87" providerId="LiveId" clId="{4DEEB11C-6F4E-434B-9DEA-240AA84EFB01}" dt="2026-05-26T05:22:54.844" v="631" actId="478"/>
          <ac:spMkLst>
            <pc:docMk/>
            <pc:sldMk cId="0" sldId="280"/>
            <ac:spMk id="85" creationId="{00000000-0000-0000-0000-000000000000}"/>
          </ac:spMkLst>
        </pc:spChg>
        <pc:spChg chg="del mod">
          <ac:chgData name="JAEYEON KIM" userId="5fd88c3b828d6b87" providerId="LiveId" clId="{4DEEB11C-6F4E-434B-9DEA-240AA84EFB01}" dt="2026-05-26T05:22:58.060" v="634" actId="478"/>
          <ac:spMkLst>
            <pc:docMk/>
            <pc:sldMk cId="0" sldId="280"/>
            <ac:spMk id="86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15.382" v="644" actId="478"/>
          <ac:spMkLst>
            <pc:docMk/>
            <pc:sldMk cId="0" sldId="280"/>
            <ac:spMk id="87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26.779" v="646" actId="478"/>
          <ac:spMkLst>
            <pc:docMk/>
            <pc:sldMk cId="0" sldId="280"/>
            <ac:spMk id="88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26.779" v="646" actId="478"/>
          <ac:spMkLst>
            <pc:docMk/>
            <pc:sldMk cId="0" sldId="280"/>
            <ac:spMk id="91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18:37.485" v="569" actId="164"/>
          <ac:spMkLst>
            <pc:docMk/>
            <pc:sldMk cId="0" sldId="280"/>
            <ac:spMk id="92" creationId="{00000000-0000-0000-0000-000000000000}"/>
          </ac:spMkLst>
        </pc:spChg>
        <pc:spChg chg="del mod">
          <ac:chgData name="JAEYEON KIM" userId="5fd88c3b828d6b87" providerId="LiveId" clId="{4DEEB11C-6F4E-434B-9DEA-240AA84EFB01}" dt="2026-05-26T05:22:55.593" v="632" actId="478"/>
          <ac:spMkLst>
            <pc:docMk/>
            <pc:sldMk cId="0" sldId="280"/>
            <ac:spMk id="93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08.388" v="641" actId="478"/>
          <ac:spMkLst>
            <pc:docMk/>
            <pc:sldMk cId="0" sldId="280"/>
            <ac:spMk id="94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23:17.509" v="645" actId="478"/>
          <ac:spMkLst>
            <pc:docMk/>
            <pc:sldMk cId="0" sldId="280"/>
            <ac:spMk id="95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25:35.013" v="675" actId="1076"/>
          <ac:spMkLst>
            <pc:docMk/>
            <pc:sldMk cId="0" sldId="280"/>
            <ac:spMk id="100" creationId="{A603E701-C82F-B5AE-5785-8B5C677E643E}"/>
          </ac:spMkLst>
        </pc:spChg>
        <pc:spChg chg="mod">
          <ac:chgData name="JAEYEON KIM" userId="5fd88c3b828d6b87" providerId="LiveId" clId="{4DEEB11C-6F4E-434B-9DEA-240AA84EFB01}" dt="2026-05-26T05:22:25.168" v="620"/>
          <ac:spMkLst>
            <pc:docMk/>
            <pc:sldMk cId="0" sldId="280"/>
            <ac:spMk id="101" creationId="{F9539184-CD30-A909-7686-A1BE7A416FBC}"/>
          </ac:spMkLst>
        </pc:spChg>
        <pc:spChg chg="mod">
          <ac:chgData name="JAEYEON KIM" userId="5fd88c3b828d6b87" providerId="LiveId" clId="{4DEEB11C-6F4E-434B-9DEA-240AA84EFB01}" dt="2026-05-26T05:25:57.095" v="678" actId="1076"/>
          <ac:spMkLst>
            <pc:docMk/>
            <pc:sldMk cId="0" sldId="280"/>
            <ac:spMk id="102" creationId="{AE476A07-F099-EDBC-A356-CC6C3C638B8C}"/>
          </ac:spMkLst>
        </pc:spChg>
        <pc:spChg chg="mod">
          <ac:chgData name="JAEYEON KIM" userId="5fd88c3b828d6b87" providerId="LiveId" clId="{4DEEB11C-6F4E-434B-9DEA-240AA84EFB01}" dt="2026-05-26T05:23:47.955" v="652"/>
          <ac:spMkLst>
            <pc:docMk/>
            <pc:sldMk cId="0" sldId="280"/>
            <ac:spMk id="105" creationId="{E9AE364B-3C64-7C17-55AF-50E474B209B2}"/>
          </ac:spMkLst>
        </pc:spChg>
        <pc:spChg chg="mod">
          <ac:chgData name="JAEYEON KIM" userId="5fd88c3b828d6b87" providerId="LiveId" clId="{4DEEB11C-6F4E-434B-9DEA-240AA84EFB01}" dt="2026-05-26T05:23:47.955" v="652"/>
          <ac:spMkLst>
            <pc:docMk/>
            <pc:sldMk cId="0" sldId="280"/>
            <ac:spMk id="106" creationId="{CC9145AA-0DCC-2A7A-F9A5-451D0E350AFC}"/>
          </ac:spMkLst>
        </pc:spChg>
        <pc:spChg chg="mod">
          <ac:chgData name="JAEYEON KIM" userId="5fd88c3b828d6b87" providerId="LiveId" clId="{4DEEB11C-6F4E-434B-9DEA-240AA84EFB01}" dt="2026-05-26T05:23:47.955" v="652"/>
          <ac:spMkLst>
            <pc:docMk/>
            <pc:sldMk cId="0" sldId="280"/>
            <ac:spMk id="107" creationId="{B146ED05-6D5A-7F91-3B13-B63CBB189942}"/>
          </ac:spMkLst>
        </pc:spChg>
        <pc:spChg chg="mod">
          <ac:chgData name="JAEYEON KIM" userId="5fd88c3b828d6b87" providerId="LiveId" clId="{4DEEB11C-6F4E-434B-9DEA-240AA84EFB01}" dt="2026-05-26T05:23:47.955" v="652"/>
          <ac:spMkLst>
            <pc:docMk/>
            <pc:sldMk cId="0" sldId="280"/>
            <ac:spMk id="109" creationId="{6047B132-627C-0778-EFE7-6509BB4AEBAD}"/>
          </ac:spMkLst>
        </pc:spChg>
        <pc:spChg chg="mod">
          <ac:chgData name="JAEYEON KIM" userId="5fd88c3b828d6b87" providerId="LiveId" clId="{4DEEB11C-6F4E-434B-9DEA-240AA84EFB01}" dt="2026-05-26T05:23:47.955" v="652"/>
          <ac:spMkLst>
            <pc:docMk/>
            <pc:sldMk cId="0" sldId="280"/>
            <ac:spMk id="110" creationId="{8B62FEB8-92F2-4B1C-5095-EAAA3CF24816}"/>
          </ac:spMkLst>
        </pc:spChg>
        <pc:spChg chg="mod">
          <ac:chgData name="JAEYEON KIM" userId="5fd88c3b828d6b87" providerId="LiveId" clId="{4DEEB11C-6F4E-434B-9DEA-240AA84EFB01}" dt="2026-05-26T05:23:47.955" v="652"/>
          <ac:spMkLst>
            <pc:docMk/>
            <pc:sldMk cId="0" sldId="280"/>
            <ac:spMk id="113" creationId="{9BEE9FAE-79F6-56DF-2ADB-6122B5419463}"/>
          </ac:spMkLst>
        </pc:spChg>
        <pc:spChg chg="mod">
          <ac:chgData name="JAEYEON KIM" userId="5fd88c3b828d6b87" providerId="LiveId" clId="{4DEEB11C-6F4E-434B-9DEA-240AA84EFB01}" dt="2026-05-26T05:23:47.955" v="652"/>
          <ac:spMkLst>
            <pc:docMk/>
            <pc:sldMk cId="0" sldId="280"/>
            <ac:spMk id="114" creationId="{A09CBDAD-E178-C828-8B7C-15DF8D05F8F5}"/>
          </ac:spMkLst>
        </pc:spChg>
        <pc:spChg chg="mod">
          <ac:chgData name="JAEYEON KIM" userId="5fd88c3b828d6b87" providerId="LiveId" clId="{4DEEB11C-6F4E-434B-9DEA-240AA84EFB01}" dt="2026-05-26T05:23:47.955" v="652"/>
          <ac:spMkLst>
            <pc:docMk/>
            <pc:sldMk cId="0" sldId="280"/>
            <ac:spMk id="115" creationId="{3A6462D6-876B-D8F5-D325-3312A93B1F77}"/>
          </ac:spMkLst>
        </pc:spChg>
        <pc:spChg chg="mod">
          <ac:chgData name="JAEYEON KIM" userId="5fd88c3b828d6b87" providerId="LiveId" clId="{4DEEB11C-6F4E-434B-9DEA-240AA84EFB01}" dt="2026-05-26T05:23:47.955" v="652"/>
          <ac:spMkLst>
            <pc:docMk/>
            <pc:sldMk cId="0" sldId="280"/>
            <ac:spMk id="118" creationId="{774E1574-2373-988E-5B28-54F5FCF91A52}"/>
          </ac:spMkLst>
        </pc:spChg>
        <pc:spChg chg="mod">
          <ac:chgData name="JAEYEON KIM" userId="5fd88c3b828d6b87" providerId="LiveId" clId="{4DEEB11C-6F4E-434B-9DEA-240AA84EFB01}" dt="2026-05-26T05:23:47.955" v="652"/>
          <ac:spMkLst>
            <pc:docMk/>
            <pc:sldMk cId="0" sldId="280"/>
            <ac:spMk id="119" creationId="{580525E7-CE20-9E60-9FE9-B147D4BA3D1D}"/>
          </ac:spMkLst>
        </pc:spChg>
        <pc:spChg chg="mod">
          <ac:chgData name="JAEYEON KIM" userId="5fd88c3b828d6b87" providerId="LiveId" clId="{4DEEB11C-6F4E-434B-9DEA-240AA84EFB01}" dt="2026-05-26T05:30:58.105" v="730" actId="20577"/>
          <ac:spMkLst>
            <pc:docMk/>
            <pc:sldMk cId="0" sldId="280"/>
            <ac:spMk id="121" creationId="{031C87AF-CA78-2BDF-39A8-23D321CCB4F3}"/>
          </ac:spMkLst>
        </pc:spChg>
        <pc:spChg chg="mod">
          <ac:chgData name="JAEYEON KIM" userId="5fd88c3b828d6b87" providerId="LiveId" clId="{4DEEB11C-6F4E-434B-9DEA-240AA84EFB01}" dt="2026-05-26T05:26:10.809" v="680"/>
          <ac:spMkLst>
            <pc:docMk/>
            <pc:sldMk cId="0" sldId="280"/>
            <ac:spMk id="122" creationId="{1DE44D2F-5364-9C60-9100-D7C5CC64E280}"/>
          </ac:spMkLst>
        </pc:spChg>
        <pc:spChg chg="mod">
          <ac:chgData name="JAEYEON KIM" userId="5fd88c3b828d6b87" providerId="LiveId" clId="{4DEEB11C-6F4E-434B-9DEA-240AA84EFB01}" dt="2026-05-26T05:26:10.809" v="680"/>
          <ac:spMkLst>
            <pc:docMk/>
            <pc:sldMk cId="0" sldId="280"/>
            <ac:spMk id="123" creationId="{BB6AF74F-B069-3278-DC58-BEF6B98D0B5C}"/>
          </ac:spMkLst>
        </pc:spChg>
        <pc:spChg chg="mod">
          <ac:chgData name="JAEYEON KIM" userId="5fd88c3b828d6b87" providerId="LiveId" clId="{4DEEB11C-6F4E-434B-9DEA-240AA84EFB01}" dt="2026-05-26T05:31:00.992" v="732" actId="20577"/>
          <ac:spMkLst>
            <pc:docMk/>
            <pc:sldMk cId="0" sldId="280"/>
            <ac:spMk id="125" creationId="{24ACEC9F-B43B-B6D1-D7FE-332583E0A09D}"/>
          </ac:spMkLst>
        </pc:spChg>
        <pc:spChg chg="mod">
          <ac:chgData name="JAEYEON KIM" userId="5fd88c3b828d6b87" providerId="LiveId" clId="{4DEEB11C-6F4E-434B-9DEA-240AA84EFB01}" dt="2026-05-26T05:27:23.605" v="689"/>
          <ac:spMkLst>
            <pc:docMk/>
            <pc:sldMk cId="0" sldId="280"/>
            <ac:spMk id="126" creationId="{0D44B560-837F-96D9-9601-8529E0EAFD42}"/>
          </ac:spMkLst>
        </pc:spChg>
        <pc:spChg chg="mod">
          <ac:chgData name="JAEYEON KIM" userId="5fd88c3b828d6b87" providerId="LiveId" clId="{4DEEB11C-6F4E-434B-9DEA-240AA84EFB01}" dt="2026-05-26T05:27:23.605" v="689"/>
          <ac:spMkLst>
            <pc:docMk/>
            <pc:sldMk cId="0" sldId="280"/>
            <ac:spMk id="127" creationId="{E35DF528-750F-A5B0-3D48-2E6177BE0A58}"/>
          </ac:spMkLst>
        </pc:spChg>
        <pc:spChg chg="mod">
          <ac:chgData name="JAEYEON KIM" userId="5fd88c3b828d6b87" providerId="LiveId" clId="{4DEEB11C-6F4E-434B-9DEA-240AA84EFB01}" dt="2026-05-26T05:28:43.202" v="699"/>
          <ac:spMkLst>
            <pc:docMk/>
            <pc:sldMk cId="0" sldId="280"/>
            <ac:spMk id="129" creationId="{E71CBB1D-7FB8-D6C3-87F3-2E97003B42E4}"/>
          </ac:spMkLst>
        </pc:spChg>
        <pc:spChg chg="mod">
          <ac:chgData name="JAEYEON KIM" userId="5fd88c3b828d6b87" providerId="LiveId" clId="{4DEEB11C-6F4E-434B-9DEA-240AA84EFB01}" dt="2026-05-26T05:28:43.202" v="699"/>
          <ac:spMkLst>
            <pc:docMk/>
            <pc:sldMk cId="0" sldId="280"/>
            <ac:spMk id="130" creationId="{769A5865-1988-8640-1E54-02AA5EEE5AD8}"/>
          </ac:spMkLst>
        </pc:spChg>
        <pc:spChg chg="mod">
          <ac:chgData name="JAEYEON KIM" userId="5fd88c3b828d6b87" providerId="LiveId" clId="{4DEEB11C-6F4E-434B-9DEA-240AA84EFB01}" dt="2026-05-26T05:28:43.202" v="699"/>
          <ac:spMkLst>
            <pc:docMk/>
            <pc:sldMk cId="0" sldId="280"/>
            <ac:spMk id="131" creationId="{F93BBA2F-640C-9F10-1446-DE347E17EBEF}"/>
          </ac:spMkLst>
        </pc:spChg>
        <pc:spChg chg="mod">
          <ac:chgData name="JAEYEON KIM" userId="5fd88c3b828d6b87" providerId="LiveId" clId="{4DEEB11C-6F4E-434B-9DEA-240AA84EFB01}" dt="2026-05-26T05:29:31.396" v="708"/>
          <ac:spMkLst>
            <pc:docMk/>
            <pc:sldMk cId="0" sldId="280"/>
            <ac:spMk id="133" creationId="{631A2FE9-CA3B-6C16-4050-2B990220C587}"/>
          </ac:spMkLst>
        </pc:spChg>
        <pc:spChg chg="mod">
          <ac:chgData name="JAEYEON KIM" userId="5fd88c3b828d6b87" providerId="LiveId" clId="{4DEEB11C-6F4E-434B-9DEA-240AA84EFB01}" dt="2026-05-26T05:29:31.396" v="708"/>
          <ac:spMkLst>
            <pc:docMk/>
            <pc:sldMk cId="0" sldId="280"/>
            <ac:spMk id="134" creationId="{D4E5290A-9B92-C95C-2EA2-058DDDE10D1E}"/>
          </ac:spMkLst>
        </pc:spChg>
        <pc:spChg chg="mod">
          <ac:chgData name="JAEYEON KIM" userId="5fd88c3b828d6b87" providerId="LiveId" clId="{4DEEB11C-6F4E-434B-9DEA-240AA84EFB01}" dt="2026-05-26T05:29:31.396" v="708"/>
          <ac:spMkLst>
            <pc:docMk/>
            <pc:sldMk cId="0" sldId="280"/>
            <ac:spMk id="135" creationId="{72F8A5AD-A3B6-628A-8758-0C57E66AB6C6}"/>
          </ac:spMkLst>
        </pc:spChg>
        <pc:spChg chg="mod">
          <ac:chgData name="JAEYEON KIM" userId="5fd88c3b828d6b87" providerId="LiveId" clId="{4DEEB11C-6F4E-434B-9DEA-240AA84EFB01}" dt="2026-05-26T05:31:04.503" v="734" actId="20577"/>
          <ac:spMkLst>
            <pc:docMk/>
            <pc:sldMk cId="0" sldId="280"/>
            <ac:spMk id="137" creationId="{A5E421B8-BEAC-8812-3129-B21E4BB50BE1}"/>
          </ac:spMkLst>
        </pc:spChg>
        <pc:spChg chg="mod">
          <ac:chgData name="JAEYEON KIM" userId="5fd88c3b828d6b87" providerId="LiveId" clId="{4DEEB11C-6F4E-434B-9DEA-240AA84EFB01}" dt="2026-05-26T05:29:37.529" v="709" actId="571"/>
          <ac:spMkLst>
            <pc:docMk/>
            <pc:sldMk cId="0" sldId="280"/>
            <ac:spMk id="138" creationId="{4F531A43-4189-C7BD-2609-C7061D2946CF}"/>
          </ac:spMkLst>
        </pc:spChg>
        <pc:spChg chg="mod">
          <ac:chgData name="JAEYEON KIM" userId="5fd88c3b828d6b87" providerId="LiveId" clId="{4DEEB11C-6F4E-434B-9DEA-240AA84EFB01}" dt="2026-05-26T05:29:37.529" v="709" actId="571"/>
          <ac:spMkLst>
            <pc:docMk/>
            <pc:sldMk cId="0" sldId="280"/>
            <ac:spMk id="139" creationId="{32C19618-33D8-0306-8DBB-451CCBFF8AC1}"/>
          </ac:spMkLst>
        </pc:spChg>
        <pc:spChg chg="mod">
          <ac:chgData name="JAEYEON KIM" userId="5fd88c3b828d6b87" providerId="LiveId" clId="{4DEEB11C-6F4E-434B-9DEA-240AA84EFB01}" dt="2026-05-26T05:31:17.380" v="742" actId="20577"/>
          <ac:spMkLst>
            <pc:docMk/>
            <pc:sldMk cId="0" sldId="280"/>
            <ac:spMk id="141" creationId="{5B58171D-6B73-BF30-2E59-CEBC8DED180F}"/>
          </ac:spMkLst>
        </pc:spChg>
        <pc:spChg chg="mod">
          <ac:chgData name="JAEYEON KIM" userId="5fd88c3b828d6b87" providerId="LiveId" clId="{4DEEB11C-6F4E-434B-9DEA-240AA84EFB01}" dt="2026-05-26T05:29:43.247" v="710" actId="571"/>
          <ac:spMkLst>
            <pc:docMk/>
            <pc:sldMk cId="0" sldId="280"/>
            <ac:spMk id="142" creationId="{CDC5627C-08D8-A751-4081-5634D8E87701}"/>
          </ac:spMkLst>
        </pc:spChg>
        <pc:spChg chg="mod">
          <ac:chgData name="JAEYEON KIM" userId="5fd88c3b828d6b87" providerId="LiveId" clId="{4DEEB11C-6F4E-434B-9DEA-240AA84EFB01}" dt="2026-05-26T05:29:43.247" v="710" actId="571"/>
          <ac:spMkLst>
            <pc:docMk/>
            <pc:sldMk cId="0" sldId="280"/>
            <ac:spMk id="143" creationId="{EA340073-B2D4-8C3A-599F-EA7F9DA5C984}"/>
          </ac:spMkLst>
        </pc:spChg>
        <pc:spChg chg="mod">
          <ac:chgData name="JAEYEON KIM" userId="5fd88c3b828d6b87" providerId="LiveId" clId="{4DEEB11C-6F4E-434B-9DEA-240AA84EFB01}" dt="2026-05-26T05:31:26.838" v="746" actId="20577"/>
          <ac:spMkLst>
            <pc:docMk/>
            <pc:sldMk cId="0" sldId="280"/>
            <ac:spMk id="145" creationId="{F3DA9A38-19E4-7C8F-62E5-BEBB60D659B8}"/>
          </ac:spMkLst>
        </pc:spChg>
        <pc:spChg chg="mod">
          <ac:chgData name="JAEYEON KIM" userId="5fd88c3b828d6b87" providerId="LiveId" clId="{4DEEB11C-6F4E-434B-9DEA-240AA84EFB01}" dt="2026-05-26T05:29:52.442" v="712" actId="571"/>
          <ac:spMkLst>
            <pc:docMk/>
            <pc:sldMk cId="0" sldId="280"/>
            <ac:spMk id="146" creationId="{203E2C1B-517E-C0CD-AC36-C6DB9731FD22}"/>
          </ac:spMkLst>
        </pc:spChg>
        <pc:spChg chg="mod">
          <ac:chgData name="JAEYEON KIM" userId="5fd88c3b828d6b87" providerId="LiveId" clId="{4DEEB11C-6F4E-434B-9DEA-240AA84EFB01}" dt="2026-05-26T05:29:52.442" v="712" actId="571"/>
          <ac:spMkLst>
            <pc:docMk/>
            <pc:sldMk cId="0" sldId="280"/>
            <ac:spMk id="147" creationId="{A82C0E04-940B-0512-D7C8-CA0352A3A6D6}"/>
          </ac:spMkLst>
        </pc:spChg>
        <pc:spChg chg="mod">
          <ac:chgData name="JAEYEON KIM" userId="5fd88c3b828d6b87" providerId="LiveId" clId="{4DEEB11C-6F4E-434B-9DEA-240AA84EFB01}" dt="2026-05-26T05:31:31.704" v="753" actId="20577"/>
          <ac:spMkLst>
            <pc:docMk/>
            <pc:sldMk cId="0" sldId="280"/>
            <ac:spMk id="149" creationId="{87996067-B730-BC6F-3E57-35AD35B8A09A}"/>
          </ac:spMkLst>
        </pc:spChg>
        <pc:spChg chg="mod">
          <ac:chgData name="JAEYEON KIM" userId="5fd88c3b828d6b87" providerId="LiveId" clId="{4DEEB11C-6F4E-434B-9DEA-240AA84EFB01}" dt="2026-05-26T05:29:55.376" v="713" actId="571"/>
          <ac:spMkLst>
            <pc:docMk/>
            <pc:sldMk cId="0" sldId="280"/>
            <ac:spMk id="150" creationId="{AFC28912-3B6E-1BBD-C619-94AA3C9F49FE}"/>
          </ac:spMkLst>
        </pc:spChg>
        <pc:spChg chg="mod">
          <ac:chgData name="JAEYEON KIM" userId="5fd88c3b828d6b87" providerId="LiveId" clId="{4DEEB11C-6F4E-434B-9DEA-240AA84EFB01}" dt="2026-05-26T05:29:55.376" v="713" actId="571"/>
          <ac:spMkLst>
            <pc:docMk/>
            <pc:sldMk cId="0" sldId="280"/>
            <ac:spMk id="151" creationId="{18CE16D2-78FD-1A05-161F-3E58DD71DA5F}"/>
          </ac:spMkLst>
        </pc:spChg>
        <pc:spChg chg="mod">
          <ac:chgData name="JAEYEON KIM" userId="5fd88c3b828d6b87" providerId="LiveId" clId="{4DEEB11C-6F4E-434B-9DEA-240AA84EFB01}" dt="2026-05-26T05:31:36.056" v="756" actId="20577"/>
          <ac:spMkLst>
            <pc:docMk/>
            <pc:sldMk cId="0" sldId="280"/>
            <ac:spMk id="153" creationId="{262E7D3B-26D2-8BE4-44F3-620313C40710}"/>
          </ac:spMkLst>
        </pc:spChg>
        <pc:spChg chg="mod">
          <ac:chgData name="JAEYEON KIM" userId="5fd88c3b828d6b87" providerId="LiveId" clId="{4DEEB11C-6F4E-434B-9DEA-240AA84EFB01}" dt="2026-05-26T05:29:59.664" v="714" actId="571"/>
          <ac:spMkLst>
            <pc:docMk/>
            <pc:sldMk cId="0" sldId="280"/>
            <ac:spMk id="154" creationId="{3632C209-A95D-D3A3-9D1F-7E583947CD02}"/>
          </ac:spMkLst>
        </pc:spChg>
        <pc:spChg chg="mod">
          <ac:chgData name="JAEYEON KIM" userId="5fd88c3b828d6b87" providerId="LiveId" clId="{4DEEB11C-6F4E-434B-9DEA-240AA84EFB01}" dt="2026-05-26T05:29:59.664" v="714" actId="571"/>
          <ac:spMkLst>
            <pc:docMk/>
            <pc:sldMk cId="0" sldId="280"/>
            <ac:spMk id="155" creationId="{A03378A2-78A5-4773-3984-ACCE5AD30222}"/>
          </ac:spMkLst>
        </pc:spChg>
        <pc:spChg chg="mod">
          <ac:chgData name="JAEYEON KIM" userId="5fd88c3b828d6b87" providerId="LiveId" clId="{4DEEB11C-6F4E-434B-9DEA-240AA84EFB01}" dt="2026-05-26T05:31:38.834" v="759" actId="20577"/>
          <ac:spMkLst>
            <pc:docMk/>
            <pc:sldMk cId="0" sldId="280"/>
            <ac:spMk id="157" creationId="{972F6126-55DD-2A51-CDEA-4DF42A7C42D2}"/>
          </ac:spMkLst>
        </pc:spChg>
        <pc:spChg chg="mod">
          <ac:chgData name="JAEYEON KIM" userId="5fd88c3b828d6b87" providerId="LiveId" clId="{4DEEB11C-6F4E-434B-9DEA-240AA84EFB01}" dt="2026-05-26T05:30:03.593" v="715" actId="571"/>
          <ac:spMkLst>
            <pc:docMk/>
            <pc:sldMk cId="0" sldId="280"/>
            <ac:spMk id="158" creationId="{63585FF3-80C8-5D37-E738-2A39687A48CA}"/>
          </ac:spMkLst>
        </pc:spChg>
        <pc:spChg chg="mod">
          <ac:chgData name="JAEYEON KIM" userId="5fd88c3b828d6b87" providerId="LiveId" clId="{4DEEB11C-6F4E-434B-9DEA-240AA84EFB01}" dt="2026-05-26T05:30:03.593" v="715" actId="571"/>
          <ac:spMkLst>
            <pc:docMk/>
            <pc:sldMk cId="0" sldId="280"/>
            <ac:spMk id="159" creationId="{003BFE10-3237-9770-B676-A84298E01F1D}"/>
          </ac:spMkLst>
        </pc:spChg>
        <pc:spChg chg="mod">
          <ac:chgData name="JAEYEON KIM" userId="5fd88c3b828d6b87" providerId="LiveId" clId="{4DEEB11C-6F4E-434B-9DEA-240AA84EFB01}" dt="2026-05-26T05:31:07.630" v="736" actId="20577"/>
          <ac:spMkLst>
            <pc:docMk/>
            <pc:sldMk cId="0" sldId="280"/>
            <ac:spMk id="161" creationId="{0659735F-A77D-1255-D180-E72722BB7EFB}"/>
          </ac:spMkLst>
        </pc:spChg>
        <pc:spChg chg="mod">
          <ac:chgData name="JAEYEON KIM" userId="5fd88c3b828d6b87" providerId="LiveId" clId="{4DEEB11C-6F4E-434B-9DEA-240AA84EFB01}" dt="2026-05-26T05:30:30.543" v="721" actId="571"/>
          <ac:spMkLst>
            <pc:docMk/>
            <pc:sldMk cId="0" sldId="280"/>
            <ac:spMk id="162" creationId="{58F44C7A-752A-8220-12FE-8DBEC06CBB89}"/>
          </ac:spMkLst>
        </pc:spChg>
        <pc:spChg chg="mod">
          <ac:chgData name="JAEYEON KIM" userId="5fd88c3b828d6b87" providerId="LiveId" clId="{4DEEB11C-6F4E-434B-9DEA-240AA84EFB01}" dt="2026-05-26T05:30:30.543" v="721" actId="571"/>
          <ac:spMkLst>
            <pc:docMk/>
            <pc:sldMk cId="0" sldId="280"/>
            <ac:spMk id="163" creationId="{D01C1C7A-D399-FFF3-18DC-5073E1171475}"/>
          </ac:spMkLst>
        </pc:spChg>
        <pc:spChg chg="mod">
          <ac:chgData name="JAEYEON KIM" userId="5fd88c3b828d6b87" providerId="LiveId" clId="{4DEEB11C-6F4E-434B-9DEA-240AA84EFB01}" dt="2026-05-26T05:31:10.880" v="738" actId="20577"/>
          <ac:spMkLst>
            <pc:docMk/>
            <pc:sldMk cId="0" sldId="280"/>
            <ac:spMk id="165" creationId="{83188249-B466-66A6-E42A-701E7390E8A0}"/>
          </ac:spMkLst>
        </pc:spChg>
        <pc:spChg chg="mod">
          <ac:chgData name="JAEYEON KIM" userId="5fd88c3b828d6b87" providerId="LiveId" clId="{4DEEB11C-6F4E-434B-9DEA-240AA84EFB01}" dt="2026-05-26T05:30:36.727" v="722" actId="571"/>
          <ac:spMkLst>
            <pc:docMk/>
            <pc:sldMk cId="0" sldId="280"/>
            <ac:spMk id="166" creationId="{5CC62D46-30AA-EEA8-3792-DED553F7FBB5}"/>
          </ac:spMkLst>
        </pc:spChg>
        <pc:spChg chg="mod">
          <ac:chgData name="JAEYEON KIM" userId="5fd88c3b828d6b87" providerId="LiveId" clId="{4DEEB11C-6F4E-434B-9DEA-240AA84EFB01}" dt="2026-05-26T05:30:36.727" v="722" actId="571"/>
          <ac:spMkLst>
            <pc:docMk/>
            <pc:sldMk cId="0" sldId="280"/>
            <ac:spMk id="167" creationId="{ABD7DC46-FDC1-5066-4B1F-5043A8E2C9B8}"/>
          </ac:spMkLst>
        </pc:spChg>
        <pc:spChg chg="mod">
          <ac:chgData name="JAEYEON KIM" userId="5fd88c3b828d6b87" providerId="LiveId" clId="{4DEEB11C-6F4E-434B-9DEA-240AA84EFB01}" dt="2026-05-26T05:30:39.805" v="724" actId="571"/>
          <ac:spMkLst>
            <pc:docMk/>
            <pc:sldMk cId="0" sldId="280"/>
            <ac:spMk id="169" creationId="{98DB4FF7-9CEC-139E-F021-5B42585B4A97}"/>
          </ac:spMkLst>
        </pc:spChg>
        <pc:spChg chg="mod">
          <ac:chgData name="JAEYEON KIM" userId="5fd88c3b828d6b87" providerId="LiveId" clId="{4DEEB11C-6F4E-434B-9DEA-240AA84EFB01}" dt="2026-05-26T05:30:39.805" v="724" actId="571"/>
          <ac:spMkLst>
            <pc:docMk/>
            <pc:sldMk cId="0" sldId="280"/>
            <ac:spMk id="170" creationId="{8C657158-CD97-6A44-7C67-B8F39ADDA087}"/>
          </ac:spMkLst>
        </pc:spChg>
        <pc:spChg chg="mod">
          <ac:chgData name="JAEYEON KIM" userId="5fd88c3b828d6b87" providerId="LiveId" clId="{4DEEB11C-6F4E-434B-9DEA-240AA84EFB01}" dt="2026-05-26T05:30:39.805" v="724" actId="571"/>
          <ac:spMkLst>
            <pc:docMk/>
            <pc:sldMk cId="0" sldId="280"/>
            <ac:spMk id="171" creationId="{9F3C9A78-66E7-7B1F-BC5F-D405DD80AE02}"/>
          </ac:spMkLst>
        </pc:spChg>
        <pc:spChg chg="mod">
          <ac:chgData name="JAEYEON KIM" userId="5fd88c3b828d6b87" providerId="LiveId" clId="{4DEEB11C-6F4E-434B-9DEA-240AA84EFB01}" dt="2026-05-26T05:30:39.805" v="724" actId="571"/>
          <ac:spMkLst>
            <pc:docMk/>
            <pc:sldMk cId="0" sldId="280"/>
            <ac:spMk id="173" creationId="{EB37DB09-C265-6BA5-0466-0CFD6EA75EE1}"/>
          </ac:spMkLst>
        </pc:spChg>
        <pc:spChg chg="mod">
          <ac:chgData name="JAEYEON KIM" userId="5fd88c3b828d6b87" providerId="LiveId" clId="{4DEEB11C-6F4E-434B-9DEA-240AA84EFB01}" dt="2026-05-26T05:30:39.805" v="724" actId="571"/>
          <ac:spMkLst>
            <pc:docMk/>
            <pc:sldMk cId="0" sldId="280"/>
            <ac:spMk id="174" creationId="{CDF6A574-809A-88B5-2C77-912EBCFD7215}"/>
          </ac:spMkLst>
        </pc:spChg>
        <pc:spChg chg="mod">
          <ac:chgData name="JAEYEON KIM" userId="5fd88c3b828d6b87" providerId="LiveId" clId="{4DEEB11C-6F4E-434B-9DEA-240AA84EFB01}" dt="2026-05-26T05:30:39.805" v="724" actId="571"/>
          <ac:spMkLst>
            <pc:docMk/>
            <pc:sldMk cId="0" sldId="280"/>
            <ac:spMk id="175" creationId="{E34CA7AF-A874-8AFD-FCD4-84C6FC273B29}"/>
          </ac:spMkLst>
        </pc:spChg>
        <pc:spChg chg="mod">
          <ac:chgData name="JAEYEON KIM" userId="5fd88c3b828d6b87" providerId="LiveId" clId="{4DEEB11C-6F4E-434B-9DEA-240AA84EFB01}" dt="2026-05-26T05:30:39.805" v="724" actId="571"/>
          <ac:spMkLst>
            <pc:docMk/>
            <pc:sldMk cId="0" sldId="280"/>
            <ac:spMk id="176" creationId="{21FF0EBE-184A-ADDF-D64F-4963969B1810}"/>
          </ac:spMkLst>
        </pc:spChg>
        <pc:spChg chg="mod">
          <ac:chgData name="JAEYEON KIM" userId="5fd88c3b828d6b87" providerId="LiveId" clId="{4DEEB11C-6F4E-434B-9DEA-240AA84EFB01}" dt="2026-05-26T05:30:39.805" v="724" actId="571"/>
          <ac:spMkLst>
            <pc:docMk/>
            <pc:sldMk cId="0" sldId="280"/>
            <ac:spMk id="178" creationId="{9404EC8D-B8D9-01AD-ECE5-4DAE9C1D2B52}"/>
          </ac:spMkLst>
        </pc:spChg>
        <pc:spChg chg="mod">
          <ac:chgData name="JAEYEON KIM" userId="5fd88c3b828d6b87" providerId="LiveId" clId="{4DEEB11C-6F4E-434B-9DEA-240AA84EFB01}" dt="2026-05-26T05:30:39.805" v="724" actId="571"/>
          <ac:spMkLst>
            <pc:docMk/>
            <pc:sldMk cId="0" sldId="280"/>
            <ac:spMk id="179" creationId="{5062520F-733C-80D6-7423-66E0D5E8D581}"/>
          </ac:spMkLst>
        </pc:spChg>
        <pc:spChg chg="mod">
          <ac:chgData name="JAEYEON KIM" userId="5fd88c3b828d6b87" providerId="LiveId" clId="{4DEEB11C-6F4E-434B-9DEA-240AA84EFB01}" dt="2026-05-26T05:30:39.805" v="724" actId="571"/>
          <ac:spMkLst>
            <pc:docMk/>
            <pc:sldMk cId="0" sldId="280"/>
            <ac:spMk id="180" creationId="{94227CBB-3B5B-336B-EE24-A8CB6EA69BC2}"/>
          </ac:spMkLst>
        </pc:spChg>
        <pc:spChg chg="mod">
          <ac:chgData name="JAEYEON KIM" userId="5fd88c3b828d6b87" providerId="LiveId" clId="{4DEEB11C-6F4E-434B-9DEA-240AA84EFB01}" dt="2026-05-26T05:31:13.638" v="740" actId="20577"/>
          <ac:spMkLst>
            <pc:docMk/>
            <pc:sldMk cId="0" sldId="280"/>
            <ac:spMk id="182" creationId="{2228A1AC-EA63-375E-2FBC-F1D72795EAB8}"/>
          </ac:spMkLst>
        </pc:spChg>
        <pc:spChg chg="mod">
          <ac:chgData name="JAEYEON KIM" userId="5fd88c3b828d6b87" providerId="LiveId" clId="{4DEEB11C-6F4E-434B-9DEA-240AA84EFB01}" dt="2026-05-26T05:30:48.756" v="725" actId="571"/>
          <ac:spMkLst>
            <pc:docMk/>
            <pc:sldMk cId="0" sldId="280"/>
            <ac:spMk id="183" creationId="{2E542952-063B-87A1-F680-0EEB6CCA49EB}"/>
          </ac:spMkLst>
        </pc:spChg>
        <pc:spChg chg="mod">
          <ac:chgData name="JAEYEON KIM" userId="5fd88c3b828d6b87" providerId="LiveId" clId="{4DEEB11C-6F4E-434B-9DEA-240AA84EFB01}" dt="2026-05-26T05:30:48.756" v="725" actId="571"/>
          <ac:spMkLst>
            <pc:docMk/>
            <pc:sldMk cId="0" sldId="280"/>
            <ac:spMk id="184" creationId="{F2AB9745-1DEF-5A07-9EE4-3C108896301E}"/>
          </ac:spMkLst>
        </pc:spChg>
        <pc:spChg chg="mod">
          <ac:chgData name="JAEYEON KIM" userId="5fd88c3b828d6b87" providerId="LiveId" clId="{4DEEB11C-6F4E-434B-9DEA-240AA84EFB01}" dt="2026-05-26T05:32:06.298" v="765" actId="20577"/>
          <ac:spMkLst>
            <pc:docMk/>
            <pc:sldMk cId="0" sldId="280"/>
            <ac:spMk id="186" creationId="{7EB01A2A-FF34-A30E-6338-A7BAD6EB5685}"/>
          </ac:spMkLst>
        </pc:spChg>
        <pc:spChg chg="mod">
          <ac:chgData name="JAEYEON KIM" userId="5fd88c3b828d6b87" providerId="LiveId" clId="{4DEEB11C-6F4E-434B-9DEA-240AA84EFB01}" dt="2026-05-26T05:31:57.957" v="760" actId="571"/>
          <ac:spMkLst>
            <pc:docMk/>
            <pc:sldMk cId="0" sldId="280"/>
            <ac:spMk id="187" creationId="{5EF4BFAF-1ADD-9A8C-E1FF-A800ADF96904}"/>
          </ac:spMkLst>
        </pc:spChg>
        <pc:spChg chg="mod">
          <ac:chgData name="JAEYEON KIM" userId="5fd88c3b828d6b87" providerId="LiveId" clId="{4DEEB11C-6F4E-434B-9DEA-240AA84EFB01}" dt="2026-05-26T05:31:57.957" v="760" actId="571"/>
          <ac:spMkLst>
            <pc:docMk/>
            <pc:sldMk cId="0" sldId="280"/>
            <ac:spMk id="188" creationId="{61C39C59-0C8D-466F-5F41-C9C61BBCE086}"/>
          </ac:spMkLst>
        </pc:spChg>
        <pc:spChg chg="mod">
          <ac:chgData name="JAEYEON KIM" userId="5fd88c3b828d6b87" providerId="LiveId" clId="{4DEEB11C-6F4E-434B-9DEA-240AA84EFB01}" dt="2026-05-26T05:32:30.837" v="770" actId="20577"/>
          <ac:spMkLst>
            <pc:docMk/>
            <pc:sldMk cId="0" sldId="280"/>
            <ac:spMk id="190" creationId="{5FC406CB-AF3D-7E7E-E5E5-C92F48550B19}"/>
          </ac:spMkLst>
        </pc:spChg>
        <pc:spChg chg="mod">
          <ac:chgData name="JAEYEON KIM" userId="5fd88c3b828d6b87" providerId="LiveId" clId="{4DEEB11C-6F4E-434B-9DEA-240AA84EFB01}" dt="2026-05-26T05:32:13.419" v="766" actId="571"/>
          <ac:spMkLst>
            <pc:docMk/>
            <pc:sldMk cId="0" sldId="280"/>
            <ac:spMk id="191" creationId="{7EB1162A-AC39-43CE-D07E-4D2A4236104E}"/>
          </ac:spMkLst>
        </pc:spChg>
        <pc:spChg chg="mod">
          <ac:chgData name="JAEYEON KIM" userId="5fd88c3b828d6b87" providerId="LiveId" clId="{4DEEB11C-6F4E-434B-9DEA-240AA84EFB01}" dt="2026-05-26T05:32:13.419" v="766" actId="571"/>
          <ac:spMkLst>
            <pc:docMk/>
            <pc:sldMk cId="0" sldId="280"/>
            <ac:spMk id="192" creationId="{554C0664-AC1D-8F25-99E5-956DD15D41B3}"/>
          </ac:spMkLst>
        </pc:spChg>
        <pc:spChg chg="mod">
          <ac:chgData name="JAEYEON KIM" userId="5fd88c3b828d6b87" providerId="LiveId" clId="{4DEEB11C-6F4E-434B-9DEA-240AA84EFB01}" dt="2026-05-26T05:32:33.764" v="772" actId="20577"/>
          <ac:spMkLst>
            <pc:docMk/>
            <pc:sldMk cId="0" sldId="280"/>
            <ac:spMk id="194" creationId="{65BF69FF-D2A7-3F3C-49B8-F883F026479B}"/>
          </ac:spMkLst>
        </pc:spChg>
        <pc:spChg chg="mod">
          <ac:chgData name="JAEYEON KIM" userId="5fd88c3b828d6b87" providerId="LiveId" clId="{4DEEB11C-6F4E-434B-9DEA-240AA84EFB01}" dt="2026-05-26T05:32:24.099" v="767" actId="571"/>
          <ac:spMkLst>
            <pc:docMk/>
            <pc:sldMk cId="0" sldId="280"/>
            <ac:spMk id="195" creationId="{6F0613F8-2A5E-6925-D14D-42B021B364BB}"/>
          </ac:spMkLst>
        </pc:spChg>
        <pc:spChg chg="mod">
          <ac:chgData name="JAEYEON KIM" userId="5fd88c3b828d6b87" providerId="LiveId" clId="{4DEEB11C-6F4E-434B-9DEA-240AA84EFB01}" dt="2026-05-26T05:32:24.099" v="767" actId="571"/>
          <ac:spMkLst>
            <pc:docMk/>
            <pc:sldMk cId="0" sldId="280"/>
            <ac:spMk id="196" creationId="{2DA4B81E-3B53-B8E8-5974-67249DC98AF8}"/>
          </ac:spMkLst>
        </pc:spChg>
        <pc:spChg chg="add mod">
          <ac:chgData name="JAEYEON KIM" userId="5fd88c3b828d6b87" providerId="LiveId" clId="{4DEEB11C-6F4E-434B-9DEA-240AA84EFB01}" dt="2026-05-26T05:37:05.034" v="813" actId="164"/>
          <ac:spMkLst>
            <pc:docMk/>
            <pc:sldMk cId="0" sldId="280"/>
            <ac:spMk id="197" creationId="{54F7A37B-117C-0F3C-02ED-D8C3880504A2}"/>
          </ac:spMkLst>
        </pc:spChg>
        <pc:spChg chg="add del mod">
          <ac:chgData name="JAEYEON KIM" userId="5fd88c3b828d6b87" providerId="LiveId" clId="{4DEEB11C-6F4E-434B-9DEA-240AA84EFB01}" dt="2026-05-26T05:34:47.956" v="806" actId="21"/>
          <ac:spMkLst>
            <pc:docMk/>
            <pc:sldMk cId="0" sldId="280"/>
            <ac:spMk id="198" creationId="{53FA872E-FF37-65A2-EE55-51634F442321}"/>
          </ac:spMkLst>
        </pc:spChg>
        <pc:spChg chg="add mod">
          <ac:chgData name="JAEYEON KIM" userId="5fd88c3b828d6b87" providerId="LiveId" clId="{4DEEB11C-6F4E-434B-9DEA-240AA84EFB01}" dt="2026-05-26T05:34:53.101" v="807"/>
          <ac:spMkLst>
            <pc:docMk/>
            <pc:sldMk cId="0" sldId="280"/>
            <ac:spMk id="199" creationId="{53FA872E-FF37-65A2-EE55-51634F442321}"/>
          </ac:spMkLst>
        </pc:spChg>
        <pc:spChg chg="add mod">
          <ac:chgData name="JAEYEON KIM" userId="5fd88c3b828d6b87" providerId="LiveId" clId="{4DEEB11C-6F4E-434B-9DEA-240AA84EFB01}" dt="2026-05-26T05:37:05.034" v="813" actId="164"/>
          <ac:spMkLst>
            <pc:docMk/>
            <pc:sldMk cId="0" sldId="280"/>
            <ac:spMk id="200" creationId="{834A244B-6DED-D870-0570-4A53A2400AB7}"/>
          </ac:spMkLst>
        </pc:spChg>
        <pc:spChg chg="add mod">
          <ac:chgData name="JAEYEON KIM" userId="5fd88c3b828d6b87" providerId="LiveId" clId="{4DEEB11C-6F4E-434B-9DEA-240AA84EFB01}" dt="2026-05-26T07:40:14.887" v="1455" actId="13822"/>
          <ac:spMkLst>
            <pc:docMk/>
            <pc:sldMk cId="0" sldId="280"/>
            <ac:spMk id="201" creationId="{3BDD0210-021C-88C7-FF15-AD6714F68524}"/>
          </ac:spMkLst>
        </pc:spChg>
        <pc:grpChg chg="ord">
          <ac:chgData name="JAEYEON KIM" userId="5fd88c3b828d6b87" providerId="LiveId" clId="{4DEEB11C-6F4E-434B-9DEA-240AA84EFB01}" dt="2026-05-26T05:17:33.636" v="568" actId="167"/>
          <ac:grpSpMkLst>
            <pc:docMk/>
            <pc:sldMk cId="0" sldId="280"/>
            <ac:grpSpMk id="96" creationId="{170EA5E2-76EA-F573-E08F-CC021875B053}"/>
          </ac:grpSpMkLst>
        </pc:grpChg>
        <pc:grpChg chg="add mod ord">
          <ac:chgData name="JAEYEON KIM" userId="5fd88c3b828d6b87" providerId="LiveId" clId="{4DEEB11C-6F4E-434B-9DEA-240AA84EFB01}" dt="2026-05-26T05:32:00.502" v="762" actId="1076"/>
          <ac:grpSpMkLst>
            <pc:docMk/>
            <pc:sldMk cId="0" sldId="280"/>
            <ac:grpSpMk id="97" creationId="{668EA0F7-7A13-EC13-AD60-C142BA309EBF}"/>
          </ac:grpSpMkLst>
        </pc:grpChg>
        <pc:grpChg chg="add mod">
          <ac:chgData name="JAEYEON KIM" userId="5fd88c3b828d6b87" providerId="LiveId" clId="{4DEEB11C-6F4E-434B-9DEA-240AA84EFB01}" dt="2026-05-26T05:28:13.703" v="696" actId="1037"/>
          <ac:grpSpMkLst>
            <pc:docMk/>
            <pc:sldMk cId="0" sldId="280"/>
            <ac:grpSpMk id="98" creationId="{56767003-DE52-8540-FA67-16E609978D53}"/>
          </ac:grpSpMkLst>
        </pc:grpChg>
        <pc:grpChg chg="add del mod">
          <ac:chgData name="JAEYEON KIM" userId="5fd88c3b828d6b87" providerId="LiveId" clId="{4DEEB11C-6F4E-434B-9DEA-240AA84EFB01}" dt="2026-05-26T05:30:24.803" v="720" actId="478"/>
          <ac:grpSpMkLst>
            <pc:docMk/>
            <pc:sldMk cId="0" sldId="280"/>
            <ac:grpSpMk id="99" creationId="{31DDE933-1BC0-5951-1BB2-21EEF2A9894B}"/>
          </ac:grpSpMkLst>
        </pc:grpChg>
        <pc:grpChg chg="mod">
          <ac:chgData name="JAEYEON KIM" userId="5fd88c3b828d6b87" providerId="LiveId" clId="{4DEEB11C-6F4E-434B-9DEA-240AA84EFB01}" dt="2026-05-26T05:24:39.148" v="658" actId="14100"/>
          <ac:grpSpMkLst>
            <pc:docMk/>
            <pc:sldMk cId="0" sldId="280"/>
            <ac:grpSpMk id="103" creationId="{0587FB28-ECCF-6168-1926-F2EBF97CF021}"/>
          </ac:grpSpMkLst>
        </pc:grpChg>
        <pc:grpChg chg="del mod">
          <ac:chgData name="JAEYEON KIM" userId="5fd88c3b828d6b87" providerId="LiveId" clId="{4DEEB11C-6F4E-434B-9DEA-240AA84EFB01}" dt="2026-05-26T05:26:10.281" v="679" actId="478"/>
          <ac:grpSpMkLst>
            <pc:docMk/>
            <pc:sldMk cId="0" sldId="280"/>
            <ac:grpSpMk id="112" creationId="{C357ECFC-828B-0BFE-59BD-84C18CF282CD}"/>
          </ac:grpSpMkLst>
        </pc:grpChg>
        <pc:grpChg chg="del mod">
          <ac:chgData name="JAEYEON KIM" userId="5fd88c3b828d6b87" providerId="LiveId" clId="{4DEEB11C-6F4E-434B-9DEA-240AA84EFB01}" dt="2026-05-26T05:27:00.566" v="686" actId="478"/>
          <ac:grpSpMkLst>
            <pc:docMk/>
            <pc:sldMk cId="0" sldId="280"/>
            <ac:grpSpMk id="116" creationId="{05416CE0-B02E-ADCC-21DD-8CF3BDAD0A9C}"/>
          </ac:grpSpMkLst>
        </pc:grpChg>
        <pc:grpChg chg="add mod">
          <ac:chgData name="JAEYEON KIM" userId="5fd88c3b828d6b87" providerId="LiveId" clId="{4DEEB11C-6F4E-434B-9DEA-240AA84EFB01}" dt="2026-05-26T05:26:47.753" v="685" actId="1035"/>
          <ac:grpSpMkLst>
            <pc:docMk/>
            <pc:sldMk cId="0" sldId="280"/>
            <ac:grpSpMk id="120" creationId="{BB400681-B8C0-6051-40C3-0FB51B6E2828}"/>
          </ac:grpSpMkLst>
        </pc:grpChg>
        <pc:grpChg chg="add mod">
          <ac:chgData name="JAEYEON KIM" userId="5fd88c3b828d6b87" providerId="LiveId" clId="{4DEEB11C-6F4E-434B-9DEA-240AA84EFB01}" dt="2026-05-26T05:27:38.104" v="694" actId="1037"/>
          <ac:grpSpMkLst>
            <pc:docMk/>
            <pc:sldMk cId="0" sldId="280"/>
            <ac:grpSpMk id="124" creationId="{992D1C2F-285E-C860-02DF-AA949217B95D}"/>
          </ac:grpSpMkLst>
        </pc:grpChg>
        <pc:grpChg chg="add del mod">
          <ac:chgData name="JAEYEON KIM" userId="5fd88c3b828d6b87" providerId="LiveId" clId="{4DEEB11C-6F4E-434B-9DEA-240AA84EFB01}" dt="2026-05-26T05:29:24.955" v="707" actId="478"/>
          <ac:grpSpMkLst>
            <pc:docMk/>
            <pc:sldMk cId="0" sldId="280"/>
            <ac:grpSpMk id="128" creationId="{497A646F-C25A-BDF6-D6CE-049701CC0A9C}"/>
          </ac:grpSpMkLst>
        </pc:grpChg>
        <pc:grpChg chg="add del mod">
          <ac:chgData name="JAEYEON KIM" userId="5fd88c3b828d6b87" providerId="LiveId" clId="{4DEEB11C-6F4E-434B-9DEA-240AA84EFB01}" dt="2026-05-26T05:29:45.111" v="711" actId="478"/>
          <ac:grpSpMkLst>
            <pc:docMk/>
            <pc:sldMk cId="0" sldId="280"/>
            <ac:grpSpMk id="132" creationId="{01B6A664-C699-2F60-A3A0-5C21A7687E89}"/>
          </ac:grpSpMkLst>
        </pc:grpChg>
        <pc:grpChg chg="add mod">
          <ac:chgData name="JAEYEON KIM" userId="5fd88c3b828d6b87" providerId="LiveId" clId="{4DEEB11C-6F4E-434B-9DEA-240AA84EFB01}" dt="2026-05-26T05:29:37.529" v="709" actId="571"/>
          <ac:grpSpMkLst>
            <pc:docMk/>
            <pc:sldMk cId="0" sldId="280"/>
            <ac:grpSpMk id="136" creationId="{16028BE5-C73B-1AEC-8404-294B18A00306}"/>
          </ac:grpSpMkLst>
        </pc:grpChg>
        <pc:grpChg chg="add mod">
          <ac:chgData name="JAEYEON KIM" userId="5fd88c3b828d6b87" providerId="LiveId" clId="{4DEEB11C-6F4E-434B-9DEA-240AA84EFB01}" dt="2026-05-26T05:30:17.630" v="719" actId="1035"/>
          <ac:grpSpMkLst>
            <pc:docMk/>
            <pc:sldMk cId="0" sldId="280"/>
            <ac:grpSpMk id="140" creationId="{F5401605-FB23-0D61-62C7-70D077052B26}"/>
          </ac:grpSpMkLst>
        </pc:grpChg>
        <pc:grpChg chg="add mod">
          <ac:chgData name="JAEYEON KIM" userId="5fd88c3b828d6b87" providerId="LiveId" clId="{4DEEB11C-6F4E-434B-9DEA-240AA84EFB01}" dt="2026-05-26T05:29:52.442" v="712" actId="571"/>
          <ac:grpSpMkLst>
            <pc:docMk/>
            <pc:sldMk cId="0" sldId="280"/>
            <ac:grpSpMk id="144" creationId="{A2440CD7-D467-956E-4FE2-9D8C93458F95}"/>
          </ac:grpSpMkLst>
        </pc:grpChg>
        <pc:grpChg chg="add mod">
          <ac:chgData name="JAEYEON KIM" userId="5fd88c3b828d6b87" providerId="LiveId" clId="{4DEEB11C-6F4E-434B-9DEA-240AA84EFB01}" dt="2026-05-26T05:31:22.647" v="744" actId="1076"/>
          <ac:grpSpMkLst>
            <pc:docMk/>
            <pc:sldMk cId="0" sldId="280"/>
            <ac:grpSpMk id="148" creationId="{EF3902B6-B8C1-7A34-5DC0-644BC0586E25}"/>
          </ac:grpSpMkLst>
        </pc:grpChg>
        <pc:grpChg chg="add mod">
          <ac:chgData name="JAEYEON KIM" userId="5fd88c3b828d6b87" providerId="LiveId" clId="{4DEEB11C-6F4E-434B-9DEA-240AA84EFB01}" dt="2026-05-26T05:30:11.099" v="718" actId="1035"/>
          <ac:grpSpMkLst>
            <pc:docMk/>
            <pc:sldMk cId="0" sldId="280"/>
            <ac:grpSpMk id="152" creationId="{80FE13D5-7A8B-4D27-604D-5CC729D519AD}"/>
          </ac:grpSpMkLst>
        </pc:grpChg>
        <pc:grpChg chg="add mod">
          <ac:chgData name="JAEYEON KIM" userId="5fd88c3b828d6b87" providerId="LiveId" clId="{4DEEB11C-6F4E-434B-9DEA-240AA84EFB01}" dt="2026-05-26T05:30:03.593" v="715" actId="571"/>
          <ac:grpSpMkLst>
            <pc:docMk/>
            <pc:sldMk cId="0" sldId="280"/>
            <ac:grpSpMk id="156" creationId="{FEDAA12F-ADCC-FE47-55F3-7EC63C3240D2}"/>
          </ac:grpSpMkLst>
        </pc:grpChg>
        <pc:grpChg chg="add mod">
          <ac:chgData name="JAEYEON KIM" userId="5fd88c3b828d6b87" providerId="LiveId" clId="{4DEEB11C-6F4E-434B-9DEA-240AA84EFB01}" dt="2026-05-26T05:30:30.543" v="721" actId="571"/>
          <ac:grpSpMkLst>
            <pc:docMk/>
            <pc:sldMk cId="0" sldId="280"/>
            <ac:grpSpMk id="160" creationId="{C0AB5F6E-70F0-5769-00AA-AF12D82B6602}"/>
          </ac:grpSpMkLst>
        </pc:grpChg>
        <pc:grpChg chg="add mod">
          <ac:chgData name="JAEYEON KIM" userId="5fd88c3b828d6b87" providerId="LiveId" clId="{4DEEB11C-6F4E-434B-9DEA-240AA84EFB01}" dt="2026-05-26T05:30:36.727" v="722" actId="571"/>
          <ac:grpSpMkLst>
            <pc:docMk/>
            <pc:sldMk cId="0" sldId="280"/>
            <ac:grpSpMk id="164" creationId="{ED2CA3C0-8DC7-74E6-3E10-3E593C8F8D17}"/>
          </ac:grpSpMkLst>
        </pc:grpChg>
        <pc:grpChg chg="add mod">
          <ac:chgData name="JAEYEON KIM" userId="5fd88c3b828d6b87" providerId="LiveId" clId="{4DEEB11C-6F4E-434B-9DEA-240AA84EFB01}" dt="2026-05-26T05:30:53.406" v="728" actId="1036"/>
          <ac:grpSpMkLst>
            <pc:docMk/>
            <pc:sldMk cId="0" sldId="280"/>
            <ac:grpSpMk id="181" creationId="{61EAB46F-D39C-6A3E-7C5C-56AB9594AA9D}"/>
          </ac:grpSpMkLst>
        </pc:grpChg>
        <pc:grpChg chg="add mod">
          <ac:chgData name="JAEYEON KIM" userId="5fd88c3b828d6b87" providerId="LiveId" clId="{4DEEB11C-6F4E-434B-9DEA-240AA84EFB01}" dt="2026-05-26T05:32:00.502" v="762" actId="1076"/>
          <ac:grpSpMkLst>
            <pc:docMk/>
            <pc:sldMk cId="0" sldId="280"/>
            <ac:grpSpMk id="185" creationId="{22B71534-03CA-E0F3-4BA1-B45089B878B5}"/>
          </ac:grpSpMkLst>
        </pc:grpChg>
        <pc:grpChg chg="add mod">
          <ac:chgData name="JAEYEON KIM" userId="5fd88c3b828d6b87" providerId="LiveId" clId="{4DEEB11C-6F4E-434B-9DEA-240AA84EFB01}" dt="2026-05-26T05:32:13.419" v="766" actId="571"/>
          <ac:grpSpMkLst>
            <pc:docMk/>
            <pc:sldMk cId="0" sldId="280"/>
            <ac:grpSpMk id="189" creationId="{79FDF355-2224-CFFF-04D8-EE98664BEDA1}"/>
          </ac:grpSpMkLst>
        </pc:grpChg>
        <pc:grpChg chg="add mod">
          <ac:chgData name="JAEYEON KIM" userId="5fd88c3b828d6b87" providerId="LiveId" clId="{4DEEB11C-6F4E-434B-9DEA-240AA84EFB01}" dt="2026-05-26T05:32:27.076" v="768" actId="1036"/>
          <ac:grpSpMkLst>
            <pc:docMk/>
            <pc:sldMk cId="0" sldId="280"/>
            <ac:grpSpMk id="193" creationId="{A231B8BF-DF1E-A75E-ADC1-6872A03E1F92}"/>
          </ac:grpSpMkLst>
        </pc:grpChg>
        <pc:grpChg chg="add mod">
          <ac:chgData name="JAEYEON KIM" userId="5fd88c3b828d6b87" providerId="LiveId" clId="{4DEEB11C-6F4E-434B-9DEA-240AA84EFB01}" dt="2026-05-26T05:37:05.034" v="813" actId="164"/>
          <ac:grpSpMkLst>
            <pc:docMk/>
            <pc:sldMk cId="0" sldId="280"/>
            <ac:grpSpMk id="202" creationId="{63A0B910-F0D6-C673-4829-FC2451FE319A}"/>
          </ac:grpSpMkLst>
        </pc:grpChg>
      </pc:sldChg>
      <pc:sldChg chg="addSp modSp add del">
        <pc:chgData name="JAEYEON KIM" userId="5fd88c3b828d6b87" providerId="LiveId" clId="{4DEEB11C-6F4E-434B-9DEA-240AA84EFB01}" dt="2026-05-26T05:43:16.050" v="960" actId="47"/>
        <pc:sldMkLst>
          <pc:docMk/>
          <pc:sldMk cId="0" sldId="281"/>
        </pc:sldMkLst>
        <pc:spChg chg="mod">
          <ac:chgData name="JAEYEON KIM" userId="5fd88c3b828d6b87" providerId="LiveId" clId="{4DEEB11C-6F4E-434B-9DEA-240AA84EFB01}" dt="2026-05-26T05:39:10.605" v="885" actId="164"/>
          <ac:spMkLst>
            <pc:docMk/>
            <pc:sldMk cId="0" sldId="281"/>
            <ac:spMk id="9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39:10.605" v="885" actId="164"/>
          <ac:spMkLst>
            <pc:docMk/>
            <pc:sldMk cId="0" sldId="281"/>
            <ac:spMk id="13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39:10.605" v="885" actId="164"/>
          <ac:spMkLst>
            <pc:docMk/>
            <pc:sldMk cId="0" sldId="281"/>
            <ac:spMk id="27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39:10.605" v="885" actId="164"/>
          <ac:spMkLst>
            <pc:docMk/>
            <pc:sldMk cId="0" sldId="281"/>
            <ac:spMk id="32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39:10.605" v="885" actId="164"/>
          <ac:spMkLst>
            <pc:docMk/>
            <pc:sldMk cId="0" sldId="281"/>
            <ac:spMk id="42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39:10.605" v="885" actId="164"/>
          <ac:spMkLst>
            <pc:docMk/>
            <pc:sldMk cId="0" sldId="281"/>
            <ac:spMk id="60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39:10.605" v="885" actId="164"/>
          <ac:spMkLst>
            <pc:docMk/>
            <pc:sldMk cId="0" sldId="281"/>
            <ac:spMk id="64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39:10.605" v="885" actId="164"/>
          <ac:spMkLst>
            <pc:docMk/>
            <pc:sldMk cId="0" sldId="281"/>
            <ac:spMk id="70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39:10.605" v="885" actId="164"/>
          <ac:spMkLst>
            <pc:docMk/>
            <pc:sldMk cId="0" sldId="281"/>
            <ac:spMk id="76" creationId="{00000000-0000-0000-0000-000000000000}"/>
          </ac:spMkLst>
        </pc:spChg>
        <pc:spChg chg="mod">
          <ac:chgData name="JAEYEON KIM" userId="5fd88c3b828d6b87" providerId="LiveId" clId="{4DEEB11C-6F4E-434B-9DEA-240AA84EFB01}" dt="2026-05-26T05:39:10.605" v="885" actId="164"/>
          <ac:spMkLst>
            <pc:docMk/>
            <pc:sldMk cId="0" sldId="281"/>
            <ac:spMk id="91" creationId="{00000000-0000-0000-0000-000000000000}"/>
          </ac:spMkLst>
        </pc:spChg>
      </pc:sldChg>
      <pc:sldChg chg="addSp modSp new mod ord">
        <pc:chgData name="JAEYEON KIM" userId="5fd88c3b828d6b87" providerId="LiveId" clId="{4DEEB11C-6F4E-434B-9DEA-240AA84EFB01}" dt="2026-05-26T07:41:12.145" v="1457" actId="14861"/>
        <pc:sldMkLst>
          <pc:docMk/>
          <pc:sldMk cId="3900982746" sldId="282"/>
        </pc:sldMkLst>
        <pc:spChg chg="add mod">
          <ac:chgData name="JAEYEON KIM" userId="5fd88c3b828d6b87" providerId="LiveId" clId="{4DEEB11C-6F4E-434B-9DEA-240AA84EFB01}" dt="2026-05-26T05:37:30.797" v="815"/>
          <ac:spMkLst>
            <pc:docMk/>
            <pc:sldMk cId="3900982746" sldId="282"/>
            <ac:spMk id="2" creationId="{E8F39CE4-8CF4-15B9-3C8B-EFC06EBC0015}"/>
          </ac:spMkLst>
        </pc:spChg>
        <pc:spChg chg="add mod">
          <ac:chgData name="JAEYEON KIM" userId="5fd88c3b828d6b87" providerId="LiveId" clId="{4DEEB11C-6F4E-434B-9DEA-240AA84EFB01}" dt="2026-05-26T05:37:43.015" v="816"/>
          <ac:spMkLst>
            <pc:docMk/>
            <pc:sldMk cId="3900982746" sldId="282"/>
            <ac:spMk id="3" creationId="{F5FE5C15-AC11-06D4-52E2-53BF0FAD6658}"/>
          </ac:spMkLst>
        </pc:spChg>
        <pc:spChg chg="mod">
          <ac:chgData name="JAEYEON KIM" userId="5fd88c3b828d6b87" providerId="LiveId" clId="{4DEEB11C-6F4E-434B-9DEA-240AA84EFB01}" dt="2026-05-26T07:41:12.145" v="1457" actId="14861"/>
          <ac:spMkLst>
            <pc:docMk/>
            <pc:sldMk cId="3900982746" sldId="282"/>
            <ac:spMk id="5" creationId="{5E14BEDB-FF77-1BE5-392C-D1A703FD11CE}"/>
          </ac:spMkLst>
        </pc:spChg>
        <pc:spChg chg="mod">
          <ac:chgData name="JAEYEON KIM" userId="5fd88c3b828d6b87" providerId="LiveId" clId="{4DEEB11C-6F4E-434B-9DEA-240AA84EFB01}" dt="2026-05-26T05:37:55.707" v="817"/>
          <ac:spMkLst>
            <pc:docMk/>
            <pc:sldMk cId="3900982746" sldId="282"/>
            <ac:spMk id="6" creationId="{4A4242E8-86CA-F068-14AA-7E3BB61BACE9}"/>
          </ac:spMkLst>
        </pc:spChg>
        <pc:spChg chg="mod">
          <ac:chgData name="JAEYEON KIM" userId="5fd88c3b828d6b87" providerId="LiveId" clId="{4DEEB11C-6F4E-434B-9DEA-240AA84EFB01}" dt="2026-05-26T07:36:47.319" v="1439" actId="20577"/>
          <ac:spMkLst>
            <pc:docMk/>
            <pc:sldMk cId="3900982746" sldId="282"/>
            <ac:spMk id="7" creationId="{BC5FA4E7-E215-6E18-D965-B35AE7B31B97}"/>
          </ac:spMkLst>
        </pc:spChg>
        <pc:spChg chg="mod">
          <ac:chgData name="JAEYEON KIM" userId="5fd88c3b828d6b87" providerId="LiveId" clId="{4DEEB11C-6F4E-434B-9DEA-240AA84EFB01}" dt="2026-05-26T05:37:55.707" v="817"/>
          <ac:spMkLst>
            <pc:docMk/>
            <pc:sldMk cId="3900982746" sldId="282"/>
            <ac:spMk id="8" creationId="{4F22904A-369C-1481-F97E-9AC96ABBF3DF}"/>
          </ac:spMkLst>
        </pc:spChg>
        <pc:spChg chg="mod">
          <ac:chgData name="JAEYEON KIM" userId="5fd88c3b828d6b87" providerId="LiveId" clId="{4DEEB11C-6F4E-434B-9DEA-240AA84EFB01}" dt="2026-05-26T05:37:55.707" v="817"/>
          <ac:spMkLst>
            <pc:docMk/>
            <pc:sldMk cId="3900982746" sldId="282"/>
            <ac:spMk id="9" creationId="{BAB9F8DB-4285-FD37-2A69-36D523A400C3}"/>
          </ac:spMkLst>
        </pc:spChg>
        <pc:spChg chg="mod">
          <ac:chgData name="JAEYEON KIM" userId="5fd88c3b828d6b87" providerId="LiveId" clId="{4DEEB11C-6F4E-434B-9DEA-240AA84EFB01}" dt="2026-05-26T07:40:27.942" v="1456" actId="13822"/>
          <ac:spMkLst>
            <pc:docMk/>
            <pc:sldMk cId="3900982746" sldId="282"/>
            <ac:spMk id="10" creationId="{09A6229C-B54F-C774-B47E-605361D86EC5}"/>
          </ac:spMkLst>
        </pc:spChg>
        <pc:spChg chg="mod">
          <ac:chgData name="JAEYEON KIM" userId="5fd88c3b828d6b87" providerId="LiveId" clId="{4DEEB11C-6F4E-434B-9DEA-240AA84EFB01}" dt="2026-05-26T07:32:43.933" v="1414" actId="13822"/>
          <ac:spMkLst>
            <pc:docMk/>
            <pc:sldMk cId="3900982746" sldId="282"/>
            <ac:spMk id="15" creationId="{EA5F73CB-E07F-94FA-334E-0AFC5F045F1E}"/>
          </ac:spMkLst>
        </pc:spChg>
        <pc:spChg chg="mod">
          <ac:chgData name="JAEYEON KIM" userId="5fd88c3b828d6b87" providerId="LiveId" clId="{4DEEB11C-6F4E-434B-9DEA-240AA84EFB01}" dt="2026-05-26T05:40:46.061" v="941" actId="1036"/>
          <ac:spMkLst>
            <pc:docMk/>
            <pc:sldMk cId="3900982746" sldId="282"/>
            <ac:spMk id="16" creationId="{2863B852-0480-D50A-3CB2-8FE0AA90CD27}"/>
          </ac:spMkLst>
        </pc:spChg>
        <pc:spChg chg="mod">
          <ac:chgData name="JAEYEON KIM" userId="5fd88c3b828d6b87" providerId="LiveId" clId="{4DEEB11C-6F4E-434B-9DEA-240AA84EFB01}" dt="2026-05-26T05:39:14.006" v="886"/>
          <ac:spMkLst>
            <pc:docMk/>
            <pc:sldMk cId="3900982746" sldId="282"/>
            <ac:spMk id="17" creationId="{008CBC20-876C-C28B-551D-CB1F45F5CD24}"/>
          </ac:spMkLst>
        </pc:spChg>
        <pc:spChg chg="mod">
          <ac:chgData name="JAEYEON KIM" userId="5fd88c3b828d6b87" providerId="LiveId" clId="{4DEEB11C-6F4E-434B-9DEA-240AA84EFB01}" dt="2026-05-26T05:41:23.179" v="945" actId="1036"/>
          <ac:spMkLst>
            <pc:docMk/>
            <pc:sldMk cId="3900982746" sldId="282"/>
            <ac:spMk id="18" creationId="{1A693DBD-F974-50F5-B5D3-A10970969C6D}"/>
          </ac:spMkLst>
        </pc:spChg>
        <pc:spChg chg="mod">
          <ac:chgData name="JAEYEON KIM" userId="5fd88c3b828d6b87" providerId="LiveId" clId="{4DEEB11C-6F4E-434B-9DEA-240AA84EFB01}" dt="2026-05-26T05:41:23.179" v="945" actId="1036"/>
          <ac:spMkLst>
            <pc:docMk/>
            <pc:sldMk cId="3900982746" sldId="282"/>
            <ac:spMk id="20" creationId="{0F8B74B2-C91B-C73E-E091-B8BA03C76ABF}"/>
          </ac:spMkLst>
        </pc:spChg>
        <pc:spChg chg="mod">
          <ac:chgData name="JAEYEON KIM" userId="5fd88c3b828d6b87" providerId="LiveId" clId="{4DEEB11C-6F4E-434B-9DEA-240AA84EFB01}" dt="2026-05-26T05:39:14.006" v="886"/>
          <ac:spMkLst>
            <pc:docMk/>
            <pc:sldMk cId="3900982746" sldId="282"/>
            <ac:spMk id="21" creationId="{16FC52DC-35F6-024B-02AA-5A72B9C3D90C}"/>
          </ac:spMkLst>
        </pc:spChg>
        <pc:spChg chg="mod">
          <ac:chgData name="JAEYEON KIM" userId="5fd88c3b828d6b87" providerId="LiveId" clId="{4DEEB11C-6F4E-434B-9DEA-240AA84EFB01}" dt="2026-05-26T05:41:23.179" v="945" actId="1036"/>
          <ac:spMkLst>
            <pc:docMk/>
            <pc:sldMk cId="3900982746" sldId="282"/>
            <ac:spMk id="22" creationId="{AF99C265-7B66-9D76-4AB8-72B57053355A}"/>
          </ac:spMkLst>
        </pc:spChg>
        <pc:spChg chg="mod">
          <ac:chgData name="JAEYEON KIM" userId="5fd88c3b828d6b87" providerId="LiveId" clId="{4DEEB11C-6F4E-434B-9DEA-240AA84EFB01}" dt="2026-05-26T05:39:14.006" v="886"/>
          <ac:spMkLst>
            <pc:docMk/>
            <pc:sldMk cId="3900982746" sldId="282"/>
            <ac:spMk id="23" creationId="{FCAEBCDD-9CE1-F3A8-38F8-2271AA92ED24}"/>
          </ac:spMkLst>
        </pc:spChg>
        <pc:spChg chg="mod">
          <ac:chgData name="JAEYEON KIM" userId="5fd88c3b828d6b87" providerId="LiveId" clId="{4DEEB11C-6F4E-434B-9DEA-240AA84EFB01}" dt="2026-05-26T05:41:23.179" v="945" actId="1036"/>
          <ac:spMkLst>
            <pc:docMk/>
            <pc:sldMk cId="3900982746" sldId="282"/>
            <ac:spMk id="24" creationId="{4D224C87-C14E-75D1-2BC2-2B04A0088B9C}"/>
          </ac:spMkLst>
        </pc:spChg>
        <pc:spChg chg="mod">
          <ac:chgData name="JAEYEON KIM" userId="5fd88c3b828d6b87" providerId="LiveId" clId="{4DEEB11C-6F4E-434B-9DEA-240AA84EFB01}" dt="2026-05-26T07:32:43.933" v="1414" actId="13822"/>
          <ac:spMkLst>
            <pc:docMk/>
            <pc:sldMk cId="3900982746" sldId="282"/>
            <ac:spMk id="26" creationId="{027F9479-78CA-426B-3D3E-E63A68221B2A}"/>
          </ac:spMkLst>
        </pc:spChg>
        <pc:spChg chg="mod">
          <ac:chgData name="JAEYEON KIM" userId="5fd88c3b828d6b87" providerId="LiveId" clId="{4DEEB11C-6F4E-434B-9DEA-240AA84EFB01}" dt="2026-05-26T05:40:46.061" v="941" actId="1036"/>
          <ac:spMkLst>
            <pc:docMk/>
            <pc:sldMk cId="3900982746" sldId="282"/>
            <ac:spMk id="27" creationId="{8788101A-4B1E-FCFE-7FDD-35E190ACDD77}"/>
          </ac:spMkLst>
        </pc:spChg>
        <pc:spChg chg="mod">
          <ac:chgData name="JAEYEON KIM" userId="5fd88c3b828d6b87" providerId="LiveId" clId="{4DEEB11C-6F4E-434B-9DEA-240AA84EFB01}" dt="2026-05-26T05:41:38.961" v="949" actId="1036"/>
          <ac:spMkLst>
            <pc:docMk/>
            <pc:sldMk cId="3900982746" sldId="282"/>
            <ac:spMk id="29" creationId="{92B44B3F-63D6-B3A3-3279-17338B80EDF0}"/>
          </ac:spMkLst>
        </pc:spChg>
        <pc:spChg chg="mod">
          <ac:chgData name="JAEYEON KIM" userId="5fd88c3b828d6b87" providerId="LiveId" clId="{4DEEB11C-6F4E-434B-9DEA-240AA84EFB01}" dt="2026-05-26T05:39:14.006" v="886"/>
          <ac:spMkLst>
            <pc:docMk/>
            <pc:sldMk cId="3900982746" sldId="282"/>
            <ac:spMk id="30" creationId="{E7B7FC20-0634-64CF-C46B-EBF629DCA665}"/>
          </ac:spMkLst>
        </pc:spChg>
        <pc:spChg chg="mod">
          <ac:chgData name="JAEYEON KIM" userId="5fd88c3b828d6b87" providerId="LiveId" clId="{4DEEB11C-6F4E-434B-9DEA-240AA84EFB01}" dt="2026-05-26T05:41:38.961" v="949" actId="1036"/>
          <ac:spMkLst>
            <pc:docMk/>
            <pc:sldMk cId="3900982746" sldId="282"/>
            <ac:spMk id="31" creationId="{DFCCA401-5FF2-EBB2-369C-2DA37B12535A}"/>
          </ac:spMkLst>
        </pc:spChg>
        <pc:spChg chg="mod">
          <ac:chgData name="JAEYEON KIM" userId="5fd88c3b828d6b87" providerId="LiveId" clId="{4DEEB11C-6F4E-434B-9DEA-240AA84EFB01}" dt="2026-05-26T05:41:38.961" v="949" actId="1036"/>
          <ac:spMkLst>
            <pc:docMk/>
            <pc:sldMk cId="3900982746" sldId="282"/>
            <ac:spMk id="33" creationId="{52BEC321-A2CE-F28D-2C4D-3724435E889D}"/>
          </ac:spMkLst>
        </pc:spChg>
        <pc:spChg chg="mod">
          <ac:chgData name="JAEYEON KIM" userId="5fd88c3b828d6b87" providerId="LiveId" clId="{4DEEB11C-6F4E-434B-9DEA-240AA84EFB01}" dt="2026-05-26T05:41:38.961" v="949" actId="1036"/>
          <ac:spMkLst>
            <pc:docMk/>
            <pc:sldMk cId="3900982746" sldId="282"/>
            <ac:spMk id="35" creationId="{B409CE95-8A11-3E94-1488-26402A38A4D5}"/>
          </ac:spMkLst>
        </pc:spChg>
        <pc:spChg chg="mod">
          <ac:chgData name="JAEYEON KIM" userId="5fd88c3b828d6b87" providerId="LiveId" clId="{4DEEB11C-6F4E-434B-9DEA-240AA84EFB01}" dt="2026-05-26T05:41:38.961" v="949" actId="1036"/>
          <ac:spMkLst>
            <pc:docMk/>
            <pc:sldMk cId="3900982746" sldId="282"/>
            <ac:spMk id="37" creationId="{3731A818-E930-38CB-4060-23847F334C4F}"/>
          </ac:spMkLst>
        </pc:spChg>
        <pc:spChg chg="mod">
          <ac:chgData name="JAEYEON KIM" userId="5fd88c3b828d6b87" providerId="LiveId" clId="{4DEEB11C-6F4E-434B-9DEA-240AA84EFB01}" dt="2026-05-26T07:32:43.933" v="1414" actId="13822"/>
          <ac:spMkLst>
            <pc:docMk/>
            <pc:sldMk cId="3900982746" sldId="282"/>
            <ac:spMk id="39" creationId="{CB515CB7-EE4F-343B-E8D6-36D1440E3D56}"/>
          </ac:spMkLst>
        </pc:spChg>
        <pc:spChg chg="mod">
          <ac:chgData name="JAEYEON KIM" userId="5fd88c3b828d6b87" providerId="LiveId" clId="{4DEEB11C-6F4E-434B-9DEA-240AA84EFB01}" dt="2026-05-26T05:40:46.061" v="941" actId="1036"/>
          <ac:spMkLst>
            <pc:docMk/>
            <pc:sldMk cId="3900982746" sldId="282"/>
            <ac:spMk id="40" creationId="{AB253FFF-E74D-0B60-83E7-F65D91C03B54}"/>
          </ac:spMkLst>
        </pc:spChg>
        <pc:spChg chg="mod">
          <ac:chgData name="JAEYEON KIM" userId="5fd88c3b828d6b87" providerId="LiveId" clId="{4DEEB11C-6F4E-434B-9DEA-240AA84EFB01}" dt="2026-05-26T05:39:14.006" v="886"/>
          <ac:spMkLst>
            <pc:docMk/>
            <pc:sldMk cId="3900982746" sldId="282"/>
            <ac:spMk id="41" creationId="{FC81D2E9-46CF-0F83-522E-BEA9EEE1844E}"/>
          </ac:spMkLst>
        </pc:spChg>
        <pc:spChg chg="mod">
          <ac:chgData name="JAEYEON KIM" userId="5fd88c3b828d6b87" providerId="LiveId" clId="{4DEEB11C-6F4E-434B-9DEA-240AA84EFB01}" dt="2026-05-26T05:42:06.612" v="953" actId="1036"/>
          <ac:spMkLst>
            <pc:docMk/>
            <pc:sldMk cId="3900982746" sldId="282"/>
            <ac:spMk id="42" creationId="{53C4F34F-3C94-3C57-8330-B5E18D143F2A}"/>
          </ac:spMkLst>
        </pc:spChg>
        <pc:spChg chg="mod">
          <ac:chgData name="JAEYEON KIM" userId="5fd88c3b828d6b87" providerId="LiveId" clId="{4DEEB11C-6F4E-434B-9DEA-240AA84EFB01}" dt="2026-05-26T07:32:43.933" v="1414" actId="13822"/>
          <ac:spMkLst>
            <pc:docMk/>
            <pc:sldMk cId="3900982746" sldId="282"/>
            <ac:spMk id="46" creationId="{C8DFF4EF-48E2-D157-B6BD-01152816508C}"/>
          </ac:spMkLst>
        </pc:spChg>
        <pc:spChg chg="mod">
          <ac:chgData name="JAEYEON KIM" userId="5fd88c3b828d6b87" providerId="LiveId" clId="{4DEEB11C-6F4E-434B-9DEA-240AA84EFB01}" dt="2026-05-26T05:40:46.061" v="941" actId="1036"/>
          <ac:spMkLst>
            <pc:docMk/>
            <pc:sldMk cId="3900982746" sldId="282"/>
            <ac:spMk id="47" creationId="{FFD4DEA6-8B3A-A203-8008-CF044AB65004}"/>
          </ac:spMkLst>
        </pc:spChg>
        <pc:spChg chg="mod">
          <ac:chgData name="JAEYEON KIM" userId="5fd88c3b828d6b87" providerId="LiveId" clId="{4DEEB11C-6F4E-434B-9DEA-240AA84EFB01}" dt="2026-05-26T05:42:06.612" v="953" actId="1036"/>
          <ac:spMkLst>
            <pc:docMk/>
            <pc:sldMk cId="3900982746" sldId="282"/>
            <ac:spMk id="49" creationId="{DFCFE9BF-22DE-3C82-CA39-16253B1DC410}"/>
          </ac:spMkLst>
        </pc:spChg>
        <pc:spChg chg="mod">
          <ac:chgData name="JAEYEON KIM" userId="5fd88c3b828d6b87" providerId="LiveId" clId="{4DEEB11C-6F4E-434B-9DEA-240AA84EFB01}" dt="2026-05-26T05:42:06.612" v="953" actId="1036"/>
          <ac:spMkLst>
            <pc:docMk/>
            <pc:sldMk cId="3900982746" sldId="282"/>
            <ac:spMk id="51" creationId="{A1D71ECD-9A91-15D5-98D9-9EF378C846D7}"/>
          </ac:spMkLst>
        </pc:spChg>
        <pc:spChg chg="mod">
          <ac:chgData name="JAEYEON KIM" userId="5fd88c3b828d6b87" providerId="LiveId" clId="{4DEEB11C-6F4E-434B-9DEA-240AA84EFB01}" dt="2026-05-26T05:42:06.612" v="953" actId="1036"/>
          <ac:spMkLst>
            <pc:docMk/>
            <pc:sldMk cId="3900982746" sldId="282"/>
            <ac:spMk id="53" creationId="{E067CB2D-0FA9-FCD3-CB56-09E1D1907E0C}"/>
          </ac:spMkLst>
        </pc:spChg>
        <pc:spChg chg="mod">
          <ac:chgData name="JAEYEON KIM" userId="5fd88c3b828d6b87" providerId="LiveId" clId="{4DEEB11C-6F4E-434B-9DEA-240AA84EFB01}" dt="2026-05-26T05:39:14.006" v="886"/>
          <ac:spMkLst>
            <pc:docMk/>
            <pc:sldMk cId="3900982746" sldId="282"/>
            <ac:spMk id="54" creationId="{14BAC5BF-692C-26E3-56D6-0AC80B47D8DC}"/>
          </ac:spMkLst>
        </pc:spChg>
        <pc:spChg chg="mod">
          <ac:chgData name="JAEYEON KIM" userId="5fd88c3b828d6b87" providerId="LiveId" clId="{4DEEB11C-6F4E-434B-9DEA-240AA84EFB01}" dt="2026-05-26T07:31:23.489" v="1409" actId="13822"/>
          <ac:spMkLst>
            <pc:docMk/>
            <pc:sldMk cId="3900982746" sldId="282"/>
            <ac:spMk id="55" creationId="{081522F8-B0A3-1140-6410-331018A59501}"/>
          </ac:spMkLst>
        </pc:spChg>
        <pc:spChg chg="mod">
          <ac:chgData name="JAEYEON KIM" userId="5fd88c3b828d6b87" providerId="LiveId" clId="{4DEEB11C-6F4E-434B-9DEA-240AA84EFB01}" dt="2026-05-26T05:40:46.061" v="941" actId="1036"/>
          <ac:spMkLst>
            <pc:docMk/>
            <pc:sldMk cId="3900982746" sldId="282"/>
            <ac:spMk id="56" creationId="{70CDE6E1-A361-146C-8BD2-FE960A43ADC8}"/>
          </ac:spMkLst>
        </pc:spChg>
        <pc:spChg chg="mod">
          <ac:chgData name="JAEYEON KIM" userId="5fd88c3b828d6b87" providerId="LiveId" clId="{4DEEB11C-6F4E-434B-9DEA-240AA84EFB01}" dt="2026-05-26T05:42:06.612" v="953" actId="1036"/>
          <ac:spMkLst>
            <pc:docMk/>
            <pc:sldMk cId="3900982746" sldId="282"/>
            <ac:spMk id="58" creationId="{99083556-A420-3385-C172-139B88BE6546}"/>
          </ac:spMkLst>
        </pc:spChg>
        <pc:spChg chg="mod">
          <ac:chgData name="JAEYEON KIM" userId="5fd88c3b828d6b87" providerId="LiveId" clId="{4DEEB11C-6F4E-434B-9DEA-240AA84EFB01}" dt="2026-05-26T07:30:59.926" v="1407" actId="13822"/>
          <ac:spMkLst>
            <pc:docMk/>
            <pc:sldMk cId="3900982746" sldId="282"/>
            <ac:spMk id="65" creationId="{EE0EAECD-54FB-AE9A-25FC-F579E0F9A048}"/>
          </ac:spMkLst>
        </pc:spChg>
        <pc:spChg chg="mod">
          <ac:chgData name="JAEYEON KIM" userId="5fd88c3b828d6b87" providerId="LiveId" clId="{4DEEB11C-6F4E-434B-9DEA-240AA84EFB01}" dt="2026-05-26T05:42:06.612" v="953" actId="1036"/>
          <ac:spMkLst>
            <pc:docMk/>
            <pc:sldMk cId="3900982746" sldId="282"/>
            <ac:spMk id="69" creationId="{205EA701-6191-2201-499B-1263421A8BE9}"/>
          </ac:spMkLst>
        </pc:spChg>
        <pc:spChg chg="mod">
          <ac:chgData name="JAEYEON KIM" userId="5fd88c3b828d6b87" providerId="LiveId" clId="{4DEEB11C-6F4E-434B-9DEA-240AA84EFB01}" dt="2026-05-26T07:33:09.361" v="1417" actId="13822"/>
          <ac:spMkLst>
            <pc:docMk/>
            <pc:sldMk cId="3900982746" sldId="282"/>
            <ac:spMk id="71" creationId="{2D5FB72D-0775-7F51-355A-80D263374160}"/>
          </ac:spMkLst>
        </pc:spChg>
        <pc:spChg chg="mod">
          <ac:chgData name="JAEYEON KIM" userId="5fd88c3b828d6b87" providerId="LiveId" clId="{4DEEB11C-6F4E-434B-9DEA-240AA84EFB01}" dt="2026-05-26T05:40:46.061" v="941" actId="1036"/>
          <ac:spMkLst>
            <pc:docMk/>
            <pc:sldMk cId="3900982746" sldId="282"/>
            <ac:spMk id="72" creationId="{BD21A8E2-CD7D-AB16-E73C-4BEE072B1712}"/>
          </ac:spMkLst>
        </pc:spChg>
        <pc:spChg chg="mod">
          <ac:chgData name="JAEYEON KIM" userId="5fd88c3b828d6b87" providerId="LiveId" clId="{4DEEB11C-6F4E-434B-9DEA-240AA84EFB01}" dt="2026-05-26T05:42:06.612" v="953" actId="1036"/>
          <ac:spMkLst>
            <pc:docMk/>
            <pc:sldMk cId="3900982746" sldId="282"/>
            <ac:spMk id="76" creationId="{402C6D36-0FE5-4068-C940-BDAEC138EE85}"/>
          </ac:spMkLst>
        </pc:spChg>
        <pc:spChg chg="mod">
          <ac:chgData name="JAEYEON KIM" userId="5fd88c3b828d6b87" providerId="LiveId" clId="{4DEEB11C-6F4E-434B-9DEA-240AA84EFB01}" dt="2026-05-26T07:33:09.361" v="1417" actId="13822"/>
          <ac:spMkLst>
            <pc:docMk/>
            <pc:sldMk cId="3900982746" sldId="282"/>
            <ac:spMk id="80" creationId="{901E9C48-6992-0A02-DBFB-FA2A523CC017}"/>
          </ac:spMkLst>
        </pc:spChg>
        <pc:spChg chg="mod">
          <ac:chgData name="JAEYEON KIM" userId="5fd88c3b828d6b87" providerId="LiveId" clId="{4DEEB11C-6F4E-434B-9DEA-240AA84EFB01}" dt="2026-05-26T05:40:46.061" v="941" actId="1036"/>
          <ac:spMkLst>
            <pc:docMk/>
            <pc:sldMk cId="3900982746" sldId="282"/>
            <ac:spMk id="81" creationId="{24519F33-77D7-7728-8B32-2F2CCA6E69C8}"/>
          </ac:spMkLst>
        </pc:spChg>
        <pc:spChg chg="mod">
          <ac:chgData name="JAEYEON KIM" userId="5fd88c3b828d6b87" providerId="LiveId" clId="{4DEEB11C-6F4E-434B-9DEA-240AA84EFB01}" dt="2026-05-26T05:42:06.612" v="953" actId="1036"/>
          <ac:spMkLst>
            <pc:docMk/>
            <pc:sldMk cId="3900982746" sldId="282"/>
            <ac:spMk id="83" creationId="{747C2CAF-BB06-B73B-060E-B86F4D599EDB}"/>
          </ac:spMkLst>
        </pc:spChg>
        <pc:spChg chg="mod">
          <ac:chgData name="JAEYEON KIM" userId="5fd88c3b828d6b87" providerId="LiveId" clId="{4DEEB11C-6F4E-434B-9DEA-240AA84EFB01}" dt="2026-05-26T05:42:06.612" v="953" actId="1036"/>
          <ac:spMkLst>
            <pc:docMk/>
            <pc:sldMk cId="3900982746" sldId="282"/>
            <ac:spMk id="87" creationId="{85AC30FD-4302-1006-CC97-C50AFE2C94FC}"/>
          </ac:spMkLst>
        </pc:spChg>
        <pc:spChg chg="mod">
          <ac:chgData name="JAEYEON KIM" userId="5fd88c3b828d6b87" providerId="LiveId" clId="{4DEEB11C-6F4E-434B-9DEA-240AA84EFB01}" dt="2026-05-26T05:42:06.612" v="953" actId="1036"/>
          <ac:spMkLst>
            <pc:docMk/>
            <pc:sldMk cId="3900982746" sldId="282"/>
            <ac:spMk id="91" creationId="{290E7C3B-37CE-CD4B-54A7-9E9F4360E65F}"/>
          </ac:spMkLst>
        </pc:spChg>
        <pc:spChg chg="mod">
          <ac:chgData name="JAEYEON KIM" userId="5fd88c3b828d6b87" providerId="LiveId" clId="{4DEEB11C-6F4E-434B-9DEA-240AA84EFB01}" dt="2026-05-26T07:32:51.389" v="1415" actId="13822"/>
          <ac:spMkLst>
            <pc:docMk/>
            <pc:sldMk cId="3900982746" sldId="282"/>
            <ac:spMk id="92" creationId="{02BB303E-E14A-9F44-6133-FD7A44F1D298}"/>
          </ac:spMkLst>
        </pc:spChg>
        <pc:spChg chg="mod">
          <ac:chgData name="JAEYEON KIM" userId="5fd88c3b828d6b87" providerId="LiveId" clId="{4DEEB11C-6F4E-434B-9DEA-240AA84EFB01}" dt="2026-05-26T07:32:57.021" v="1416" actId="13822"/>
          <ac:spMkLst>
            <pc:docMk/>
            <pc:sldMk cId="3900982746" sldId="282"/>
            <ac:spMk id="94" creationId="{205168D8-371B-D364-2BB4-51398B0DBF1E}"/>
          </ac:spMkLst>
        </pc:spChg>
        <pc:spChg chg="mod">
          <ac:chgData name="JAEYEON KIM" userId="5fd88c3b828d6b87" providerId="LiveId" clId="{4DEEB11C-6F4E-434B-9DEA-240AA84EFB01}" dt="2026-05-26T05:39:14.006" v="886"/>
          <ac:spMkLst>
            <pc:docMk/>
            <pc:sldMk cId="3900982746" sldId="282"/>
            <ac:spMk id="95" creationId="{C637C852-3618-B033-B8E9-92449B3914D7}"/>
          </ac:spMkLst>
        </pc:spChg>
        <pc:spChg chg="add mod">
          <ac:chgData name="JAEYEON KIM" userId="5fd88c3b828d6b87" providerId="LiveId" clId="{4DEEB11C-6F4E-434B-9DEA-240AA84EFB01}" dt="2026-05-26T07:31:17.152" v="1408" actId="13822"/>
          <ac:spMkLst>
            <pc:docMk/>
            <pc:sldMk cId="3900982746" sldId="282"/>
            <ac:spMk id="96" creationId="{44FE9B33-5532-80B4-20EC-4546F9885D26}"/>
          </ac:spMkLst>
        </pc:spChg>
        <pc:spChg chg="add mod">
          <ac:chgData name="JAEYEON KIM" userId="5fd88c3b828d6b87" providerId="LiveId" clId="{4DEEB11C-6F4E-434B-9DEA-240AA84EFB01}" dt="2026-05-26T07:37:02.845" v="1440"/>
          <ac:spMkLst>
            <pc:docMk/>
            <pc:sldMk cId="3900982746" sldId="282"/>
            <ac:spMk id="97" creationId="{EF03DBB0-374A-B912-71BE-7CB8B237CA13}"/>
          </ac:spMkLst>
        </pc:spChg>
        <pc:grpChg chg="add mod">
          <ac:chgData name="JAEYEON KIM" userId="5fd88c3b828d6b87" providerId="LiveId" clId="{4DEEB11C-6F4E-434B-9DEA-240AA84EFB01}" dt="2026-05-26T05:37:55.707" v="817"/>
          <ac:grpSpMkLst>
            <pc:docMk/>
            <pc:sldMk cId="3900982746" sldId="282"/>
            <ac:grpSpMk id="4" creationId="{92E14CEB-1C75-58BE-8FDC-7EAC8A37071C}"/>
          </ac:grpSpMkLst>
        </pc:grpChg>
      </pc:sldChg>
      <pc:sldChg chg="delSp modSp add del mod">
        <pc:chgData name="JAEYEON KIM" userId="5fd88c3b828d6b87" providerId="LiveId" clId="{4DEEB11C-6F4E-434B-9DEA-240AA84EFB01}" dt="2026-05-26T08:18:56.367" v="2070" actId="2696"/>
        <pc:sldMkLst>
          <pc:docMk/>
          <pc:sldMk cId="0" sldId="283"/>
        </pc:sldMkLst>
        <pc:spChg chg="mod">
          <ac:chgData name="JAEYEON KIM" userId="5fd88c3b828d6b87" providerId="LiveId" clId="{4DEEB11C-6F4E-434B-9DEA-240AA84EFB01}" dt="2026-05-26T08:08:27.891" v="1929" actId="1076"/>
          <ac:spMkLst>
            <pc:docMk/>
            <pc:sldMk cId="0" sldId="283"/>
            <ac:spMk id="2" creationId="{00000000-0000-0000-0000-000000000000}"/>
          </ac:spMkLst>
        </pc:spChg>
        <pc:spChg chg="del">
          <ac:chgData name="JAEYEON KIM" userId="5fd88c3b828d6b87" providerId="LiveId" clId="{4DEEB11C-6F4E-434B-9DEA-240AA84EFB01}" dt="2026-05-26T08:08:35.516" v="1931" actId="478"/>
          <ac:spMkLst>
            <pc:docMk/>
            <pc:sldMk cId="0" sldId="283"/>
            <ac:spMk id="85" creationId="{00000000-0000-0000-0000-000000000000}"/>
          </ac:spMkLst>
        </pc:spChg>
        <pc:spChg chg="del">
          <ac:chgData name="JAEYEON KIM" userId="5fd88c3b828d6b87" providerId="LiveId" clId="{4DEEB11C-6F4E-434B-9DEA-240AA84EFB01}" dt="2026-05-26T08:08:34.493" v="1930" actId="478"/>
          <ac:spMkLst>
            <pc:docMk/>
            <pc:sldMk cId="0" sldId="283"/>
            <ac:spMk id="86" creationId="{00000000-0000-0000-0000-000000000000}"/>
          </ac:spMkLst>
        </pc:spChg>
        <pc:spChg chg="del">
          <ac:chgData name="JAEYEON KIM" userId="5fd88c3b828d6b87" providerId="LiveId" clId="{4DEEB11C-6F4E-434B-9DEA-240AA84EFB01}" dt="2026-05-26T08:08:40.364" v="1936" actId="478"/>
          <ac:spMkLst>
            <pc:docMk/>
            <pc:sldMk cId="0" sldId="283"/>
            <ac:spMk id="87" creationId="{00000000-0000-0000-0000-000000000000}"/>
          </ac:spMkLst>
        </pc:spChg>
        <pc:spChg chg="del mod">
          <ac:chgData name="JAEYEON KIM" userId="5fd88c3b828d6b87" providerId="LiveId" clId="{4DEEB11C-6F4E-434B-9DEA-240AA84EFB01}" dt="2026-05-26T08:08:37.254" v="1933" actId="478"/>
          <ac:spMkLst>
            <pc:docMk/>
            <pc:sldMk cId="0" sldId="283"/>
            <ac:spMk id="88" creationId="{00000000-0000-0000-0000-000000000000}"/>
          </ac:spMkLst>
        </pc:spChg>
        <pc:spChg chg="del">
          <ac:chgData name="JAEYEON KIM" userId="5fd88c3b828d6b87" providerId="LiveId" clId="{4DEEB11C-6F4E-434B-9DEA-240AA84EFB01}" dt="2026-05-26T08:08:38.017" v="1934" actId="478"/>
          <ac:spMkLst>
            <pc:docMk/>
            <pc:sldMk cId="0" sldId="283"/>
            <ac:spMk id="89" creationId="{00000000-0000-0000-0000-000000000000}"/>
          </ac:spMkLst>
        </pc:spChg>
        <pc:spChg chg="del">
          <ac:chgData name="JAEYEON KIM" userId="5fd88c3b828d6b87" providerId="LiveId" clId="{4DEEB11C-6F4E-434B-9DEA-240AA84EFB01}" dt="2026-05-26T08:08:39.687" v="1935" actId="478"/>
          <ac:spMkLst>
            <pc:docMk/>
            <pc:sldMk cId="0" sldId="283"/>
            <ac:spMk id="90" creationId="{00000000-0000-0000-0000-000000000000}"/>
          </ac:spMkLst>
        </pc:spChg>
        <pc:spChg chg="del">
          <ac:chgData name="JAEYEON KIM" userId="5fd88c3b828d6b87" providerId="LiveId" clId="{4DEEB11C-6F4E-434B-9DEA-240AA84EFB01}" dt="2026-05-26T08:08:41.954" v="1938" actId="478"/>
          <ac:spMkLst>
            <pc:docMk/>
            <pc:sldMk cId="0" sldId="283"/>
            <ac:spMk id="91" creationId="{00000000-0000-0000-0000-000000000000}"/>
          </ac:spMkLst>
        </pc:spChg>
        <pc:spChg chg="del">
          <ac:chgData name="JAEYEON KIM" userId="5fd88c3b828d6b87" providerId="LiveId" clId="{4DEEB11C-6F4E-434B-9DEA-240AA84EFB01}" dt="2026-05-26T08:08:41.356" v="1937" actId="478"/>
          <ac:spMkLst>
            <pc:docMk/>
            <pc:sldMk cId="0" sldId="283"/>
            <ac:spMk id="92" creationId="{00000000-0000-0000-0000-000000000000}"/>
          </ac:spMkLst>
        </pc:spChg>
      </pc:sldChg>
      <pc:sldChg chg="modSp add mod modShow">
        <pc:chgData name="JAEYEON KIM" userId="5fd88c3b828d6b87" providerId="LiveId" clId="{4DEEB11C-6F4E-434B-9DEA-240AA84EFB01}" dt="2026-05-27T05:43:11.639" v="5471" actId="729"/>
        <pc:sldMkLst>
          <pc:docMk/>
          <pc:sldMk cId="0" sldId="284"/>
        </pc:sldMkLst>
        <pc:spChg chg="mod">
          <ac:chgData name="JAEYEON KIM" userId="5fd88c3b828d6b87" providerId="LiveId" clId="{4DEEB11C-6F4E-434B-9DEA-240AA84EFB01}" dt="2026-05-26T08:07:44.326" v="1927" actId="1076"/>
          <ac:spMkLst>
            <pc:docMk/>
            <pc:sldMk cId="0" sldId="284"/>
            <ac:spMk id="2" creationId="{00000000-0000-0000-0000-000000000000}"/>
          </ac:spMkLst>
        </pc:spChg>
        <pc:spChg chg="mod">
          <ac:chgData name="JAEYEON KIM" userId="5fd88c3b828d6b87" providerId="LiveId" clId="{4DEEB11C-6F4E-434B-9DEA-240AA84EFB01}" dt="2026-05-26T07:26:39.664" v="1389" actId="208"/>
          <ac:spMkLst>
            <pc:docMk/>
            <pc:sldMk cId="0" sldId="284"/>
            <ac:spMk id="20" creationId="{00000000-0000-0000-0000-000000000000}"/>
          </ac:spMkLst>
        </pc:spChg>
        <pc:spChg chg="mod">
          <ac:chgData name="JAEYEON KIM" userId="5fd88c3b828d6b87" providerId="LiveId" clId="{4DEEB11C-6F4E-434B-9DEA-240AA84EFB01}" dt="2026-05-26T07:26:34.025" v="1388" actId="1076"/>
          <ac:spMkLst>
            <pc:docMk/>
            <pc:sldMk cId="0" sldId="284"/>
            <ac:spMk id="21" creationId="{00000000-0000-0000-0000-000000000000}"/>
          </ac:spMkLst>
        </pc:spChg>
        <pc:spChg chg="mod">
          <ac:chgData name="JAEYEON KIM" userId="5fd88c3b828d6b87" providerId="LiveId" clId="{4DEEB11C-6F4E-434B-9DEA-240AA84EFB01}" dt="2026-05-26T07:26:32.036" v="1387" actId="208"/>
          <ac:spMkLst>
            <pc:docMk/>
            <pc:sldMk cId="0" sldId="284"/>
            <ac:spMk id="23" creationId="{00000000-0000-0000-0000-000000000000}"/>
          </ac:spMkLst>
        </pc:spChg>
        <pc:spChg chg="mod">
          <ac:chgData name="JAEYEON KIM" userId="5fd88c3b828d6b87" providerId="LiveId" clId="{4DEEB11C-6F4E-434B-9DEA-240AA84EFB01}" dt="2026-05-26T07:26:56.116" v="1390" actId="207"/>
          <ac:spMkLst>
            <pc:docMk/>
            <pc:sldMk cId="0" sldId="284"/>
            <ac:spMk id="27" creationId="{00000000-0000-0000-0000-000000000000}"/>
          </ac:spMkLst>
        </pc:spChg>
      </pc:sldChg>
      <pc:sldChg chg="addSp modSp add del mod">
        <pc:chgData name="JAEYEON KIM" userId="5fd88c3b828d6b87" providerId="LiveId" clId="{4DEEB11C-6F4E-434B-9DEA-240AA84EFB01}" dt="2026-05-27T01:45:30.720" v="3114" actId="2696"/>
        <pc:sldMkLst>
          <pc:docMk/>
          <pc:sldMk cId="0" sldId="285"/>
        </pc:sldMkLst>
        <pc:spChg chg="mod">
          <ac:chgData name="JAEYEON KIM" userId="5fd88c3b828d6b87" providerId="LiveId" clId="{4DEEB11C-6F4E-434B-9DEA-240AA84EFB01}" dt="2026-05-27T01:28:23.822" v="2620" actId="14100"/>
          <ac:spMkLst>
            <pc:docMk/>
            <pc:sldMk cId="0" sldId="285"/>
            <ac:spMk id="2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08.429" v="2615" actId="164"/>
          <ac:spMkLst>
            <pc:docMk/>
            <pc:sldMk cId="0" sldId="285"/>
            <ac:spMk id="17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08.429" v="2615" actId="164"/>
          <ac:spMkLst>
            <pc:docMk/>
            <pc:sldMk cId="0" sldId="285"/>
            <ac:spMk id="18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08.429" v="2615" actId="164"/>
          <ac:spMkLst>
            <pc:docMk/>
            <pc:sldMk cId="0" sldId="285"/>
            <ac:spMk id="21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08.429" v="2615" actId="164"/>
          <ac:spMkLst>
            <pc:docMk/>
            <pc:sldMk cId="0" sldId="285"/>
            <ac:spMk id="25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08.429" v="2615" actId="164"/>
          <ac:spMkLst>
            <pc:docMk/>
            <pc:sldMk cId="0" sldId="285"/>
            <ac:spMk id="26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08.429" v="2615" actId="164"/>
          <ac:spMkLst>
            <pc:docMk/>
            <pc:sldMk cId="0" sldId="285"/>
            <ac:spMk id="30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08.429" v="2615" actId="164"/>
          <ac:spMkLst>
            <pc:docMk/>
            <pc:sldMk cId="0" sldId="285"/>
            <ac:spMk id="33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08.429" v="2615" actId="164"/>
          <ac:spMkLst>
            <pc:docMk/>
            <pc:sldMk cId="0" sldId="285"/>
            <ac:spMk id="37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08.429" v="2615" actId="164"/>
          <ac:spMkLst>
            <pc:docMk/>
            <pc:sldMk cId="0" sldId="285"/>
            <ac:spMk id="39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08.429" v="2615" actId="164"/>
          <ac:spMkLst>
            <pc:docMk/>
            <pc:sldMk cId="0" sldId="285"/>
            <ac:spMk id="40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28.388" v="2621" actId="164"/>
          <ac:spMkLst>
            <pc:docMk/>
            <pc:sldMk cId="0" sldId="285"/>
            <ac:spMk id="47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28.388" v="2621" actId="164"/>
          <ac:spMkLst>
            <pc:docMk/>
            <pc:sldMk cId="0" sldId="285"/>
            <ac:spMk id="48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28.388" v="2621" actId="164"/>
          <ac:spMkLst>
            <pc:docMk/>
            <pc:sldMk cId="0" sldId="285"/>
            <ac:spMk id="51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28.388" v="2621" actId="164"/>
          <ac:spMkLst>
            <pc:docMk/>
            <pc:sldMk cId="0" sldId="285"/>
            <ac:spMk id="52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28.388" v="2621" actId="164"/>
          <ac:spMkLst>
            <pc:docMk/>
            <pc:sldMk cId="0" sldId="285"/>
            <ac:spMk id="60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28.388" v="2621" actId="164"/>
          <ac:spMkLst>
            <pc:docMk/>
            <pc:sldMk cId="0" sldId="285"/>
            <ac:spMk id="63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28.388" v="2621" actId="164"/>
          <ac:spMkLst>
            <pc:docMk/>
            <pc:sldMk cId="0" sldId="285"/>
            <ac:spMk id="66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28.388" v="2621" actId="164"/>
          <ac:spMkLst>
            <pc:docMk/>
            <pc:sldMk cId="0" sldId="285"/>
            <ac:spMk id="67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28.388" v="2621" actId="164"/>
          <ac:spMkLst>
            <pc:docMk/>
            <pc:sldMk cId="0" sldId="285"/>
            <ac:spMk id="70" creationId="{00000000-0000-0000-0000-000000000000}"/>
          </ac:spMkLst>
        </pc:spChg>
        <pc:spChg chg="mod">
          <ac:chgData name="JAEYEON KIM" userId="5fd88c3b828d6b87" providerId="LiveId" clId="{4DEEB11C-6F4E-434B-9DEA-240AA84EFB01}" dt="2026-05-27T01:28:28.388" v="2621" actId="164"/>
          <ac:spMkLst>
            <pc:docMk/>
            <pc:sldMk cId="0" sldId="285"/>
            <ac:spMk id="72" creationId="{00000000-0000-0000-0000-000000000000}"/>
          </ac:spMkLst>
        </pc:spChg>
      </pc:sldChg>
      <pc:sldChg chg="add del">
        <pc:chgData name="JAEYEON KIM" userId="5fd88c3b828d6b87" providerId="LiveId" clId="{4DEEB11C-6F4E-434B-9DEA-240AA84EFB01}" dt="2026-05-26T05:52:16.230" v="1050" actId="47"/>
        <pc:sldMkLst>
          <pc:docMk/>
          <pc:sldMk cId="0" sldId="286"/>
        </pc:sldMkLst>
      </pc:sldChg>
      <pc:sldChg chg="add">
        <pc:chgData name="JAEYEON KIM" userId="5fd88c3b828d6b87" providerId="LiveId" clId="{4DEEB11C-6F4E-434B-9DEA-240AA84EFB01}" dt="2026-05-26T05:51:20.777" v="972"/>
        <pc:sldMkLst>
          <pc:docMk/>
          <pc:sldMk cId="0" sldId="287"/>
        </pc:sldMkLst>
      </pc:sldChg>
      <pc:sldChg chg="delSp modSp add mod">
        <pc:chgData name="JAEYEON KIM" userId="5fd88c3b828d6b87" providerId="LiveId" clId="{4DEEB11C-6F4E-434B-9DEA-240AA84EFB01}" dt="2026-05-26T05:51:42.153" v="980" actId="478"/>
        <pc:sldMkLst>
          <pc:docMk/>
          <pc:sldMk cId="0" sldId="288"/>
        </pc:sldMkLst>
        <pc:spChg chg="del">
          <ac:chgData name="JAEYEON KIM" userId="5fd88c3b828d6b87" providerId="LiveId" clId="{4DEEB11C-6F4E-434B-9DEA-240AA84EFB01}" dt="2026-05-26T05:51:41.140" v="979" actId="478"/>
          <ac:spMkLst>
            <pc:docMk/>
            <pc:sldMk cId="0" sldId="288"/>
            <ac:spMk id="62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51:34.885" v="974" actId="478"/>
          <ac:spMkLst>
            <pc:docMk/>
            <pc:sldMk cId="0" sldId="288"/>
            <ac:spMk id="63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51:40.085" v="978" actId="478"/>
          <ac:spMkLst>
            <pc:docMk/>
            <pc:sldMk cId="0" sldId="288"/>
            <ac:spMk id="64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51:36.096" v="975" actId="478"/>
          <ac:spMkLst>
            <pc:docMk/>
            <pc:sldMk cId="0" sldId="288"/>
            <ac:spMk id="65" creationId="{00000000-0000-0000-0000-000000000000}"/>
          </ac:spMkLst>
        </pc:spChg>
        <pc:spChg chg="del">
          <ac:chgData name="JAEYEON KIM" userId="5fd88c3b828d6b87" providerId="LiveId" clId="{4DEEB11C-6F4E-434B-9DEA-240AA84EFB01}" dt="2026-05-26T05:51:42.153" v="980" actId="478"/>
          <ac:spMkLst>
            <pc:docMk/>
            <pc:sldMk cId="0" sldId="288"/>
            <ac:spMk id="66" creationId="{00000000-0000-0000-0000-000000000000}"/>
          </ac:spMkLst>
        </pc:spChg>
        <pc:spChg chg="del mod">
          <ac:chgData name="JAEYEON KIM" userId="5fd88c3b828d6b87" providerId="LiveId" clId="{4DEEB11C-6F4E-434B-9DEA-240AA84EFB01}" dt="2026-05-26T05:51:38.468" v="977" actId="478"/>
          <ac:spMkLst>
            <pc:docMk/>
            <pc:sldMk cId="0" sldId="288"/>
            <ac:spMk id="67" creationId="{00000000-0000-0000-0000-000000000000}"/>
          </ac:spMkLst>
        </pc:spChg>
      </pc:sldChg>
      <pc:sldChg chg="modSp add mod">
        <pc:chgData name="JAEYEON KIM" userId="5fd88c3b828d6b87" providerId="LiveId" clId="{4DEEB11C-6F4E-434B-9DEA-240AA84EFB01}" dt="2026-05-26T05:52:13.867" v="1049"/>
        <pc:sldMkLst>
          <pc:docMk/>
          <pc:sldMk cId="62528329" sldId="289"/>
        </pc:sldMkLst>
        <pc:spChg chg="mod">
          <ac:chgData name="JAEYEON KIM" userId="5fd88c3b828d6b87" providerId="LiveId" clId="{4DEEB11C-6F4E-434B-9DEA-240AA84EFB01}" dt="2026-05-26T05:52:03.993" v="1048" actId="20577"/>
          <ac:spMkLst>
            <pc:docMk/>
            <pc:sldMk cId="62528329" sldId="289"/>
            <ac:spMk id="6" creationId="{5D0B5FF8-465E-4CFA-C57B-9E18DD7F63D3}"/>
          </ac:spMkLst>
        </pc:spChg>
        <pc:spChg chg="mod">
          <ac:chgData name="JAEYEON KIM" userId="5fd88c3b828d6b87" providerId="LiveId" clId="{4DEEB11C-6F4E-434B-9DEA-240AA84EFB01}" dt="2026-05-26T05:52:13.867" v="1049"/>
          <ac:spMkLst>
            <pc:docMk/>
            <pc:sldMk cId="62528329" sldId="289"/>
            <ac:spMk id="7" creationId="{5266FDA1-90EB-522A-44CE-CF9A8688A54F}"/>
          </ac:spMkLst>
        </pc:spChg>
      </pc:sldChg>
      <pc:sldChg chg="addSp delSp modSp new mod ord">
        <pc:chgData name="JAEYEON KIM" userId="5fd88c3b828d6b87" providerId="LiveId" clId="{4DEEB11C-6F4E-434B-9DEA-240AA84EFB01}" dt="2026-05-27T04:27:34.924" v="5025" actId="1076"/>
        <pc:sldMkLst>
          <pc:docMk/>
          <pc:sldMk cId="2299891925" sldId="290"/>
        </pc:sldMkLst>
        <pc:spChg chg="mod">
          <ac:chgData name="JAEYEON KIM" userId="5fd88c3b828d6b87" providerId="LiveId" clId="{4DEEB11C-6F4E-434B-9DEA-240AA84EFB01}" dt="2026-05-26T08:18:08.809" v="2063"/>
          <ac:spMkLst>
            <pc:docMk/>
            <pc:sldMk cId="2299891925" sldId="290"/>
            <ac:spMk id="3" creationId="{7E5EDCE6-6763-7A88-48DB-FBF4B70E433E}"/>
          </ac:spMkLst>
        </pc:spChg>
        <pc:spChg chg="mod">
          <ac:chgData name="JAEYEON KIM" userId="5fd88c3b828d6b87" providerId="LiveId" clId="{4DEEB11C-6F4E-434B-9DEA-240AA84EFB01}" dt="2026-05-26T08:18:08.809" v="2063"/>
          <ac:spMkLst>
            <pc:docMk/>
            <pc:sldMk cId="2299891925" sldId="290"/>
            <ac:spMk id="4" creationId="{C4B715A6-9E5E-2F4C-0E30-689FA7D7F67E}"/>
          </ac:spMkLst>
        </pc:spChg>
        <pc:spChg chg="del mod">
          <ac:chgData name="JAEYEON KIM" userId="5fd88c3b828d6b87" providerId="LiveId" clId="{4DEEB11C-6F4E-434B-9DEA-240AA84EFB01}" dt="2026-05-27T02:07:26.162" v="3406" actId="478"/>
          <ac:spMkLst>
            <pc:docMk/>
            <pc:sldMk cId="2299891925" sldId="290"/>
            <ac:spMk id="5" creationId="{6EA881B6-DBB1-BE91-3EA6-91216AAEEBB1}"/>
          </ac:spMkLst>
        </pc:spChg>
        <pc:spChg chg="mod">
          <ac:chgData name="JAEYEON KIM" userId="5fd88c3b828d6b87" providerId="LiveId" clId="{4DEEB11C-6F4E-434B-9DEA-240AA84EFB01}" dt="2026-05-26T08:18:08.809" v="2063"/>
          <ac:spMkLst>
            <pc:docMk/>
            <pc:sldMk cId="2299891925" sldId="290"/>
            <ac:spMk id="6" creationId="{67E90BC6-E16D-A051-415C-79D27F5B0BB2}"/>
          </ac:spMkLst>
        </pc:spChg>
        <pc:spChg chg="mod">
          <ac:chgData name="JAEYEON KIM" userId="5fd88c3b828d6b87" providerId="LiveId" clId="{4DEEB11C-6F4E-434B-9DEA-240AA84EFB01}" dt="2026-05-26T08:18:08.809" v="2063"/>
          <ac:spMkLst>
            <pc:docMk/>
            <pc:sldMk cId="2299891925" sldId="290"/>
            <ac:spMk id="7" creationId="{1E314C49-154B-B89D-AED6-809DFF7CA61A}"/>
          </ac:spMkLst>
        </pc:spChg>
        <pc:spChg chg="mod">
          <ac:chgData name="JAEYEON KIM" userId="5fd88c3b828d6b87" providerId="LiveId" clId="{4DEEB11C-6F4E-434B-9DEA-240AA84EFB01}" dt="2026-05-26T08:18:08.809" v="2063"/>
          <ac:spMkLst>
            <pc:docMk/>
            <pc:sldMk cId="2299891925" sldId="290"/>
            <ac:spMk id="8" creationId="{6BB39C6C-B7B6-D5C0-2E3D-3C9D382EFB47}"/>
          </ac:spMkLst>
        </pc:spChg>
        <pc:spChg chg="add mod">
          <ac:chgData name="JAEYEON KIM" userId="5fd88c3b828d6b87" providerId="LiveId" clId="{4DEEB11C-6F4E-434B-9DEA-240AA84EFB01}" dt="2026-05-27T02:08:42.931" v="3428" actId="1076"/>
          <ac:spMkLst>
            <pc:docMk/>
            <pc:sldMk cId="2299891925" sldId="290"/>
            <ac:spMk id="9" creationId="{F46C3698-1E8F-9F10-8A40-1275585E1DEF}"/>
          </ac:spMkLst>
        </pc:spChg>
        <pc:spChg chg="add del mod">
          <ac:chgData name="JAEYEON KIM" userId="5fd88c3b828d6b87" providerId="LiveId" clId="{4DEEB11C-6F4E-434B-9DEA-240AA84EFB01}" dt="2026-05-27T02:08:49.584" v="3430" actId="478"/>
          <ac:spMkLst>
            <pc:docMk/>
            <pc:sldMk cId="2299891925" sldId="290"/>
            <ac:spMk id="10" creationId="{1817B735-130E-5617-1A88-E11C8FFF482D}"/>
          </ac:spMkLst>
        </pc:spChg>
        <pc:spChg chg="mod">
          <ac:chgData name="JAEYEON KIM" userId="5fd88c3b828d6b87" providerId="LiveId" clId="{4DEEB11C-6F4E-434B-9DEA-240AA84EFB01}" dt="2026-05-26T05:53:10.410" v="1060"/>
          <ac:spMkLst>
            <pc:docMk/>
            <pc:sldMk cId="2299891925" sldId="290"/>
            <ac:spMk id="10" creationId="{23D7D3E2-C5F6-3543-3FFB-A9E8BE7000F7}"/>
          </ac:spMkLst>
        </pc:spChg>
        <pc:spChg chg="add del mod">
          <ac:chgData name="JAEYEON KIM" userId="5fd88c3b828d6b87" providerId="LiveId" clId="{4DEEB11C-6F4E-434B-9DEA-240AA84EFB01}" dt="2026-05-27T02:08:47.723" v="3429" actId="478"/>
          <ac:spMkLst>
            <pc:docMk/>
            <pc:sldMk cId="2299891925" sldId="290"/>
            <ac:spMk id="11" creationId="{00F8AC69-DE36-A5EF-9660-4D4C644F2925}"/>
          </ac:spMkLst>
        </pc:spChg>
        <pc:spChg chg="mod">
          <ac:chgData name="JAEYEON KIM" userId="5fd88c3b828d6b87" providerId="LiveId" clId="{4DEEB11C-6F4E-434B-9DEA-240AA84EFB01}" dt="2026-05-26T05:53:10.410" v="1060"/>
          <ac:spMkLst>
            <pc:docMk/>
            <pc:sldMk cId="2299891925" sldId="290"/>
            <ac:spMk id="11" creationId="{932B6E95-83FB-9D2C-B437-D0A4DA7D9ECD}"/>
          </ac:spMkLst>
        </pc:spChg>
        <pc:spChg chg="mod">
          <ac:chgData name="JAEYEON KIM" userId="5fd88c3b828d6b87" providerId="LiveId" clId="{4DEEB11C-6F4E-434B-9DEA-240AA84EFB01}" dt="2026-05-26T05:53:10.410" v="1060"/>
          <ac:spMkLst>
            <pc:docMk/>
            <pc:sldMk cId="2299891925" sldId="290"/>
            <ac:spMk id="12" creationId="{D9E12E67-08B2-4C10-E46B-EDFA9AA4F99A}"/>
          </ac:spMkLst>
        </pc:spChg>
        <pc:spChg chg="mod">
          <ac:chgData name="JAEYEON KIM" userId="5fd88c3b828d6b87" providerId="LiveId" clId="{4DEEB11C-6F4E-434B-9DEA-240AA84EFB01}" dt="2026-05-27T04:27:30.846" v="5024"/>
          <ac:spMkLst>
            <pc:docMk/>
            <pc:sldMk cId="2299891925" sldId="290"/>
            <ac:spMk id="13" creationId="{9F016E9F-E6C2-D624-E0DA-3CD6E49475CD}"/>
          </ac:spMkLst>
        </pc:spChg>
        <pc:spChg chg="mod">
          <ac:chgData name="JAEYEON KIM" userId="5fd88c3b828d6b87" providerId="LiveId" clId="{4DEEB11C-6F4E-434B-9DEA-240AA84EFB01}" dt="2026-05-26T05:53:10.410" v="1060"/>
          <ac:spMkLst>
            <pc:docMk/>
            <pc:sldMk cId="2299891925" sldId="290"/>
            <ac:spMk id="13" creationId="{F3CFDBED-547C-1D3C-FDBF-3AE000A3DDC2}"/>
          </ac:spMkLst>
        </pc:spChg>
        <pc:spChg chg="mod">
          <ac:chgData name="JAEYEON KIM" userId="5fd88c3b828d6b87" providerId="LiveId" clId="{4DEEB11C-6F4E-434B-9DEA-240AA84EFB01}" dt="2026-05-27T04:27:30.846" v="5024"/>
          <ac:spMkLst>
            <pc:docMk/>
            <pc:sldMk cId="2299891925" sldId="290"/>
            <ac:spMk id="14" creationId="{097D71CF-0E52-411C-D7DA-360DDA9B998A}"/>
          </ac:spMkLst>
        </pc:spChg>
        <pc:spChg chg="mod">
          <ac:chgData name="JAEYEON KIM" userId="5fd88c3b828d6b87" providerId="LiveId" clId="{4DEEB11C-6F4E-434B-9DEA-240AA84EFB01}" dt="2026-05-26T05:53:10.410" v="1060"/>
          <ac:spMkLst>
            <pc:docMk/>
            <pc:sldMk cId="2299891925" sldId="290"/>
            <ac:spMk id="14" creationId="{8AE19762-4F1B-AA34-F5A4-CCB621B6925E}"/>
          </ac:spMkLst>
        </pc:spChg>
        <pc:spChg chg="mod">
          <ac:chgData name="JAEYEON KIM" userId="5fd88c3b828d6b87" providerId="LiveId" clId="{4DEEB11C-6F4E-434B-9DEA-240AA84EFB01}" dt="2026-05-27T04:27:30.846" v="5024"/>
          <ac:spMkLst>
            <pc:docMk/>
            <pc:sldMk cId="2299891925" sldId="290"/>
            <ac:spMk id="15" creationId="{7592A8B4-0249-6240-793E-795CCFF0D9FA}"/>
          </ac:spMkLst>
        </pc:spChg>
        <pc:spChg chg="mod">
          <ac:chgData name="JAEYEON KIM" userId="5fd88c3b828d6b87" providerId="LiveId" clId="{4DEEB11C-6F4E-434B-9DEA-240AA84EFB01}" dt="2026-05-26T05:53:10.410" v="1060"/>
          <ac:spMkLst>
            <pc:docMk/>
            <pc:sldMk cId="2299891925" sldId="290"/>
            <ac:spMk id="15" creationId="{BDA4A81E-BCD3-FC3A-ED89-36E3B580754E}"/>
          </ac:spMkLst>
        </pc:spChg>
        <pc:spChg chg="mod">
          <ac:chgData name="JAEYEON KIM" userId="5fd88c3b828d6b87" providerId="LiveId" clId="{4DEEB11C-6F4E-434B-9DEA-240AA84EFB01}" dt="2026-05-26T05:54:18.531" v="1083"/>
          <ac:spMkLst>
            <pc:docMk/>
            <pc:sldMk cId="2299891925" sldId="290"/>
            <ac:spMk id="17" creationId="{69A75C03-4F2E-3BDE-AE3E-BCE4263F35A8}"/>
          </ac:spMkLst>
        </pc:spChg>
        <pc:spChg chg="mod">
          <ac:chgData name="JAEYEON KIM" userId="5fd88c3b828d6b87" providerId="LiveId" clId="{4DEEB11C-6F4E-434B-9DEA-240AA84EFB01}" dt="2026-05-26T05:54:18.531" v="1083"/>
          <ac:spMkLst>
            <pc:docMk/>
            <pc:sldMk cId="2299891925" sldId="290"/>
            <ac:spMk id="18" creationId="{8C6A2A1F-6132-1631-7C9D-6D29E7C45B5E}"/>
          </ac:spMkLst>
        </pc:spChg>
        <pc:spChg chg="mod">
          <ac:chgData name="JAEYEON KIM" userId="5fd88c3b828d6b87" providerId="LiveId" clId="{4DEEB11C-6F4E-434B-9DEA-240AA84EFB01}" dt="2026-05-26T05:54:18.531" v="1083"/>
          <ac:spMkLst>
            <pc:docMk/>
            <pc:sldMk cId="2299891925" sldId="290"/>
            <ac:spMk id="19" creationId="{8CEC03A6-2970-4432-AC66-A6E874DE53AB}"/>
          </ac:spMkLst>
        </pc:spChg>
        <pc:spChg chg="mod">
          <ac:chgData name="JAEYEON KIM" userId="5fd88c3b828d6b87" providerId="LiveId" clId="{4DEEB11C-6F4E-434B-9DEA-240AA84EFB01}" dt="2026-05-26T05:54:18.531" v="1083"/>
          <ac:spMkLst>
            <pc:docMk/>
            <pc:sldMk cId="2299891925" sldId="290"/>
            <ac:spMk id="20" creationId="{A2FC74F2-B793-4306-18F5-F6AB0973043B}"/>
          </ac:spMkLst>
        </pc:spChg>
        <pc:spChg chg="mod">
          <ac:chgData name="JAEYEON KIM" userId="5fd88c3b828d6b87" providerId="LiveId" clId="{4DEEB11C-6F4E-434B-9DEA-240AA84EFB01}" dt="2026-05-26T05:54:18.531" v="1083"/>
          <ac:spMkLst>
            <pc:docMk/>
            <pc:sldMk cId="2299891925" sldId="290"/>
            <ac:spMk id="21" creationId="{680321F2-F2BE-6063-1D5C-0E8A6680DBE9}"/>
          </ac:spMkLst>
        </pc:spChg>
        <pc:spChg chg="mod">
          <ac:chgData name="JAEYEON KIM" userId="5fd88c3b828d6b87" providerId="LiveId" clId="{4DEEB11C-6F4E-434B-9DEA-240AA84EFB01}" dt="2026-05-26T05:54:18.531" v="1083"/>
          <ac:spMkLst>
            <pc:docMk/>
            <pc:sldMk cId="2299891925" sldId="290"/>
            <ac:spMk id="22" creationId="{2DA0E0B5-D46E-3CE6-9CFB-5A9959673F95}"/>
          </ac:spMkLst>
        </pc:spChg>
        <pc:spChg chg="add mod">
          <ac:chgData name="JAEYEON KIM" userId="5fd88c3b828d6b87" providerId="LiveId" clId="{4DEEB11C-6F4E-434B-9DEA-240AA84EFB01}" dt="2026-05-26T08:18:08.809" v="2063"/>
          <ac:spMkLst>
            <pc:docMk/>
            <pc:sldMk cId="2299891925" sldId="290"/>
            <ac:spMk id="23" creationId="{5335EB80-B3CF-6B49-C16E-8E765D70906B}"/>
          </ac:spMkLst>
        </pc:spChg>
        <pc:spChg chg="add mod">
          <ac:chgData name="JAEYEON KIM" userId="5fd88c3b828d6b87" providerId="LiveId" clId="{4DEEB11C-6F4E-434B-9DEA-240AA84EFB01}" dt="2026-05-26T08:09:39.845" v="1939"/>
          <ac:spMkLst>
            <pc:docMk/>
            <pc:sldMk cId="2299891925" sldId="290"/>
            <ac:spMk id="25" creationId="{5F883E39-06B0-FE89-2010-D2975CDA3AF4}"/>
          </ac:spMkLst>
        </pc:spChg>
        <pc:spChg chg="mod">
          <ac:chgData name="JAEYEON KIM" userId="5fd88c3b828d6b87" providerId="LiveId" clId="{4DEEB11C-6F4E-434B-9DEA-240AA84EFB01}" dt="2026-05-26T08:10:13.961" v="1945" actId="13822"/>
          <ac:spMkLst>
            <pc:docMk/>
            <pc:sldMk cId="2299891925" sldId="290"/>
            <ac:spMk id="26" creationId="{25CFFD86-959E-EC84-F078-ADB447E22E5A}"/>
          </ac:spMkLst>
        </pc:spChg>
        <pc:spChg chg="del">
          <ac:chgData name="JAEYEON KIM" userId="5fd88c3b828d6b87" providerId="LiveId" clId="{4DEEB11C-6F4E-434B-9DEA-240AA84EFB01}" dt="2026-05-27T02:25:23.603" v="3891" actId="478"/>
          <ac:spMkLst>
            <pc:docMk/>
            <pc:sldMk cId="2299891925" sldId="290"/>
            <ac:spMk id="27" creationId="{24ED980B-D56D-8896-2999-856FDBB15C35}"/>
          </ac:spMkLst>
        </pc:spChg>
        <pc:spChg chg="del mod">
          <ac:chgData name="JAEYEON KIM" userId="5fd88c3b828d6b87" providerId="LiveId" clId="{4DEEB11C-6F4E-434B-9DEA-240AA84EFB01}" dt="2026-05-27T02:25:23.603" v="3891" actId="478"/>
          <ac:spMkLst>
            <pc:docMk/>
            <pc:sldMk cId="2299891925" sldId="290"/>
            <ac:spMk id="28" creationId="{29A776A1-03C5-934A-7069-1D5F8C979C60}"/>
          </ac:spMkLst>
        </pc:spChg>
        <pc:spChg chg="mod">
          <ac:chgData name="JAEYEON KIM" userId="5fd88c3b828d6b87" providerId="LiveId" clId="{4DEEB11C-6F4E-434B-9DEA-240AA84EFB01}" dt="2026-05-26T08:10:20.251" v="1946" actId="207"/>
          <ac:spMkLst>
            <pc:docMk/>
            <pc:sldMk cId="2299891925" sldId="290"/>
            <ac:spMk id="29" creationId="{2D3A482E-F280-81EF-A360-9B301BDAC40B}"/>
          </ac:spMkLst>
        </pc:spChg>
        <pc:spChg chg="del mod">
          <ac:chgData name="JAEYEON KIM" userId="5fd88c3b828d6b87" providerId="LiveId" clId="{4DEEB11C-6F4E-434B-9DEA-240AA84EFB01}" dt="2026-05-27T02:25:23.603" v="3891" actId="478"/>
          <ac:spMkLst>
            <pc:docMk/>
            <pc:sldMk cId="2299891925" sldId="290"/>
            <ac:spMk id="30" creationId="{47206E91-B750-7C36-10E8-5390636BC55E}"/>
          </ac:spMkLst>
        </pc:spChg>
        <pc:spChg chg="del mod">
          <ac:chgData name="JAEYEON KIM" userId="5fd88c3b828d6b87" providerId="LiveId" clId="{4DEEB11C-6F4E-434B-9DEA-240AA84EFB01}" dt="2026-05-27T02:25:19.481" v="3890" actId="478"/>
          <ac:spMkLst>
            <pc:docMk/>
            <pc:sldMk cId="2299891925" sldId="290"/>
            <ac:spMk id="31" creationId="{8CDCF73A-43ED-F076-E167-DFB50FD9EDDA}"/>
          </ac:spMkLst>
        </pc:spChg>
        <pc:spChg chg="add mod">
          <ac:chgData name="JAEYEON KIM" userId="5fd88c3b828d6b87" providerId="LiveId" clId="{4DEEB11C-6F4E-434B-9DEA-240AA84EFB01}" dt="2026-05-26T08:10:28.662" v="1948" actId="207"/>
          <ac:spMkLst>
            <pc:docMk/>
            <pc:sldMk cId="2299891925" sldId="290"/>
            <ac:spMk id="32" creationId="{2DE34014-F839-5336-4A53-4937FC9DAEA2}"/>
          </ac:spMkLst>
        </pc:spChg>
        <pc:spChg chg="del mod">
          <ac:chgData name="JAEYEON KIM" userId="5fd88c3b828d6b87" providerId="LiveId" clId="{4DEEB11C-6F4E-434B-9DEA-240AA84EFB01}" dt="2026-05-27T02:25:19.481" v="3890" actId="478"/>
          <ac:spMkLst>
            <pc:docMk/>
            <pc:sldMk cId="2299891925" sldId="290"/>
            <ac:spMk id="34" creationId="{A05D5426-4095-B303-4A54-CE7826344CBB}"/>
          </ac:spMkLst>
        </pc:spChg>
        <pc:spChg chg="del mod">
          <ac:chgData name="JAEYEON KIM" userId="5fd88c3b828d6b87" providerId="LiveId" clId="{4DEEB11C-6F4E-434B-9DEA-240AA84EFB01}" dt="2026-05-27T02:25:19.481" v="3890" actId="478"/>
          <ac:spMkLst>
            <pc:docMk/>
            <pc:sldMk cId="2299891925" sldId="290"/>
            <ac:spMk id="35" creationId="{7672DDBE-02CE-B3F4-1A14-13FCD904B66B}"/>
          </ac:spMkLst>
        </pc:spChg>
        <pc:spChg chg="del mod">
          <ac:chgData name="JAEYEON KIM" userId="5fd88c3b828d6b87" providerId="LiveId" clId="{4DEEB11C-6F4E-434B-9DEA-240AA84EFB01}" dt="2026-05-27T02:25:19.481" v="3890" actId="478"/>
          <ac:spMkLst>
            <pc:docMk/>
            <pc:sldMk cId="2299891925" sldId="290"/>
            <ac:spMk id="37" creationId="{CEF7990E-34E0-5019-A63C-F7943F3DC69C}"/>
          </ac:spMkLst>
        </pc:spChg>
        <pc:spChg chg="mod">
          <ac:chgData name="JAEYEON KIM" userId="5fd88c3b828d6b87" providerId="LiveId" clId="{4DEEB11C-6F4E-434B-9DEA-240AA84EFB01}" dt="2026-05-26T08:10:45.971" v="1949" actId="207"/>
          <ac:spMkLst>
            <pc:docMk/>
            <pc:sldMk cId="2299891925" sldId="290"/>
            <ac:spMk id="38" creationId="{27EB80B5-63D5-C281-C0C5-8557ED31E91B}"/>
          </ac:spMkLst>
        </pc:spChg>
        <pc:spChg chg="del">
          <ac:chgData name="JAEYEON KIM" userId="5fd88c3b828d6b87" providerId="LiveId" clId="{4DEEB11C-6F4E-434B-9DEA-240AA84EFB01}" dt="2026-05-27T02:25:19.481" v="3890" actId="478"/>
          <ac:spMkLst>
            <pc:docMk/>
            <pc:sldMk cId="2299891925" sldId="290"/>
            <ac:spMk id="39" creationId="{3B5C82AC-6B74-C448-8C1A-78075C807546}"/>
          </ac:spMkLst>
        </pc:spChg>
        <pc:spChg chg="del mod">
          <ac:chgData name="JAEYEON KIM" userId="5fd88c3b828d6b87" providerId="LiveId" clId="{4DEEB11C-6F4E-434B-9DEA-240AA84EFB01}" dt="2026-05-27T02:25:23.603" v="3891" actId="478"/>
          <ac:spMkLst>
            <pc:docMk/>
            <pc:sldMk cId="2299891925" sldId="290"/>
            <ac:spMk id="40" creationId="{7D5C5E25-D43C-0407-00D8-21B8C9558F94}"/>
          </ac:spMkLst>
        </pc:spChg>
        <pc:spChg chg="del mod">
          <ac:chgData name="JAEYEON KIM" userId="5fd88c3b828d6b87" providerId="LiveId" clId="{4DEEB11C-6F4E-434B-9DEA-240AA84EFB01}" dt="2026-05-27T02:25:23.603" v="3891" actId="478"/>
          <ac:spMkLst>
            <pc:docMk/>
            <pc:sldMk cId="2299891925" sldId="290"/>
            <ac:spMk id="41" creationId="{313A11A4-0144-17DC-068A-D0B58AC5EBEE}"/>
          </ac:spMkLst>
        </pc:spChg>
        <pc:spChg chg="del mod">
          <ac:chgData name="JAEYEON KIM" userId="5fd88c3b828d6b87" providerId="LiveId" clId="{4DEEB11C-6F4E-434B-9DEA-240AA84EFB01}" dt="2026-05-27T02:25:23.603" v="3891" actId="478"/>
          <ac:spMkLst>
            <pc:docMk/>
            <pc:sldMk cId="2299891925" sldId="290"/>
            <ac:spMk id="42" creationId="{0CC9A6AC-D133-61D7-6120-74CCF6542663}"/>
          </ac:spMkLst>
        </pc:spChg>
        <pc:spChg chg="add del mod">
          <ac:chgData name="JAEYEON KIM" userId="5fd88c3b828d6b87" providerId="LiveId" clId="{4DEEB11C-6F4E-434B-9DEA-240AA84EFB01}" dt="2026-05-27T02:25:19.481" v="3890" actId="478"/>
          <ac:spMkLst>
            <pc:docMk/>
            <pc:sldMk cId="2299891925" sldId="290"/>
            <ac:spMk id="43" creationId="{10A88AA7-7E94-66AA-096F-DC024C9320FF}"/>
          </ac:spMkLst>
        </pc:spChg>
        <pc:spChg chg="del mod">
          <ac:chgData name="JAEYEON KIM" userId="5fd88c3b828d6b87" providerId="LiveId" clId="{4DEEB11C-6F4E-434B-9DEA-240AA84EFB01}" dt="2026-05-27T02:25:23.603" v="3891" actId="478"/>
          <ac:spMkLst>
            <pc:docMk/>
            <pc:sldMk cId="2299891925" sldId="290"/>
            <ac:spMk id="44" creationId="{7E104B68-B157-D57D-5288-117D01C1ECFC}"/>
          </ac:spMkLst>
        </pc:spChg>
        <pc:spChg chg="mod">
          <ac:chgData name="JAEYEON KIM" userId="5fd88c3b828d6b87" providerId="LiveId" clId="{4DEEB11C-6F4E-434B-9DEA-240AA84EFB01}" dt="2026-05-26T08:13:26.435" v="1969" actId="207"/>
          <ac:spMkLst>
            <pc:docMk/>
            <pc:sldMk cId="2299891925" sldId="290"/>
            <ac:spMk id="45" creationId="{723D14C1-90EF-8478-CD7A-D2321D27F42E}"/>
          </ac:spMkLst>
        </pc:spChg>
        <pc:spChg chg="del mod">
          <ac:chgData name="JAEYEON KIM" userId="5fd88c3b828d6b87" providerId="LiveId" clId="{4DEEB11C-6F4E-434B-9DEA-240AA84EFB01}" dt="2026-05-27T02:25:19.481" v="3890" actId="478"/>
          <ac:spMkLst>
            <pc:docMk/>
            <pc:sldMk cId="2299891925" sldId="290"/>
            <ac:spMk id="46" creationId="{A11B8E7F-7C83-1063-FA27-CC36D595F52D}"/>
          </ac:spMkLst>
        </pc:spChg>
        <pc:spChg chg="del">
          <ac:chgData name="JAEYEON KIM" userId="5fd88c3b828d6b87" providerId="LiveId" clId="{4DEEB11C-6F4E-434B-9DEA-240AA84EFB01}" dt="2026-05-27T02:25:19.481" v="3890" actId="478"/>
          <ac:spMkLst>
            <pc:docMk/>
            <pc:sldMk cId="2299891925" sldId="290"/>
            <ac:spMk id="47" creationId="{55F385A7-6D6F-7930-DD27-EC7BEE03C345}"/>
          </ac:spMkLst>
        </pc:spChg>
        <pc:spChg chg="add mod">
          <ac:chgData name="JAEYEON KIM" userId="5fd88c3b828d6b87" providerId="LiveId" clId="{4DEEB11C-6F4E-434B-9DEA-240AA84EFB01}" dt="2026-05-26T08:13:26.435" v="1969" actId="207"/>
          <ac:spMkLst>
            <pc:docMk/>
            <pc:sldMk cId="2299891925" sldId="290"/>
            <ac:spMk id="48" creationId="{0BBB5E3D-3387-D842-B3B4-BD93F68DC316}"/>
          </ac:spMkLst>
        </pc:spChg>
        <pc:spChg chg="add mod">
          <ac:chgData name="JAEYEON KIM" userId="5fd88c3b828d6b87" providerId="LiveId" clId="{4DEEB11C-6F4E-434B-9DEA-240AA84EFB01}" dt="2026-05-26T08:10:45.971" v="1949" actId="207"/>
          <ac:spMkLst>
            <pc:docMk/>
            <pc:sldMk cId="2299891925" sldId="290"/>
            <ac:spMk id="49" creationId="{0C89A45F-6536-201A-407B-551281B75A83}"/>
          </ac:spMkLst>
        </pc:spChg>
        <pc:spChg chg="del mod">
          <ac:chgData name="JAEYEON KIM" userId="5fd88c3b828d6b87" providerId="LiveId" clId="{4DEEB11C-6F4E-434B-9DEA-240AA84EFB01}" dt="2026-05-27T02:25:19.481" v="3890" actId="478"/>
          <ac:spMkLst>
            <pc:docMk/>
            <pc:sldMk cId="2299891925" sldId="290"/>
            <ac:spMk id="51" creationId="{879FB780-2E54-DEB7-534B-5739483F0C62}"/>
          </ac:spMkLst>
        </pc:spChg>
        <pc:spChg chg="del mod">
          <ac:chgData name="JAEYEON KIM" userId="5fd88c3b828d6b87" providerId="LiveId" clId="{4DEEB11C-6F4E-434B-9DEA-240AA84EFB01}" dt="2026-05-27T02:25:19.481" v="3890" actId="478"/>
          <ac:spMkLst>
            <pc:docMk/>
            <pc:sldMk cId="2299891925" sldId="290"/>
            <ac:spMk id="52" creationId="{0BD9C1D3-EC7E-03BA-C313-DA61286C956C}"/>
          </ac:spMkLst>
        </pc:spChg>
        <pc:spChg chg="del mod">
          <ac:chgData name="JAEYEON KIM" userId="5fd88c3b828d6b87" providerId="LiveId" clId="{4DEEB11C-6F4E-434B-9DEA-240AA84EFB01}" dt="2026-05-27T02:25:23.603" v="3891" actId="478"/>
          <ac:spMkLst>
            <pc:docMk/>
            <pc:sldMk cId="2299891925" sldId="290"/>
            <ac:spMk id="54" creationId="{E22C65F3-FE3E-59EF-6D59-A37A56E781C8}"/>
          </ac:spMkLst>
        </pc:spChg>
        <pc:spChg chg="del mod">
          <ac:chgData name="JAEYEON KIM" userId="5fd88c3b828d6b87" providerId="LiveId" clId="{4DEEB11C-6F4E-434B-9DEA-240AA84EFB01}" dt="2026-05-27T02:25:23.603" v="3891" actId="478"/>
          <ac:spMkLst>
            <pc:docMk/>
            <pc:sldMk cId="2299891925" sldId="290"/>
            <ac:spMk id="55" creationId="{AA01ACDA-392B-7A96-A734-725680885627}"/>
          </ac:spMkLst>
        </pc:spChg>
        <pc:spChg chg="del mod">
          <ac:chgData name="JAEYEON KIM" userId="5fd88c3b828d6b87" providerId="LiveId" clId="{4DEEB11C-6F4E-434B-9DEA-240AA84EFB01}" dt="2026-05-27T02:25:23.603" v="3891" actId="478"/>
          <ac:spMkLst>
            <pc:docMk/>
            <pc:sldMk cId="2299891925" sldId="290"/>
            <ac:spMk id="56" creationId="{A30558A7-16C1-40F5-D8A5-D9BAF5090973}"/>
          </ac:spMkLst>
        </pc:spChg>
        <pc:spChg chg="add mod">
          <ac:chgData name="JAEYEON KIM" userId="5fd88c3b828d6b87" providerId="LiveId" clId="{4DEEB11C-6F4E-434B-9DEA-240AA84EFB01}" dt="2026-05-26T08:16:02.819" v="1994" actId="164"/>
          <ac:spMkLst>
            <pc:docMk/>
            <pc:sldMk cId="2299891925" sldId="290"/>
            <ac:spMk id="57" creationId="{4838AFE6-EDEA-10FF-7C5F-1B5F48444996}"/>
          </ac:spMkLst>
        </pc:spChg>
        <pc:spChg chg="add mod">
          <ac:chgData name="JAEYEON KIM" userId="5fd88c3b828d6b87" providerId="LiveId" clId="{4DEEB11C-6F4E-434B-9DEA-240AA84EFB01}" dt="2026-05-26T08:16:02.819" v="1994" actId="164"/>
          <ac:spMkLst>
            <pc:docMk/>
            <pc:sldMk cId="2299891925" sldId="290"/>
            <ac:spMk id="58" creationId="{4CFDFE81-87D9-9362-459C-63F25C6EAB90}"/>
          </ac:spMkLst>
        </pc:spChg>
        <pc:spChg chg="mod">
          <ac:chgData name="JAEYEON KIM" userId="5fd88c3b828d6b87" providerId="LiveId" clId="{4DEEB11C-6F4E-434B-9DEA-240AA84EFB01}" dt="2026-05-26T08:16:02.819" v="1994" actId="164"/>
          <ac:spMkLst>
            <pc:docMk/>
            <pc:sldMk cId="2299891925" sldId="290"/>
            <ac:spMk id="59" creationId="{F0476E1A-1269-B97F-D777-7ECEC96BCFDE}"/>
          </ac:spMkLst>
        </pc:spChg>
        <pc:spChg chg="mod">
          <ac:chgData name="JAEYEON KIM" userId="5fd88c3b828d6b87" providerId="LiveId" clId="{4DEEB11C-6F4E-434B-9DEA-240AA84EFB01}" dt="2026-05-26T08:15:32.718" v="1991" actId="13822"/>
          <ac:spMkLst>
            <pc:docMk/>
            <pc:sldMk cId="2299891925" sldId="290"/>
            <ac:spMk id="60" creationId="{FDFB595C-D2DB-CB72-6F06-EE46FB3C3D78}"/>
          </ac:spMkLst>
        </pc:spChg>
        <pc:spChg chg="mod">
          <ac:chgData name="JAEYEON KIM" userId="5fd88c3b828d6b87" providerId="LiveId" clId="{4DEEB11C-6F4E-434B-9DEA-240AA84EFB01}" dt="2026-05-26T08:15:09.689" v="1989" actId="165"/>
          <ac:spMkLst>
            <pc:docMk/>
            <pc:sldMk cId="2299891925" sldId="290"/>
            <ac:spMk id="61" creationId="{CE70FBC4-06AF-3D64-06B4-15002F6ABF73}"/>
          </ac:spMkLst>
        </pc:spChg>
        <pc:spChg chg="mod">
          <ac:chgData name="JAEYEON KIM" userId="5fd88c3b828d6b87" providerId="LiveId" clId="{4DEEB11C-6F4E-434B-9DEA-240AA84EFB01}" dt="2026-05-26T08:15:32.718" v="1991" actId="13822"/>
          <ac:spMkLst>
            <pc:docMk/>
            <pc:sldMk cId="2299891925" sldId="290"/>
            <ac:spMk id="62" creationId="{40503DAE-0EDF-078B-1268-21724D3EB624}"/>
          </ac:spMkLst>
        </pc:spChg>
        <pc:spChg chg="mod">
          <ac:chgData name="JAEYEON KIM" userId="5fd88c3b828d6b87" providerId="LiveId" clId="{4DEEB11C-6F4E-434B-9DEA-240AA84EFB01}" dt="2026-05-26T08:15:32.718" v="1991" actId="13822"/>
          <ac:spMkLst>
            <pc:docMk/>
            <pc:sldMk cId="2299891925" sldId="290"/>
            <ac:spMk id="64" creationId="{8402C7B2-12C9-A762-A4A4-C3F582184BBF}"/>
          </ac:spMkLst>
        </pc:spChg>
        <pc:spChg chg="mod">
          <ac:chgData name="JAEYEON KIM" userId="5fd88c3b828d6b87" providerId="LiveId" clId="{4DEEB11C-6F4E-434B-9DEA-240AA84EFB01}" dt="2026-05-26T08:15:32.718" v="1991" actId="13822"/>
          <ac:spMkLst>
            <pc:docMk/>
            <pc:sldMk cId="2299891925" sldId="290"/>
            <ac:spMk id="66" creationId="{1A9F923C-BAEC-0220-1A8C-83CD3A9132B8}"/>
          </ac:spMkLst>
        </pc:spChg>
        <pc:spChg chg="mod">
          <ac:chgData name="JAEYEON KIM" userId="5fd88c3b828d6b87" providerId="LiveId" clId="{4DEEB11C-6F4E-434B-9DEA-240AA84EFB01}" dt="2026-05-26T08:15:09.689" v="1989" actId="165"/>
          <ac:spMkLst>
            <pc:docMk/>
            <pc:sldMk cId="2299891925" sldId="290"/>
            <ac:spMk id="70" creationId="{CFC72561-DBEF-0EC7-94EB-ABF63BADE8D1}"/>
          </ac:spMkLst>
        </pc:spChg>
        <pc:spChg chg="mod">
          <ac:chgData name="JAEYEON KIM" userId="5fd88c3b828d6b87" providerId="LiveId" clId="{4DEEB11C-6F4E-434B-9DEA-240AA84EFB01}" dt="2026-05-26T08:15:09.689" v="1989" actId="165"/>
          <ac:spMkLst>
            <pc:docMk/>
            <pc:sldMk cId="2299891925" sldId="290"/>
            <ac:spMk id="76" creationId="{9EC9815A-68BE-F0FA-F327-239DB05A4884}"/>
          </ac:spMkLst>
        </pc:spChg>
        <pc:spChg chg="add mod">
          <ac:chgData name="JAEYEON KIM" userId="5fd88c3b828d6b87" providerId="LiveId" clId="{4DEEB11C-6F4E-434B-9DEA-240AA84EFB01}" dt="2026-05-26T08:09:39.845" v="1939"/>
          <ac:spMkLst>
            <pc:docMk/>
            <pc:sldMk cId="2299891925" sldId="290"/>
            <ac:spMk id="78" creationId="{A4BC3500-238B-5D37-CF3A-9C27FDB2A35E}"/>
          </ac:spMkLst>
        </pc:spChg>
        <pc:spChg chg="mod">
          <ac:chgData name="JAEYEON KIM" userId="5fd88c3b828d6b87" providerId="LiveId" clId="{4DEEB11C-6F4E-434B-9DEA-240AA84EFB01}" dt="2026-05-26T08:15:09.689" v="1989" actId="165"/>
          <ac:spMkLst>
            <pc:docMk/>
            <pc:sldMk cId="2299891925" sldId="290"/>
            <ac:spMk id="81" creationId="{E76C4467-C5FC-0670-9EC1-AD0CE5B83EB5}"/>
          </ac:spMkLst>
        </pc:spChg>
        <pc:spChg chg="add mod">
          <ac:chgData name="JAEYEON KIM" userId="5fd88c3b828d6b87" providerId="LiveId" clId="{4DEEB11C-6F4E-434B-9DEA-240AA84EFB01}" dt="2026-05-26T08:09:39.845" v="1939"/>
          <ac:spMkLst>
            <pc:docMk/>
            <pc:sldMk cId="2299891925" sldId="290"/>
            <ac:spMk id="82" creationId="{8AD1B785-2D48-E6D5-3EF0-21EF02C5B582}"/>
          </ac:spMkLst>
        </pc:spChg>
        <pc:spChg chg="mod">
          <ac:chgData name="JAEYEON KIM" userId="5fd88c3b828d6b87" providerId="LiveId" clId="{4DEEB11C-6F4E-434B-9DEA-240AA84EFB01}" dt="2026-05-26T08:16:28.566" v="2009" actId="2711"/>
          <ac:spMkLst>
            <pc:docMk/>
            <pc:sldMk cId="2299891925" sldId="290"/>
            <ac:spMk id="83" creationId="{BA221D02-FCE3-0782-5DF2-B5ED08ED7849}"/>
          </ac:spMkLst>
        </pc:spChg>
        <pc:spChg chg="mod">
          <ac:chgData name="JAEYEON KIM" userId="5fd88c3b828d6b87" providerId="LiveId" clId="{4DEEB11C-6F4E-434B-9DEA-240AA84EFB01}" dt="2026-05-26T08:15:09.689" v="1989" actId="165"/>
          <ac:spMkLst>
            <pc:docMk/>
            <pc:sldMk cId="2299891925" sldId="290"/>
            <ac:spMk id="88" creationId="{49C28B25-F98F-1730-E6E6-37D4DEE0ACCA}"/>
          </ac:spMkLst>
        </pc:spChg>
        <pc:spChg chg="mod">
          <ac:chgData name="JAEYEON KIM" userId="5fd88c3b828d6b87" providerId="LiveId" clId="{4DEEB11C-6F4E-434B-9DEA-240AA84EFB01}" dt="2026-05-26T08:15:09.689" v="1989" actId="165"/>
          <ac:spMkLst>
            <pc:docMk/>
            <pc:sldMk cId="2299891925" sldId="290"/>
            <ac:spMk id="89" creationId="{682E8967-DAB6-6F7D-96C7-9ABE51ADAA1F}"/>
          </ac:spMkLst>
        </pc:spChg>
        <pc:spChg chg="add mod">
          <ac:chgData name="JAEYEON KIM" userId="5fd88c3b828d6b87" providerId="LiveId" clId="{4DEEB11C-6F4E-434B-9DEA-240AA84EFB01}" dt="2026-05-26T08:09:39.845" v="1939"/>
          <ac:spMkLst>
            <pc:docMk/>
            <pc:sldMk cId="2299891925" sldId="290"/>
            <ac:spMk id="91" creationId="{00CC7CC8-6895-1DEF-492A-B48554472F63}"/>
          </ac:spMkLst>
        </pc:spChg>
        <pc:spChg chg="mod">
          <ac:chgData name="JAEYEON KIM" userId="5fd88c3b828d6b87" providerId="LiveId" clId="{4DEEB11C-6F4E-434B-9DEA-240AA84EFB01}" dt="2026-05-26T08:15:09.689" v="1989" actId="165"/>
          <ac:spMkLst>
            <pc:docMk/>
            <pc:sldMk cId="2299891925" sldId="290"/>
            <ac:spMk id="95" creationId="{965128B4-456D-D5D0-369F-4C43D1DBBBBB}"/>
          </ac:spMkLst>
        </pc:spChg>
        <pc:spChg chg="mod">
          <ac:chgData name="JAEYEON KIM" userId="5fd88c3b828d6b87" providerId="LiveId" clId="{4DEEB11C-6F4E-434B-9DEA-240AA84EFB01}" dt="2026-05-26T08:15:09.689" v="1989" actId="165"/>
          <ac:spMkLst>
            <pc:docMk/>
            <pc:sldMk cId="2299891925" sldId="290"/>
            <ac:spMk id="96" creationId="{A39B36C5-EEF9-6F8D-6DF8-AB0020DDA944}"/>
          </ac:spMkLst>
        </pc:spChg>
        <pc:spChg chg="mod">
          <ac:chgData name="JAEYEON KIM" userId="5fd88c3b828d6b87" providerId="LiveId" clId="{4DEEB11C-6F4E-434B-9DEA-240AA84EFB01}" dt="2026-05-26T08:15:09.689" v="1989" actId="165"/>
          <ac:spMkLst>
            <pc:docMk/>
            <pc:sldMk cId="2299891925" sldId="290"/>
            <ac:spMk id="97" creationId="{703E45B7-985B-CE2A-D42A-F2BC655482F5}"/>
          </ac:spMkLst>
        </pc:spChg>
        <pc:spChg chg="mod">
          <ac:chgData name="JAEYEON KIM" userId="5fd88c3b828d6b87" providerId="LiveId" clId="{4DEEB11C-6F4E-434B-9DEA-240AA84EFB01}" dt="2026-05-26T08:15:09.689" v="1989" actId="165"/>
          <ac:spMkLst>
            <pc:docMk/>
            <pc:sldMk cId="2299891925" sldId="290"/>
            <ac:spMk id="98" creationId="{72A30B98-76F1-BBCA-6ACB-591B2B9AEB2A}"/>
          </ac:spMkLst>
        </pc:spChg>
        <pc:spChg chg="add mod">
          <ac:chgData name="JAEYEON KIM" userId="5fd88c3b828d6b87" providerId="LiveId" clId="{4DEEB11C-6F4E-434B-9DEA-240AA84EFB01}" dt="2026-05-26T08:12:15.664" v="1959" actId="571"/>
          <ac:spMkLst>
            <pc:docMk/>
            <pc:sldMk cId="2299891925" sldId="290"/>
            <ac:spMk id="100" creationId="{C3FAA0B5-F704-CA05-CBF9-64460E3A5FB4}"/>
          </ac:spMkLst>
        </pc:spChg>
        <pc:spChg chg="add mod">
          <ac:chgData name="JAEYEON KIM" userId="5fd88c3b828d6b87" providerId="LiveId" clId="{4DEEB11C-6F4E-434B-9DEA-240AA84EFB01}" dt="2026-05-26T08:12:15.664" v="1959" actId="571"/>
          <ac:spMkLst>
            <pc:docMk/>
            <pc:sldMk cId="2299891925" sldId="290"/>
            <ac:spMk id="101" creationId="{7162244A-0BDC-C8FB-CCCD-991EB3ACF86A}"/>
          </ac:spMkLst>
        </pc:spChg>
        <pc:spChg chg="add mod">
          <ac:chgData name="JAEYEON KIM" userId="5fd88c3b828d6b87" providerId="LiveId" clId="{4DEEB11C-6F4E-434B-9DEA-240AA84EFB01}" dt="2026-05-26T08:17:06.570" v="2036" actId="2711"/>
          <ac:spMkLst>
            <pc:docMk/>
            <pc:sldMk cId="2299891925" sldId="290"/>
            <ac:spMk id="107" creationId="{874DEE47-99D8-21B1-C4C0-B70302CEA327}"/>
          </ac:spMkLst>
        </pc:spChg>
        <pc:grpChg chg="add mod">
          <ac:chgData name="JAEYEON KIM" userId="5fd88c3b828d6b87" providerId="LiveId" clId="{4DEEB11C-6F4E-434B-9DEA-240AA84EFB01}" dt="2026-05-26T08:18:08.809" v="2063"/>
          <ac:grpSpMkLst>
            <pc:docMk/>
            <pc:sldMk cId="2299891925" sldId="290"/>
            <ac:grpSpMk id="2" creationId="{9C0E5109-7054-86E4-3AFD-28E17CD24589}"/>
          </ac:grpSpMkLst>
        </pc:grpChg>
        <pc:grpChg chg="add mod">
          <ac:chgData name="JAEYEON KIM" userId="5fd88c3b828d6b87" providerId="LiveId" clId="{4DEEB11C-6F4E-434B-9DEA-240AA84EFB01}" dt="2026-05-26T05:53:10.410" v="1060"/>
          <ac:grpSpMkLst>
            <pc:docMk/>
            <pc:sldMk cId="2299891925" sldId="290"/>
            <ac:grpSpMk id="9" creationId="{0560A047-699D-32BB-2089-3C8CB2427361}"/>
          </ac:grpSpMkLst>
        </pc:grpChg>
        <pc:grpChg chg="add mod">
          <ac:chgData name="JAEYEON KIM" userId="5fd88c3b828d6b87" providerId="LiveId" clId="{4DEEB11C-6F4E-434B-9DEA-240AA84EFB01}" dt="2026-05-27T04:27:34.924" v="5025" actId="1076"/>
          <ac:grpSpMkLst>
            <pc:docMk/>
            <pc:sldMk cId="2299891925" sldId="290"/>
            <ac:grpSpMk id="12" creationId="{64274B11-2565-4676-83AF-F9441236E95D}"/>
          </ac:grpSpMkLst>
        </pc:grpChg>
        <pc:grpChg chg="add mod">
          <ac:chgData name="JAEYEON KIM" userId="5fd88c3b828d6b87" providerId="LiveId" clId="{4DEEB11C-6F4E-434B-9DEA-240AA84EFB01}" dt="2026-05-26T05:54:18.531" v="1083"/>
          <ac:grpSpMkLst>
            <pc:docMk/>
            <pc:sldMk cId="2299891925" sldId="290"/>
            <ac:grpSpMk id="16" creationId="{81356284-FC1B-DE4E-B860-D250A0897534}"/>
          </ac:grpSpMkLst>
        </pc:grpChg>
        <pc:grpChg chg="add mod">
          <ac:chgData name="JAEYEON KIM" userId="5fd88c3b828d6b87" providerId="LiveId" clId="{4DEEB11C-6F4E-434B-9DEA-240AA84EFB01}" dt="2026-05-26T08:18:08.809" v="2063"/>
          <ac:grpSpMkLst>
            <pc:docMk/>
            <pc:sldMk cId="2299891925" sldId="290"/>
            <ac:grpSpMk id="24" creationId="{EACA3E2C-1A21-06BB-E364-0667988F1E01}"/>
          </ac:grpSpMkLst>
        </pc:grpChg>
        <pc:grpChg chg="mod">
          <ac:chgData name="JAEYEON KIM" userId="5fd88c3b828d6b87" providerId="LiveId" clId="{4DEEB11C-6F4E-434B-9DEA-240AA84EFB01}" dt="2026-05-26T08:15:41.894" v="1992" actId="164"/>
          <ac:grpSpMkLst>
            <pc:docMk/>
            <pc:sldMk cId="2299891925" sldId="290"/>
            <ac:grpSpMk id="102" creationId="{6DB9E25B-F52E-6ED2-4E2B-CCBC677EFAE8}"/>
          </ac:grpSpMkLst>
        </pc:grpChg>
        <pc:grpChg chg="add mod">
          <ac:chgData name="JAEYEON KIM" userId="5fd88c3b828d6b87" providerId="LiveId" clId="{4DEEB11C-6F4E-434B-9DEA-240AA84EFB01}" dt="2026-05-26T08:14:55.377" v="1988" actId="14100"/>
          <ac:grpSpMkLst>
            <pc:docMk/>
            <pc:sldMk cId="2299891925" sldId="290"/>
            <ac:grpSpMk id="103" creationId="{591F0CB5-5A88-A93F-AC85-E90765E19048}"/>
          </ac:grpSpMkLst>
        </pc:grpChg>
        <pc:grpChg chg="add mod">
          <ac:chgData name="JAEYEON KIM" userId="5fd88c3b828d6b87" providerId="LiveId" clId="{4DEEB11C-6F4E-434B-9DEA-240AA84EFB01}" dt="2026-05-26T08:15:41.894" v="1992" actId="164"/>
          <ac:grpSpMkLst>
            <pc:docMk/>
            <pc:sldMk cId="2299891925" sldId="290"/>
            <ac:grpSpMk id="104" creationId="{97A4B9A9-A1C7-7A1B-7FC5-2D72C1A9801A}"/>
          </ac:grpSpMkLst>
        </pc:grpChg>
        <pc:grpChg chg="add mod">
          <ac:chgData name="JAEYEON KIM" userId="5fd88c3b828d6b87" providerId="LiveId" clId="{4DEEB11C-6F4E-434B-9DEA-240AA84EFB01}" dt="2026-05-26T08:16:17.818" v="1998" actId="14100"/>
          <ac:grpSpMkLst>
            <pc:docMk/>
            <pc:sldMk cId="2299891925" sldId="290"/>
            <ac:grpSpMk id="105" creationId="{558E2B36-C51F-3805-28CA-E2221C66C29B}"/>
          </ac:grpSpMkLst>
        </pc:grpChg>
        <pc:grpChg chg="add mod">
          <ac:chgData name="JAEYEON KIM" userId="5fd88c3b828d6b87" providerId="LiveId" clId="{4DEEB11C-6F4E-434B-9DEA-240AA84EFB01}" dt="2026-05-26T08:16:08.896" v="1996" actId="1076"/>
          <ac:grpSpMkLst>
            <pc:docMk/>
            <pc:sldMk cId="2299891925" sldId="290"/>
            <ac:grpSpMk id="106" creationId="{361270F6-A7E8-E889-E192-2BE757187D87}"/>
          </ac:grpSpMkLst>
        </pc:grpChg>
      </pc:sldChg>
      <pc:sldChg chg="addSp delSp modSp new mod">
        <pc:chgData name="JAEYEON KIM" userId="5fd88c3b828d6b87" providerId="LiveId" clId="{4DEEB11C-6F4E-434B-9DEA-240AA84EFB01}" dt="2026-05-27T02:03:21.938" v="3378" actId="20577"/>
        <pc:sldMkLst>
          <pc:docMk/>
          <pc:sldMk cId="2440519381" sldId="291"/>
        </pc:sldMkLst>
        <pc:spChg chg="mod">
          <ac:chgData name="JAEYEON KIM" userId="5fd88c3b828d6b87" providerId="LiveId" clId="{4DEEB11C-6F4E-434B-9DEA-240AA84EFB01}" dt="2026-05-26T05:53:16.428" v="1062"/>
          <ac:spMkLst>
            <pc:docMk/>
            <pc:sldMk cId="2440519381" sldId="291"/>
            <ac:spMk id="3" creationId="{2030B6CF-2AE7-7E41-0C70-26D58E71DD2D}"/>
          </ac:spMkLst>
        </pc:spChg>
        <pc:spChg chg="mod">
          <ac:chgData name="JAEYEON KIM" userId="5fd88c3b828d6b87" providerId="LiveId" clId="{4DEEB11C-6F4E-434B-9DEA-240AA84EFB01}" dt="2026-05-26T05:53:16.428" v="1062"/>
          <ac:spMkLst>
            <pc:docMk/>
            <pc:sldMk cId="2440519381" sldId="291"/>
            <ac:spMk id="4" creationId="{D3B74D89-4250-497D-03A5-C9AF2360B64C}"/>
          </ac:spMkLst>
        </pc:spChg>
        <pc:spChg chg="mod">
          <ac:chgData name="JAEYEON KIM" userId="5fd88c3b828d6b87" providerId="LiveId" clId="{4DEEB11C-6F4E-434B-9DEA-240AA84EFB01}" dt="2026-05-26T05:53:55.076" v="1076" actId="1036"/>
          <ac:spMkLst>
            <pc:docMk/>
            <pc:sldMk cId="2440519381" sldId="291"/>
            <ac:spMk id="5" creationId="{B2CD8548-ADB3-7B6E-D7F5-6E1053990DE3}"/>
          </ac:spMkLst>
        </pc:spChg>
        <pc:spChg chg="mod">
          <ac:chgData name="JAEYEON KIM" userId="5fd88c3b828d6b87" providerId="LiveId" clId="{4DEEB11C-6F4E-434B-9DEA-240AA84EFB01}" dt="2026-05-26T05:53:16.428" v="1062"/>
          <ac:spMkLst>
            <pc:docMk/>
            <pc:sldMk cId="2440519381" sldId="291"/>
            <ac:spMk id="6" creationId="{1FF3685F-0005-D835-F940-E7F7AB3BD638}"/>
          </ac:spMkLst>
        </pc:spChg>
        <pc:spChg chg="mod">
          <ac:chgData name="JAEYEON KIM" userId="5fd88c3b828d6b87" providerId="LiveId" clId="{4DEEB11C-6F4E-434B-9DEA-240AA84EFB01}" dt="2026-05-26T05:53:16.428" v="1062"/>
          <ac:spMkLst>
            <pc:docMk/>
            <pc:sldMk cId="2440519381" sldId="291"/>
            <ac:spMk id="7" creationId="{0AF96AAF-42BB-1A6E-C513-8B58B145D979}"/>
          </ac:spMkLst>
        </pc:spChg>
        <pc:spChg chg="mod">
          <ac:chgData name="JAEYEON KIM" userId="5fd88c3b828d6b87" providerId="LiveId" clId="{4DEEB11C-6F4E-434B-9DEA-240AA84EFB01}" dt="2026-05-26T05:53:16.428" v="1062"/>
          <ac:spMkLst>
            <pc:docMk/>
            <pc:sldMk cId="2440519381" sldId="291"/>
            <ac:spMk id="8" creationId="{D5DF2464-E490-7159-9BCF-E643074ECC2F}"/>
          </ac:spMkLst>
        </pc:spChg>
        <pc:spChg chg="mod topLvl">
          <ac:chgData name="JAEYEON KIM" userId="5fd88c3b828d6b87" providerId="LiveId" clId="{4DEEB11C-6F4E-434B-9DEA-240AA84EFB01}" dt="2026-05-27T02:02:31.527" v="3333" actId="20577"/>
          <ac:spMkLst>
            <pc:docMk/>
            <pc:sldMk cId="2440519381" sldId="291"/>
            <ac:spMk id="11" creationId="{535AA3E6-37B6-04EB-494F-062990F6F3F2}"/>
          </ac:spMkLst>
        </pc:spChg>
        <pc:spChg chg="del mod">
          <ac:chgData name="JAEYEON KIM" userId="5fd88c3b828d6b87" providerId="LiveId" clId="{4DEEB11C-6F4E-434B-9DEA-240AA84EFB01}" dt="2026-05-27T02:01:23.036" v="3280" actId="478"/>
          <ac:spMkLst>
            <pc:docMk/>
            <pc:sldMk cId="2440519381" sldId="291"/>
            <ac:spMk id="12" creationId="{6734761D-6402-1AE4-2C92-13666C466DB4}"/>
          </ac:spMkLst>
        </pc:spChg>
        <pc:spChg chg="mod">
          <ac:chgData name="JAEYEON KIM" userId="5fd88c3b828d6b87" providerId="LiveId" clId="{4DEEB11C-6F4E-434B-9DEA-240AA84EFB01}" dt="2026-05-27T02:01:18.331" v="3279" actId="165"/>
          <ac:spMkLst>
            <pc:docMk/>
            <pc:sldMk cId="2440519381" sldId="291"/>
            <ac:spMk id="13" creationId="{B5F9F651-FF4B-6C12-1203-E2E9F69E5B8D}"/>
          </ac:spMkLst>
        </pc:spChg>
        <pc:spChg chg="mod">
          <ac:chgData name="JAEYEON KIM" userId="5fd88c3b828d6b87" providerId="LiveId" clId="{4DEEB11C-6F4E-434B-9DEA-240AA84EFB01}" dt="2026-05-27T02:01:18.331" v="3279" actId="165"/>
          <ac:spMkLst>
            <pc:docMk/>
            <pc:sldMk cId="2440519381" sldId="291"/>
            <ac:spMk id="14" creationId="{97F67B29-3506-708B-414A-D25D923C177C}"/>
          </ac:spMkLst>
        </pc:spChg>
        <pc:spChg chg="mod">
          <ac:chgData name="JAEYEON KIM" userId="5fd88c3b828d6b87" providerId="LiveId" clId="{4DEEB11C-6F4E-434B-9DEA-240AA84EFB01}" dt="2026-05-27T02:01:18.331" v="3279" actId="165"/>
          <ac:spMkLst>
            <pc:docMk/>
            <pc:sldMk cId="2440519381" sldId="291"/>
            <ac:spMk id="15" creationId="{A1D18FBD-47BB-C40E-E3CB-4D6F970DDCB9}"/>
          </ac:spMkLst>
        </pc:spChg>
        <pc:spChg chg="del mod">
          <ac:chgData name="JAEYEON KIM" userId="5fd88c3b828d6b87" providerId="LiveId" clId="{4DEEB11C-6F4E-434B-9DEA-240AA84EFB01}" dt="2026-05-27T02:01:33.203" v="3282" actId="478"/>
          <ac:spMkLst>
            <pc:docMk/>
            <pc:sldMk cId="2440519381" sldId="291"/>
            <ac:spMk id="16" creationId="{8D6B953E-BA35-6D62-3901-9CA4EBB14600}"/>
          </ac:spMkLst>
        </pc:spChg>
        <pc:spChg chg="add del mod topLvl">
          <ac:chgData name="JAEYEON KIM" userId="5fd88c3b828d6b87" providerId="LiveId" clId="{4DEEB11C-6F4E-434B-9DEA-240AA84EFB01}" dt="2026-05-27T02:02:21.706" v="3298" actId="20577"/>
          <ac:spMkLst>
            <pc:docMk/>
            <pc:sldMk cId="2440519381" sldId="291"/>
            <ac:spMk id="19" creationId="{354C8F56-C059-0380-4B1D-C40BEC327F89}"/>
          </ac:spMkLst>
        </pc:spChg>
        <pc:spChg chg="mod topLvl">
          <ac:chgData name="JAEYEON KIM" userId="5fd88c3b828d6b87" providerId="LiveId" clId="{4DEEB11C-6F4E-434B-9DEA-240AA84EFB01}" dt="2026-05-27T02:02:21.141" v="3295" actId="165"/>
          <ac:spMkLst>
            <pc:docMk/>
            <pc:sldMk cId="2440519381" sldId="291"/>
            <ac:spMk id="20" creationId="{0CF81F53-3E93-3F37-D73F-34C5B1E110D0}"/>
          </ac:spMkLst>
        </pc:spChg>
        <pc:spChg chg="mod topLvl">
          <ac:chgData name="JAEYEON KIM" userId="5fd88c3b828d6b87" providerId="LiveId" clId="{4DEEB11C-6F4E-434B-9DEA-240AA84EFB01}" dt="2026-05-27T02:02:21.141" v="3295" actId="165"/>
          <ac:spMkLst>
            <pc:docMk/>
            <pc:sldMk cId="2440519381" sldId="291"/>
            <ac:spMk id="21" creationId="{7FFA42B2-FDF8-EE89-B831-DDCB88281D9D}"/>
          </ac:spMkLst>
        </pc:spChg>
        <pc:spChg chg="mod topLvl">
          <ac:chgData name="JAEYEON KIM" userId="5fd88c3b828d6b87" providerId="LiveId" clId="{4DEEB11C-6F4E-434B-9DEA-240AA84EFB01}" dt="2026-05-27T02:02:21.141" v="3295" actId="165"/>
          <ac:spMkLst>
            <pc:docMk/>
            <pc:sldMk cId="2440519381" sldId="291"/>
            <ac:spMk id="22" creationId="{6B446BCF-189E-374C-C5B4-CB9359B34305}"/>
          </ac:spMkLst>
        </pc:spChg>
        <pc:spChg chg="mod topLvl">
          <ac:chgData name="JAEYEON KIM" userId="5fd88c3b828d6b87" providerId="LiveId" clId="{4DEEB11C-6F4E-434B-9DEA-240AA84EFB01}" dt="2026-05-27T02:02:21.141" v="3295" actId="165"/>
          <ac:spMkLst>
            <pc:docMk/>
            <pc:sldMk cId="2440519381" sldId="291"/>
            <ac:spMk id="23" creationId="{865CB097-A34B-4257-2808-AA6DF3CECCF9}"/>
          </ac:spMkLst>
        </pc:spChg>
        <pc:spChg chg="mod topLvl">
          <ac:chgData name="JAEYEON KIM" userId="5fd88c3b828d6b87" providerId="LiveId" clId="{4DEEB11C-6F4E-434B-9DEA-240AA84EFB01}" dt="2026-05-27T02:02:21.141" v="3295" actId="165"/>
          <ac:spMkLst>
            <pc:docMk/>
            <pc:sldMk cId="2440519381" sldId="291"/>
            <ac:spMk id="24" creationId="{560DE6E0-8F2D-C83D-D73E-52596ED70E6D}"/>
          </ac:spMkLst>
        </pc:spChg>
        <pc:spChg chg="del mod topLvl">
          <ac:chgData name="JAEYEON KIM" userId="5fd88c3b828d6b87" providerId="LiveId" clId="{4DEEB11C-6F4E-434B-9DEA-240AA84EFB01}" dt="2026-05-27T02:02:49.647" v="3337" actId="478"/>
          <ac:spMkLst>
            <pc:docMk/>
            <pc:sldMk cId="2440519381" sldId="291"/>
            <ac:spMk id="27" creationId="{BC2EA9D9-4964-EA28-0C9C-6704409BABCC}"/>
          </ac:spMkLst>
        </pc:spChg>
        <pc:spChg chg="mod">
          <ac:chgData name="JAEYEON KIM" userId="5fd88c3b828d6b87" providerId="LiveId" clId="{4DEEB11C-6F4E-434B-9DEA-240AA84EFB01}" dt="2026-05-27T02:02:45.657" v="3335" actId="165"/>
          <ac:spMkLst>
            <pc:docMk/>
            <pc:sldMk cId="2440519381" sldId="291"/>
            <ac:spMk id="28" creationId="{92F4B050-8EC0-8E08-98FC-039AB785EEBF}"/>
          </ac:spMkLst>
        </pc:spChg>
        <pc:spChg chg="mod">
          <ac:chgData name="JAEYEON KIM" userId="5fd88c3b828d6b87" providerId="LiveId" clId="{4DEEB11C-6F4E-434B-9DEA-240AA84EFB01}" dt="2026-05-27T02:02:45.657" v="3335" actId="165"/>
          <ac:spMkLst>
            <pc:docMk/>
            <pc:sldMk cId="2440519381" sldId="291"/>
            <ac:spMk id="29" creationId="{859AAE00-E04B-9B3D-E5E7-65EC34ABD75C}"/>
          </ac:spMkLst>
        </pc:spChg>
        <pc:spChg chg="mod">
          <ac:chgData name="JAEYEON KIM" userId="5fd88c3b828d6b87" providerId="LiveId" clId="{4DEEB11C-6F4E-434B-9DEA-240AA84EFB01}" dt="2026-05-27T02:02:45.657" v="3335" actId="165"/>
          <ac:spMkLst>
            <pc:docMk/>
            <pc:sldMk cId="2440519381" sldId="291"/>
            <ac:spMk id="30" creationId="{32EED348-001B-4401-735F-BD2C4AF0527A}"/>
          </ac:spMkLst>
        </pc:spChg>
        <pc:spChg chg="mod">
          <ac:chgData name="JAEYEON KIM" userId="5fd88c3b828d6b87" providerId="LiveId" clId="{4DEEB11C-6F4E-434B-9DEA-240AA84EFB01}" dt="2026-05-27T02:02:45.657" v="3335" actId="165"/>
          <ac:spMkLst>
            <pc:docMk/>
            <pc:sldMk cId="2440519381" sldId="291"/>
            <ac:spMk id="31" creationId="{00998006-C6AF-DAC9-7A8A-70DA28005D7A}"/>
          </ac:spMkLst>
        </pc:spChg>
        <pc:spChg chg="mod">
          <ac:chgData name="JAEYEON KIM" userId="5fd88c3b828d6b87" providerId="LiveId" clId="{4DEEB11C-6F4E-434B-9DEA-240AA84EFB01}" dt="2026-05-27T02:02:45.657" v="3335" actId="165"/>
          <ac:spMkLst>
            <pc:docMk/>
            <pc:sldMk cId="2440519381" sldId="291"/>
            <ac:spMk id="32" creationId="{C7CCBE30-C91B-01A5-2C4B-93AC6D684EE3}"/>
          </ac:spMkLst>
        </pc:spChg>
        <pc:spChg chg="mod">
          <ac:chgData name="JAEYEON KIM" userId="5fd88c3b828d6b87" providerId="LiveId" clId="{4DEEB11C-6F4E-434B-9DEA-240AA84EFB01}" dt="2026-05-27T02:03:00.510" v="3338"/>
          <ac:spMkLst>
            <pc:docMk/>
            <pc:sldMk cId="2440519381" sldId="291"/>
            <ac:spMk id="35" creationId="{DD78FDD4-2C31-15DC-805F-C70717339139}"/>
          </ac:spMkLst>
        </pc:spChg>
        <pc:spChg chg="mod">
          <ac:chgData name="JAEYEON KIM" userId="5fd88c3b828d6b87" providerId="LiveId" clId="{4DEEB11C-6F4E-434B-9DEA-240AA84EFB01}" dt="2026-05-27T02:03:00.510" v="3338"/>
          <ac:spMkLst>
            <pc:docMk/>
            <pc:sldMk cId="2440519381" sldId="291"/>
            <ac:spMk id="36" creationId="{ACFA9B3F-DA37-8661-C657-4C62DB9A148F}"/>
          </ac:spMkLst>
        </pc:spChg>
        <pc:spChg chg="mod">
          <ac:chgData name="JAEYEON KIM" userId="5fd88c3b828d6b87" providerId="LiveId" clId="{4DEEB11C-6F4E-434B-9DEA-240AA84EFB01}" dt="2026-05-27T02:03:00.510" v="3338"/>
          <ac:spMkLst>
            <pc:docMk/>
            <pc:sldMk cId="2440519381" sldId="291"/>
            <ac:spMk id="37" creationId="{67666FEF-C80F-55FA-3E90-BBCE4DF80C74}"/>
          </ac:spMkLst>
        </pc:spChg>
        <pc:spChg chg="mod">
          <ac:chgData name="JAEYEON KIM" userId="5fd88c3b828d6b87" providerId="LiveId" clId="{4DEEB11C-6F4E-434B-9DEA-240AA84EFB01}" dt="2026-05-27T02:03:00.510" v="3338"/>
          <ac:spMkLst>
            <pc:docMk/>
            <pc:sldMk cId="2440519381" sldId="291"/>
            <ac:spMk id="38" creationId="{7D6643C7-42C4-7584-DB7F-F81F75107BB2}"/>
          </ac:spMkLst>
        </pc:spChg>
        <pc:spChg chg="mod">
          <ac:chgData name="JAEYEON KIM" userId="5fd88c3b828d6b87" providerId="LiveId" clId="{4DEEB11C-6F4E-434B-9DEA-240AA84EFB01}" dt="2026-05-27T02:03:00.510" v="3338"/>
          <ac:spMkLst>
            <pc:docMk/>
            <pc:sldMk cId="2440519381" sldId="291"/>
            <ac:spMk id="39" creationId="{7AF2349F-1D81-A3CC-0C6B-CB55649C15FA}"/>
          </ac:spMkLst>
        </pc:spChg>
        <pc:spChg chg="mod">
          <ac:chgData name="JAEYEON KIM" userId="5fd88c3b828d6b87" providerId="LiveId" clId="{4DEEB11C-6F4E-434B-9DEA-240AA84EFB01}" dt="2026-05-27T02:03:00.510" v="3338"/>
          <ac:spMkLst>
            <pc:docMk/>
            <pc:sldMk cId="2440519381" sldId="291"/>
            <ac:spMk id="40" creationId="{EE15E1CA-7ED0-57F9-B70C-BF01F7B7CFF4}"/>
          </ac:spMkLst>
        </pc:spChg>
        <pc:spChg chg="add mod">
          <ac:chgData name="JAEYEON KIM" userId="5fd88c3b828d6b87" providerId="LiveId" clId="{4DEEB11C-6F4E-434B-9DEA-240AA84EFB01}" dt="2026-05-27T02:03:21.938" v="3378" actId="20577"/>
          <ac:spMkLst>
            <pc:docMk/>
            <pc:sldMk cId="2440519381" sldId="291"/>
            <ac:spMk id="41" creationId="{325019C2-64EA-8C13-D88C-64FC8A582EB0}"/>
          </ac:spMkLst>
        </pc:spChg>
        <pc:grpChg chg="add del mod">
          <ac:chgData name="JAEYEON KIM" userId="5fd88c3b828d6b87" providerId="LiveId" clId="{4DEEB11C-6F4E-434B-9DEA-240AA84EFB01}" dt="2026-05-27T02:01:27.849" v="3281" actId="478"/>
          <ac:grpSpMkLst>
            <pc:docMk/>
            <pc:sldMk cId="2440519381" sldId="291"/>
            <ac:grpSpMk id="2" creationId="{808760D6-ABD9-8C4F-36E6-853D66F8247C}"/>
          </ac:grpSpMkLst>
        </pc:grpChg>
        <pc:grpChg chg="add del mod">
          <ac:chgData name="JAEYEON KIM" userId="5fd88c3b828d6b87" providerId="LiveId" clId="{4DEEB11C-6F4E-434B-9DEA-240AA84EFB01}" dt="2026-05-27T02:01:18.331" v="3279" actId="165"/>
          <ac:grpSpMkLst>
            <pc:docMk/>
            <pc:sldMk cId="2440519381" sldId="291"/>
            <ac:grpSpMk id="9" creationId="{562E9A11-B4E6-A20D-098E-BCE9F88B455D}"/>
          </ac:grpSpMkLst>
        </pc:grpChg>
        <pc:grpChg chg="mod topLvl">
          <ac:chgData name="JAEYEON KIM" userId="5fd88c3b828d6b87" providerId="LiveId" clId="{4DEEB11C-6F4E-434B-9DEA-240AA84EFB01}" dt="2026-05-27T02:01:18.331" v="3279" actId="165"/>
          <ac:grpSpMkLst>
            <pc:docMk/>
            <pc:sldMk cId="2440519381" sldId="291"/>
            <ac:grpSpMk id="10" creationId="{40ACD2EE-228B-939C-1E8C-BEBA841D1870}"/>
          </ac:grpSpMkLst>
        </pc:grpChg>
        <pc:grpChg chg="add del mod">
          <ac:chgData name="JAEYEON KIM" userId="5fd88c3b828d6b87" providerId="LiveId" clId="{4DEEB11C-6F4E-434B-9DEA-240AA84EFB01}" dt="2026-05-27T02:02:21.346" v="3296" actId="478"/>
          <ac:grpSpMkLst>
            <pc:docMk/>
            <pc:sldMk cId="2440519381" sldId="291"/>
            <ac:grpSpMk id="17" creationId="{F75619C5-C64E-ADF6-4234-95E6591F5513}"/>
          </ac:grpSpMkLst>
        </pc:grpChg>
        <pc:grpChg chg="add del mod topLvl">
          <ac:chgData name="JAEYEON KIM" userId="5fd88c3b828d6b87" providerId="LiveId" clId="{4DEEB11C-6F4E-434B-9DEA-240AA84EFB01}" dt="2026-05-27T02:02:21.141" v="3295" actId="165"/>
          <ac:grpSpMkLst>
            <pc:docMk/>
            <pc:sldMk cId="2440519381" sldId="291"/>
            <ac:grpSpMk id="18" creationId="{308543FA-2ED4-A539-0843-F3693F8A2918}"/>
          </ac:grpSpMkLst>
        </pc:grpChg>
        <pc:grpChg chg="add del mod">
          <ac:chgData name="JAEYEON KIM" userId="5fd88c3b828d6b87" providerId="LiveId" clId="{4DEEB11C-6F4E-434B-9DEA-240AA84EFB01}" dt="2026-05-27T02:02:45.657" v="3335" actId="165"/>
          <ac:grpSpMkLst>
            <pc:docMk/>
            <pc:sldMk cId="2440519381" sldId="291"/>
            <ac:grpSpMk id="25" creationId="{1A642DDC-729D-3453-41B1-9B03C654ABB0}"/>
          </ac:grpSpMkLst>
        </pc:grpChg>
        <pc:grpChg chg="mod topLvl">
          <ac:chgData name="JAEYEON KIM" userId="5fd88c3b828d6b87" providerId="LiveId" clId="{4DEEB11C-6F4E-434B-9DEA-240AA84EFB01}" dt="2026-05-27T02:02:45.657" v="3335" actId="165"/>
          <ac:grpSpMkLst>
            <pc:docMk/>
            <pc:sldMk cId="2440519381" sldId="291"/>
            <ac:grpSpMk id="26" creationId="{3CB4550F-5C4F-16C2-A9F3-736D5EB5C7F7}"/>
          </ac:grpSpMkLst>
        </pc:grpChg>
        <pc:grpChg chg="add mod">
          <ac:chgData name="JAEYEON KIM" userId="5fd88c3b828d6b87" providerId="LiveId" clId="{4DEEB11C-6F4E-434B-9DEA-240AA84EFB01}" dt="2026-05-27T02:03:00.510" v="3338"/>
          <ac:grpSpMkLst>
            <pc:docMk/>
            <pc:sldMk cId="2440519381" sldId="291"/>
            <ac:grpSpMk id="33" creationId="{34D8ADB0-2602-DEB4-194F-4959F500A3FC}"/>
          </ac:grpSpMkLst>
        </pc:grpChg>
        <pc:grpChg chg="mod">
          <ac:chgData name="JAEYEON KIM" userId="5fd88c3b828d6b87" providerId="LiveId" clId="{4DEEB11C-6F4E-434B-9DEA-240AA84EFB01}" dt="2026-05-27T02:03:00.510" v="3338"/>
          <ac:grpSpMkLst>
            <pc:docMk/>
            <pc:sldMk cId="2440519381" sldId="291"/>
            <ac:grpSpMk id="34" creationId="{C153850B-0268-B159-AB1E-67CE4AB91F31}"/>
          </ac:grpSpMkLst>
        </pc:grpChg>
      </pc:sldChg>
      <pc:sldChg chg="addSp delSp modSp new mod">
        <pc:chgData name="JAEYEON KIM" userId="5fd88c3b828d6b87" providerId="LiveId" clId="{4DEEB11C-6F4E-434B-9DEA-240AA84EFB01}" dt="2026-05-27T07:12:13.564" v="6343" actId="208"/>
        <pc:sldMkLst>
          <pc:docMk/>
          <pc:sldMk cId="2852640427" sldId="292"/>
        </pc:sldMkLst>
        <pc:spChg chg="del mod">
          <ac:chgData name="JAEYEON KIM" userId="5fd88c3b828d6b87" providerId="LiveId" clId="{4DEEB11C-6F4E-434B-9DEA-240AA84EFB01}" dt="2026-05-27T02:04:07.546" v="3380" actId="21"/>
          <ac:spMkLst>
            <pc:docMk/>
            <pc:sldMk cId="2852640427" sldId="292"/>
            <ac:spMk id="3" creationId="{3796C2EB-6906-898A-8BDB-33AF01410B89}"/>
          </ac:spMkLst>
        </pc:spChg>
        <pc:spChg chg="mod">
          <ac:chgData name="JAEYEON KIM" userId="5fd88c3b828d6b87" providerId="LiveId" clId="{4DEEB11C-6F4E-434B-9DEA-240AA84EFB01}" dt="2026-05-26T05:53:41.532" v="1064"/>
          <ac:spMkLst>
            <pc:docMk/>
            <pc:sldMk cId="2852640427" sldId="292"/>
            <ac:spMk id="4" creationId="{F822FEA0-C22A-E6BB-4245-DC77B5D99452}"/>
          </ac:spMkLst>
        </pc:spChg>
        <pc:spChg chg="mod">
          <ac:chgData name="JAEYEON KIM" userId="5fd88c3b828d6b87" providerId="LiveId" clId="{4DEEB11C-6F4E-434B-9DEA-240AA84EFB01}" dt="2026-05-27T02:05:56.725" v="3398" actId="207"/>
          <ac:spMkLst>
            <pc:docMk/>
            <pc:sldMk cId="2852640427" sldId="292"/>
            <ac:spMk id="5" creationId="{C7A64D33-BB3A-AE86-00D7-5C12D0751EC6}"/>
          </ac:spMkLst>
        </pc:spChg>
        <pc:spChg chg="del mod">
          <ac:chgData name="JAEYEON KIM" userId="5fd88c3b828d6b87" providerId="LiveId" clId="{4DEEB11C-6F4E-434B-9DEA-240AA84EFB01}" dt="2026-05-27T02:04:30.242" v="3387" actId="478"/>
          <ac:spMkLst>
            <pc:docMk/>
            <pc:sldMk cId="2852640427" sldId="292"/>
            <ac:spMk id="6" creationId="{06552854-8D5E-66A6-5A51-8B9928B78EC5}"/>
          </ac:spMkLst>
        </pc:spChg>
        <pc:spChg chg="del mod">
          <ac:chgData name="JAEYEON KIM" userId="5fd88c3b828d6b87" providerId="LiveId" clId="{4DEEB11C-6F4E-434B-9DEA-240AA84EFB01}" dt="2026-05-27T02:04:32.638" v="3388" actId="478"/>
          <ac:spMkLst>
            <pc:docMk/>
            <pc:sldMk cId="2852640427" sldId="292"/>
            <ac:spMk id="7" creationId="{C081DBBA-E86C-AB74-C71B-91F017DE95CA}"/>
          </ac:spMkLst>
        </pc:spChg>
        <pc:spChg chg="del mod">
          <ac:chgData name="JAEYEON KIM" userId="5fd88c3b828d6b87" providerId="LiveId" clId="{4DEEB11C-6F4E-434B-9DEA-240AA84EFB01}" dt="2026-05-27T02:04:11.541" v="3381" actId="478"/>
          <ac:spMkLst>
            <pc:docMk/>
            <pc:sldMk cId="2852640427" sldId="292"/>
            <ac:spMk id="8" creationId="{83C6512C-9F5E-434D-87EA-C41EE61326EE}"/>
          </ac:spMkLst>
        </pc:spChg>
        <pc:spChg chg="add del">
          <ac:chgData name="JAEYEON KIM" userId="5fd88c3b828d6b87" providerId="LiveId" clId="{4DEEB11C-6F4E-434B-9DEA-240AA84EFB01}" dt="2026-05-26T06:28:04.024" v="1345" actId="22"/>
          <ac:spMkLst>
            <pc:docMk/>
            <pc:sldMk cId="2852640427" sldId="292"/>
            <ac:spMk id="10" creationId="{2760B3A8-4989-19FE-5165-E0BC46E423E1}"/>
          </ac:spMkLst>
        </pc:spChg>
        <pc:spChg chg="mod">
          <ac:chgData name="JAEYEON KIM" userId="5fd88c3b828d6b87" providerId="LiveId" clId="{4DEEB11C-6F4E-434B-9DEA-240AA84EFB01}" dt="2026-05-27T01:59:49.399" v="3210"/>
          <ac:spMkLst>
            <pc:docMk/>
            <pc:sldMk cId="2852640427" sldId="292"/>
            <ac:spMk id="11" creationId="{833CE4E2-B067-2151-EBF0-F60F62E5AA1B}"/>
          </ac:spMkLst>
        </pc:spChg>
        <pc:spChg chg="add del">
          <ac:chgData name="JAEYEON KIM" userId="5fd88c3b828d6b87" providerId="LiveId" clId="{4DEEB11C-6F4E-434B-9DEA-240AA84EFB01}" dt="2026-05-26T06:28:38.545" v="1347" actId="22"/>
          <ac:spMkLst>
            <pc:docMk/>
            <pc:sldMk cId="2852640427" sldId="292"/>
            <ac:spMk id="12" creationId="{25D8FD70-B2DE-D0D8-C265-161F545F0847}"/>
          </ac:spMkLst>
        </pc:spChg>
        <pc:spChg chg="mod">
          <ac:chgData name="JAEYEON KIM" userId="5fd88c3b828d6b87" providerId="LiveId" clId="{4DEEB11C-6F4E-434B-9DEA-240AA84EFB01}" dt="2026-05-27T01:59:49.399" v="3210"/>
          <ac:spMkLst>
            <pc:docMk/>
            <pc:sldMk cId="2852640427" sldId="292"/>
            <ac:spMk id="12" creationId="{DEF36D59-09D0-6594-8AE5-255F8EAF4541}"/>
          </ac:spMkLst>
        </pc:spChg>
        <pc:spChg chg="mod">
          <ac:chgData name="JAEYEON KIM" userId="5fd88c3b828d6b87" providerId="LiveId" clId="{4DEEB11C-6F4E-434B-9DEA-240AA84EFB01}" dt="2026-05-27T01:59:49.399" v="3210"/>
          <ac:spMkLst>
            <pc:docMk/>
            <pc:sldMk cId="2852640427" sldId="292"/>
            <ac:spMk id="13" creationId="{2AD32710-BA8E-9DA8-0657-939C3EBB441B}"/>
          </ac:spMkLst>
        </pc:spChg>
        <pc:spChg chg="add del">
          <ac:chgData name="JAEYEON KIM" userId="5fd88c3b828d6b87" providerId="LiveId" clId="{4DEEB11C-6F4E-434B-9DEA-240AA84EFB01}" dt="2026-05-26T06:29:12.578" v="1350" actId="22"/>
          <ac:spMkLst>
            <pc:docMk/>
            <pc:sldMk cId="2852640427" sldId="292"/>
            <ac:spMk id="14" creationId="{621D0051-56F8-E9B1-F072-38EB34522630}"/>
          </ac:spMkLst>
        </pc:spChg>
        <pc:spChg chg="mod">
          <ac:chgData name="JAEYEON KIM" userId="5fd88c3b828d6b87" providerId="LiveId" clId="{4DEEB11C-6F4E-434B-9DEA-240AA84EFB01}" dt="2026-05-27T01:59:49.399" v="3210"/>
          <ac:spMkLst>
            <pc:docMk/>
            <pc:sldMk cId="2852640427" sldId="292"/>
            <ac:spMk id="14" creationId="{7463B799-9188-63DE-FB24-EE965A951177}"/>
          </ac:spMkLst>
        </pc:spChg>
        <pc:spChg chg="mod">
          <ac:chgData name="JAEYEON KIM" userId="5fd88c3b828d6b87" providerId="LiveId" clId="{4DEEB11C-6F4E-434B-9DEA-240AA84EFB01}" dt="2026-05-27T01:59:49.399" v="3210"/>
          <ac:spMkLst>
            <pc:docMk/>
            <pc:sldMk cId="2852640427" sldId="292"/>
            <ac:spMk id="15" creationId="{BA1FE15C-D949-0A89-F4D9-49571FA475F7}"/>
          </ac:spMkLst>
        </pc:spChg>
        <pc:spChg chg="mod">
          <ac:chgData name="JAEYEON KIM" userId="5fd88c3b828d6b87" providerId="LiveId" clId="{4DEEB11C-6F4E-434B-9DEA-240AA84EFB01}" dt="2026-05-27T01:59:49.399" v="3210"/>
          <ac:spMkLst>
            <pc:docMk/>
            <pc:sldMk cId="2852640427" sldId="292"/>
            <ac:spMk id="16" creationId="{6170BB51-93B8-6A42-C5B7-F82FE15F535A}"/>
          </ac:spMkLst>
        </pc:spChg>
        <pc:spChg chg="add del">
          <ac:chgData name="JAEYEON KIM" userId="5fd88c3b828d6b87" providerId="LiveId" clId="{4DEEB11C-6F4E-434B-9DEA-240AA84EFB01}" dt="2026-05-26T06:29:27.878" v="1353" actId="22"/>
          <ac:spMkLst>
            <pc:docMk/>
            <pc:sldMk cId="2852640427" sldId="292"/>
            <ac:spMk id="16" creationId="{D534B86F-CDF1-950D-8CAF-6FB42DBCD5A3}"/>
          </ac:spMkLst>
        </pc:spChg>
        <pc:spChg chg="add mod">
          <ac:chgData name="JAEYEON KIM" userId="5fd88c3b828d6b87" providerId="LiveId" clId="{4DEEB11C-6F4E-434B-9DEA-240AA84EFB01}" dt="2026-05-27T01:59:49.399" v="3210"/>
          <ac:spMkLst>
            <pc:docMk/>
            <pc:sldMk cId="2852640427" sldId="292"/>
            <ac:spMk id="17" creationId="{C8BEB3C5-2621-75CC-42D4-710FB878D6E1}"/>
          </ac:spMkLst>
        </pc:spChg>
        <pc:spChg chg="mod topLvl">
          <ac:chgData name="JAEYEON KIM" userId="5fd88c3b828d6b87" providerId="LiveId" clId="{4DEEB11C-6F4E-434B-9DEA-240AA84EFB01}" dt="2026-05-27T02:06:14.699" v="3401" actId="164"/>
          <ac:spMkLst>
            <pc:docMk/>
            <pc:sldMk cId="2852640427" sldId="292"/>
            <ac:spMk id="20" creationId="{AD02B28B-3F4D-F4D7-0DA9-1C9620391BAA}"/>
          </ac:spMkLst>
        </pc:spChg>
        <pc:spChg chg="mod topLvl">
          <ac:chgData name="JAEYEON KIM" userId="5fd88c3b828d6b87" providerId="LiveId" clId="{4DEEB11C-6F4E-434B-9DEA-240AA84EFB01}" dt="2026-05-27T02:06:14.699" v="3401" actId="164"/>
          <ac:spMkLst>
            <pc:docMk/>
            <pc:sldMk cId="2852640427" sldId="292"/>
            <ac:spMk id="21" creationId="{80BC1E3C-0EB6-D17D-8BBD-EE3A75FE872F}"/>
          </ac:spMkLst>
        </pc:spChg>
        <pc:spChg chg="del mod">
          <ac:chgData name="JAEYEON KIM" userId="5fd88c3b828d6b87" providerId="LiveId" clId="{4DEEB11C-6F4E-434B-9DEA-240AA84EFB01}" dt="2026-05-27T02:04:41.627" v="3389" actId="478"/>
          <ac:spMkLst>
            <pc:docMk/>
            <pc:sldMk cId="2852640427" sldId="292"/>
            <ac:spMk id="22" creationId="{CE20ADDA-5585-5BE4-90B9-D160E4BBA2A5}"/>
          </ac:spMkLst>
        </pc:spChg>
        <pc:spChg chg="mod topLvl">
          <ac:chgData name="JAEYEON KIM" userId="5fd88c3b828d6b87" providerId="LiveId" clId="{4DEEB11C-6F4E-434B-9DEA-240AA84EFB01}" dt="2026-05-27T05:49:57.823" v="5543" actId="164"/>
          <ac:spMkLst>
            <pc:docMk/>
            <pc:sldMk cId="2852640427" sldId="292"/>
            <ac:spMk id="23" creationId="{F2C435A0-B9C4-4154-6993-22DAF93A432F}"/>
          </ac:spMkLst>
        </pc:spChg>
        <pc:spChg chg="mod topLvl">
          <ac:chgData name="JAEYEON KIM" userId="5fd88c3b828d6b87" providerId="LiveId" clId="{4DEEB11C-6F4E-434B-9DEA-240AA84EFB01}" dt="2026-05-27T05:49:57.823" v="5543" actId="164"/>
          <ac:spMkLst>
            <pc:docMk/>
            <pc:sldMk cId="2852640427" sldId="292"/>
            <ac:spMk id="24" creationId="{014ADC8A-831B-2127-6F11-F25D5C933141}"/>
          </ac:spMkLst>
        </pc:spChg>
        <pc:spChg chg="mod topLvl">
          <ac:chgData name="JAEYEON KIM" userId="5fd88c3b828d6b87" providerId="LiveId" clId="{4DEEB11C-6F4E-434B-9DEA-240AA84EFB01}" dt="2026-05-27T02:06:14.699" v="3401" actId="164"/>
          <ac:spMkLst>
            <pc:docMk/>
            <pc:sldMk cId="2852640427" sldId="292"/>
            <ac:spMk id="25" creationId="{E3704170-C38F-D0E5-B12F-96D42015C571}"/>
          </ac:spMkLst>
        </pc:spChg>
        <pc:spChg chg="add del mod">
          <ac:chgData name="JAEYEON KIM" userId="5fd88c3b828d6b87" providerId="LiveId" clId="{4DEEB11C-6F4E-434B-9DEA-240AA84EFB01}" dt="2026-05-27T05:49:57.823" v="5543" actId="164"/>
          <ac:spMkLst>
            <pc:docMk/>
            <pc:sldMk cId="2852640427" sldId="292"/>
            <ac:spMk id="26" creationId="{8EE63C21-94E1-425A-20D6-19DE3C7A6E2C}"/>
          </ac:spMkLst>
        </pc:spChg>
        <pc:spChg chg="mod">
          <ac:chgData name="JAEYEON KIM" userId="5fd88c3b828d6b87" providerId="LiveId" clId="{4DEEB11C-6F4E-434B-9DEA-240AA84EFB01}" dt="2026-05-27T05:45:33.150" v="5473"/>
          <ac:spMkLst>
            <pc:docMk/>
            <pc:sldMk cId="2852640427" sldId="292"/>
            <ac:spMk id="55" creationId="{562EC21F-B024-D3D1-B3B9-80E54ED10FE2}"/>
          </ac:spMkLst>
        </pc:spChg>
        <pc:spChg chg="mod">
          <ac:chgData name="JAEYEON KIM" userId="5fd88c3b828d6b87" providerId="LiveId" clId="{4DEEB11C-6F4E-434B-9DEA-240AA84EFB01}" dt="2026-05-27T05:45:33.150" v="5473"/>
          <ac:spMkLst>
            <pc:docMk/>
            <pc:sldMk cId="2852640427" sldId="292"/>
            <ac:spMk id="56" creationId="{76C44627-8644-9EB4-C3CA-0A42EDC82FDD}"/>
          </ac:spMkLst>
        </pc:spChg>
        <pc:spChg chg="mod">
          <ac:chgData name="JAEYEON KIM" userId="5fd88c3b828d6b87" providerId="LiveId" clId="{4DEEB11C-6F4E-434B-9DEA-240AA84EFB01}" dt="2026-05-27T05:45:33.150" v="5473"/>
          <ac:spMkLst>
            <pc:docMk/>
            <pc:sldMk cId="2852640427" sldId="292"/>
            <ac:spMk id="60" creationId="{807826FD-B3AB-0D35-8E2B-29C4E4C8680D}"/>
          </ac:spMkLst>
        </pc:spChg>
        <pc:spChg chg="mod">
          <ac:chgData name="JAEYEON KIM" userId="5fd88c3b828d6b87" providerId="LiveId" clId="{4DEEB11C-6F4E-434B-9DEA-240AA84EFB01}" dt="2026-05-27T05:45:33.150" v="5473"/>
          <ac:spMkLst>
            <pc:docMk/>
            <pc:sldMk cId="2852640427" sldId="292"/>
            <ac:spMk id="61" creationId="{BFCA4CEA-FA45-0415-B634-5E22AFAFC37A}"/>
          </ac:spMkLst>
        </pc:spChg>
        <pc:spChg chg="mod">
          <ac:chgData name="JAEYEON KIM" userId="5fd88c3b828d6b87" providerId="LiveId" clId="{4DEEB11C-6F4E-434B-9DEA-240AA84EFB01}" dt="2026-05-27T05:45:33.150" v="5473"/>
          <ac:spMkLst>
            <pc:docMk/>
            <pc:sldMk cId="2852640427" sldId="292"/>
            <ac:spMk id="69" creationId="{15ACC63C-2700-4E5F-D6B7-3DA614063ABC}"/>
          </ac:spMkLst>
        </pc:spChg>
        <pc:spChg chg="mod">
          <ac:chgData name="JAEYEON KIM" userId="5fd88c3b828d6b87" providerId="LiveId" clId="{4DEEB11C-6F4E-434B-9DEA-240AA84EFB01}" dt="2026-05-27T05:45:33.150" v="5473"/>
          <ac:spMkLst>
            <pc:docMk/>
            <pc:sldMk cId="2852640427" sldId="292"/>
            <ac:spMk id="72" creationId="{699FD04F-0B03-14C7-CB41-15C53224F499}"/>
          </ac:spMkLst>
        </pc:spChg>
        <pc:spChg chg="mod">
          <ac:chgData name="JAEYEON KIM" userId="5fd88c3b828d6b87" providerId="LiveId" clId="{4DEEB11C-6F4E-434B-9DEA-240AA84EFB01}" dt="2026-05-27T05:45:33.150" v="5473"/>
          <ac:spMkLst>
            <pc:docMk/>
            <pc:sldMk cId="2852640427" sldId="292"/>
            <ac:spMk id="74" creationId="{0AA68E48-3233-EB5E-6B76-83BB3E737CB0}"/>
          </ac:spMkLst>
        </pc:spChg>
        <pc:spChg chg="mod">
          <ac:chgData name="JAEYEON KIM" userId="5fd88c3b828d6b87" providerId="LiveId" clId="{4DEEB11C-6F4E-434B-9DEA-240AA84EFB01}" dt="2026-05-27T05:45:33.150" v="5473"/>
          <ac:spMkLst>
            <pc:docMk/>
            <pc:sldMk cId="2852640427" sldId="292"/>
            <ac:spMk id="87" creationId="{DF4469EC-41BB-664B-BC24-4812A835AE92}"/>
          </ac:spMkLst>
        </pc:spChg>
        <pc:spChg chg="mod">
          <ac:chgData name="JAEYEON KIM" userId="5fd88c3b828d6b87" providerId="LiveId" clId="{4DEEB11C-6F4E-434B-9DEA-240AA84EFB01}" dt="2026-05-27T05:45:33.150" v="5473"/>
          <ac:spMkLst>
            <pc:docMk/>
            <pc:sldMk cId="2852640427" sldId="292"/>
            <ac:spMk id="89" creationId="{665A0FFF-9AE8-B79C-5E3F-4086079C108D}"/>
          </ac:spMkLst>
        </pc:spChg>
        <pc:spChg chg="mod">
          <ac:chgData name="JAEYEON KIM" userId="5fd88c3b828d6b87" providerId="LiveId" clId="{4DEEB11C-6F4E-434B-9DEA-240AA84EFB01}" dt="2026-05-27T05:45:33.150" v="5473"/>
          <ac:spMkLst>
            <pc:docMk/>
            <pc:sldMk cId="2852640427" sldId="292"/>
            <ac:spMk id="91" creationId="{146DF902-A7A2-17CA-8D45-B7FB58C8B013}"/>
          </ac:spMkLst>
        </pc:spChg>
        <pc:spChg chg="add mod">
          <ac:chgData name="JAEYEON KIM" userId="5fd88c3b828d6b87" providerId="LiveId" clId="{4DEEB11C-6F4E-434B-9DEA-240AA84EFB01}" dt="2026-05-27T05:46:05.871" v="5475"/>
          <ac:spMkLst>
            <pc:docMk/>
            <pc:sldMk cId="2852640427" sldId="292"/>
            <ac:spMk id="94" creationId="{DD682066-FDA0-C033-7531-1A37E3E4DDD9}"/>
          </ac:spMkLst>
        </pc:spChg>
        <pc:spChg chg="mod">
          <ac:chgData name="JAEYEON KIM" userId="5fd88c3b828d6b87" providerId="LiveId" clId="{4DEEB11C-6F4E-434B-9DEA-240AA84EFB01}" dt="2026-05-27T05:48:20.255" v="5505" actId="14100"/>
          <ac:spMkLst>
            <pc:docMk/>
            <pc:sldMk cId="2852640427" sldId="292"/>
            <ac:spMk id="96" creationId="{F79E83D6-DF5A-1060-1D4E-4689CA105942}"/>
          </ac:spMkLst>
        </pc:spChg>
        <pc:spChg chg="mod topLvl">
          <ac:chgData name="JAEYEON KIM" userId="5fd88c3b828d6b87" providerId="LiveId" clId="{4DEEB11C-6F4E-434B-9DEA-240AA84EFB01}" dt="2026-05-27T05:48:03.298" v="5496" actId="165"/>
          <ac:spMkLst>
            <pc:docMk/>
            <pc:sldMk cId="2852640427" sldId="292"/>
            <ac:spMk id="105" creationId="{FADB6D26-3F61-9B95-9E8B-B090CA549C52}"/>
          </ac:spMkLst>
        </pc:spChg>
        <pc:spChg chg="mod">
          <ac:chgData name="JAEYEON KIM" userId="5fd88c3b828d6b87" providerId="LiveId" clId="{4DEEB11C-6F4E-434B-9DEA-240AA84EFB01}" dt="2026-05-27T05:48:33.350" v="5506" actId="164"/>
          <ac:spMkLst>
            <pc:docMk/>
            <pc:sldMk cId="2852640427" sldId="292"/>
            <ac:spMk id="107" creationId="{366EF71B-DAAF-395B-B5D1-0C72C59FA424}"/>
          </ac:spMkLst>
        </pc:spChg>
        <pc:spChg chg="mod">
          <ac:chgData name="JAEYEON KIM" userId="5fd88c3b828d6b87" providerId="LiveId" clId="{4DEEB11C-6F4E-434B-9DEA-240AA84EFB01}" dt="2026-05-27T05:48:33.350" v="5506" actId="164"/>
          <ac:spMkLst>
            <pc:docMk/>
            <pc:sldMk cId="2852640427" sldId="292"/>
            <ac:spMk id="108" creationId="{7C736324-BB8D-A671-642D-7C0B4F1BD3B0}"/>
          </ac:spMkLst>
        </pc:spChg>
        <pc:spChg chg="mod">
          <ac:chgData name="JAEYEON KIM" userId="5fd88c3b828d6b87" providerId="LiveId" clId="{4DEEB11C-6F4E-434B-9DEA-240AA84EFB01}" dt="2026-05-27T05:48:33.350" v="5506" actId="164"/>
          <ac:spMkLst>
            <pc:docMk/>
            <pc:sldMk cId="2852640427" sldId="292"/>
            <ac:spMk id="109" creationId="{7A11CC07-08E8-492A-C5E6-6EF21896884F}"/>
          </ac:spMkLst>
        </pc:spChg>
        <pc:spChg chg="mod topLvl">
          <ac:chgData name="JAEYEON KIM" userId="5fd88c3b828d6b87" providerId="LiveId" clId="{4DEEB11C-6F4E-434B-9DEA-240AA84EFB01}" dt="2026-05-27T05:48:03.298" v="5496" actId="165"/>
          <ac:spMkLst>
            <pc:docMk/>
            <pc:sldMk cId="2852640427" sldId="292"/>
            <ac:spMk id="118" creationId="{31158981-6E74-1D9F-5D94-F2689DEF430E}"/>
          </ac:spMkLst>
        </pc:spChg>
        <pc:spChg chg="mod">
          <ac:chgData name="JAEYEON KIM" userId="5fd88c3b828d6b87" providerId="LiveId" clId="{4DEEB11C-6F4E-434B-9DEA-240AA84EFB01}" dt="2026-05-27T05:48:33.350" v="5506" actId="164"/>
          <ac:spMkLst>
            <pc:docMk/>
            <pc:sldMk cId="2852640427" sldId="292"/>
            <ac:spMk id="126" creationId="{FCB1C4F1-9D98-89D8-E2F1-DE5851FEA19D}"/>
          </ac:spMkLst>
        </pc:spChg>
        <pc:spChg chg="mod">
          <ac:chgData name="JAEYEON KIM" userId="5fd88c3b828d6b87" providerId="LiveId" clId="{4DEEB11C-6F4E-434B-9DEA-240AA84EFB01}" dt="2026-05-27T05:48:33.350" v="5506" actId="164"/>
          <ac:spMkLst>
            <pc:docMk/>
            <pc:sldMk cId="2852640427" sldId="292"/>
            <ac:spMk id="127" creationId="{82D5487E-C4CD-6C1C-A0CF-5EED9D0C00DE}"/>
          </ac:spMkLst>
        </pc:spChg>
        <pc:spChg chg="mod topLvl">
          <ac:chgData name="JAEYEON KIM" userId="5fd88c3b828d6b87" providerId="LiveId" clId="{4DEEB11C-6F4E-434B-9DEA-240AA84EFB01}" dt="2026-05-27T05:48:03.298" v="5496" actId="165"/>
          <ac:spMkLst>
            <pc:docMk/>
            <pc:sldMk cId="2852640427" sldId="292"/>
            <ac:spMk id="131" creationId="{ED0F9D9A-75CA-58EA-BE06-9A7F68C46ADE}"/>
          </ac:spMkLst>
        </pc:spChg>
        <pc:spChg chg="mod">
          <ac:chgData name="JAEYEON KIM" userId="5fd88c3b828d6b87" providerId="LiveId" clId="{4DEEB11C-6F4E-434B-9DEA-240AA84EFB01}" dt="2026-05-27T05:48:33.350" v="5506" actId="164"/>
          <ac:spMkLst>
            <pc:docMk/>
            <pc:sldMk cId="2852640427" sldId="292"/>
            <ac:spMk id="136" creationId="{AC894332-05F5-8288-B45C-1DF2F7302C47}"/>
          </ac:spMkLst>
        </pc:spChg>
        <pc:spChg chg="mod">
          <ac:chgData name="JAEYEON KIM" userId="5fd88c3b828d6b87" providerId="LiveId" clId="{4DEEB11C-6F4E-434B-9DEA-240AA84EFB01}" dt="2026-05-27T05:48:33.350" v="5506" actId="164"/>
          <ac:spMkLst>
            <pc:docMk/>
            <pc:sldMk cId="2852640427" sldId="292"/>
            <ac:spMk id="139" creationId="{7C4F97DC-2AD6-4F9D-5F5D-369D277636FD}"/>
          </ac:spMkLst>
        </pc:spChg>
        <pc:spChg chg="mod">
          <ac:chgData name="JAEYEON KIM" userId="5fd88c3b828d6b87" providerId="LiveId" clId="{4DEEB11C-6F4E-434B-9DEA-240AA84EFB01}" dt="2026-05-27T05:48:33.350" v="5506" actId="164"/>
          <ac:spMkLst>
            <pc:docMk/>
            <pc:sldMk cId="2852640427" sldId="292"/>
            <ac:spMk id="148" creationId="{FF039294-D597-46B5-FE41-B6161E2AB7AC}"/>
          </ac:spMkLst>
        </pc:spChg>
        <pc:spChg chg="mod">
          <ac:chgData name="JAEYEON KIM" userId="5fd88c3b828d6b87" providerId="LiveId" clId="{4DEEB11C-6F4E-434B-9DEA-240AA84EFB01}" dt="2026-05-27T05:48:33.350" v="5506" actId="164"/>
          <ac:spMkLst>
            <pc:docMk/>
            <pc:sldMk cId="2852640427" sldId="292"/>
            <ac:spMk id="152" creationId="{D8A69D1C-F27B-8360-3F4D-8D5962BFFFE1}"/>
          </ac:spMkLst>
        </pc:spChg>
        <pc:spChg chg="mod">
          <ac:chgData name="JAEYEON KIM" userId="5fd88c3b828d6b87" providerId="LiveId" clId="{4DEEB11C-6F4E-434B-9DEA-240AA84EFB01}" dt="2026-05-27T05:48:33.350" v="5506" actId="164"/>
          <ac:spMkLst>
            <pc:docMk/>
            <pc:sldMk cId="2852640427" sldId="292"/>
            <ac:spMk id="155" creationId="{A4535E0A-FCB7-783F-73DF-CB7912FC0659}"/>
          </ac:spMkLst>
        </pc:spChg>
        <pc:spChg chg="mod topLvl">
          <ac:chgData name="JAEYEON KIM" userId="5fd88c3b828d6b87" providerId="LiveId" clId="{4DEEB11C-6F4E-434B-9DEA-240AA84EFB01}" dt="2026-05-27T05:48:03.298" v="5496" actId="165"/>
          <ac:spMkLst>
            <pc:docMk/>
            <pc:sldMk cId="2852640427" sldId="292"/>
            <ac:spMk id="161" creationId="{D836FBDC-2E03-7713-532B-DD17B3DA3A42}"/>
          </ac:spMkLst>
        </pc:spChg>
        <pc:spChg chg="mod">
          <ac:chgData name="JAEYEON KIM" userId="5fd88c3b828d6b87" providerId="LiveId" clId="{4DEEB11C-6F4E-434B-9DEA-240AA84EFB01}" dt="2026-05-27T05:48:03.298" v="5496" actId="165"/>
          <ac:spMkLst>
            <pc:docMk/>
            <pc:sldMk cId="2852640427" sldId="292"/>
            <ac:spMk id="171" creationId="{ABFB8F31-E118-B7AF-6EE0-F6C68B77F2BD}"/>
          </ac:spMkLst>
        </pc:spChg>
        <pc:spChg chg="mod">
          <ac:chgData name="JAEYEON KIM" userId="5fd88c3b828d6b87" providerId="LiveId" clId="{4DEEB11C-6F4E-434B-9DEA-240AA84EFB01}" dt="2026-05-27T05:48:03.298" v="5496" actId="165"/>
          <ac:spMkLst>
            <pc:docMk/>
            <pc:sldMk cId="2852640427" sldId="292"/>
            <ac:spMk id="175" creationId="{786CE2BA-7658-16C2-33F3-367D5A8247BA}"/>
          </ac:spMkLst>
        </pc:spChg>
        <pc:spChg chg="mod">
          <ac:chgData name="JAEYEON KIM" userId="5fd88c3b828d6b87" providerId="LiveId" clId="{4DEEB11C-6F4E-434B-9DEA-240AA84EFB01}" dt="2026-05-27T05:48:03.298" v="5496" actId="165"/>
          <ac:spMkLst>
            <pc:docMk/>
            <pc:sldMk cId="2852640427" sldId="292"/>
            <ac:spMk id="189" creationId="{95E10D53-D4C7-A034-8DCA-D23B277452DC}"/>
          </ac:spMkLst>
        </pc:spChg>
        <pc:spChg chg="mod">
          <ac:chgData name="JAEYEON KIM" userId="5fd88c3b828d6b87" providerId="LiveId" clId="{4DEEB11C-6F4E-434B-9DEA-240AA84EFB01}" dt="2026-05-27T05:48:03.298" v="5496" actId="165"/>
          <ac:spMkLst>
            <pc:docMk/>
            <pc:sldMk cId="2852640427" sldId="292"/>
            <ac:spMk id="195" creationId="{C2FC52CD-6EF1-9694-2CFE-AF7CE3F92530}"/>
          </ac:spMkLst>
        </pc:spChg>
        <pc:spChg chg="del">
          <ac:chgData name="JAEYEON KIM" userId="5fd88c3b828d6b87" providerId="LiveId" clId="{4DEEB11C-6F4E-434B-9DEA-240AA84EFB01}" dt="2026-05-27T05:47:51.213" v="5495" actId="478"/>
          <ac:spMkLst>
            <pc:docMk/>
            <pc:sldMk cId="2852640427" sldId="292"/>
            <ac:spMk id="200" creationId="{21BBF361-60C8-894B-9347-21CD5CAF35BA}"/>
          </ac:spMkLst>
        </pc:spChg>
        <pc:spChg chg="mod">
          <ac:chgData name="JAEYEON KIM" userId="5fd88c3b828d6b87" providerId="LiveId" clId="{4DEEB11C-6F4E-434B-9DEA-240AA84EFB01}" dt="2026-05-27T05:48:03.298" v="5496" actId="165"/>
          <ac:spMkLst>
            <pc:docMk/>
            <pc:sldMk cId="2852640427" sldId="292"/>
            <ac:spMk id="210" creationId="{231351AC-4398-4F4D-AE50-4814E25B7ACC}"/>
          </ac:spMkLst>
        </pc:spChg>
        <pc:spChg chg="mod">
          <ac:chgData name="JAEYEON KIM" userId="5fd88c3b828d6b87" providerId="LiveId" clId="{4DEEB11C-6F4E-434B-9DEA-240AA84EFB01}" dt="2026-05-27T05:48:03.298" v="5496" actId="165"/>
          <ac:spMkLst>
            <pc:docMk/>
            <pc:sldMk cId="2852640427" sldId="292"/>
            <ac:spMk id="215" creationId="{BB8FFBB8-355D-E43E-A842-E5EE3D77632D}"/>
          </ac:spMkLst>
        </pc:spChg>
        <pc:spChg chg="del">
          <ac:chgData name="JAEYEON KIM" userId="5fd88c3b828d6b87" providerId="LiveId" clId="{4DEEB11C-6F4E-434B-9DEA-240AA84EFB01}" dt="2026-05-27T05:47:46.579" v="5493" actId="478"/>
          <ac:spMkLst>
            <pc:docMk/>
            <pc:sldMk cId="2852640427" sldId="292"/>
            <ac:spMk id="217" creationId="{C493705B-D237-7918-5CF5-9BC896F4476D}"/>
          </ac:spMkLst>
        </pc:spChg>
        <pc:spChg chg="del">
          <ac:chgData name="JAEYEON KIM" userId="5fd88c3b828d6b87" providerId="LiveId" clId="{4DEEB11C-6F4E-434B-9DEA-240AA84EFB01}" dt="2026-05-27T05:47:41.545" v="5490" actId="478"/>
          <ac:spMkLst>
            <pc:docMk/>
            <pc:sldMk cId="2852640427" sldId="292"/>
            <ac:spMk id="218" creationId="{7C30F16A-B3B2-2B04-9D0E-C368D7D17CD5}"/>
          </ac:spMkLst>
        </pc:spChg>
        <pc:spChg chg="del">
          <ac:chgData name="JAEYEON KIM" userId="5fd88c3b828d6b87" providerId="LiveId" clId="{4DEEB11C-6F4E-434B-9DEA-240AA84EFB01}" dt="2026-05-27T05:47:43.899" v="5491" actId="478"/>
          <ac:spMkLst>
            <pc:docMk/>
            <pc:sldMk cId="2852640427" sldId="292"/>
            <ac:spMk id="220" creationId="{91296158-DD15-2D9C-B4B2-A3AE3200ABA1}"/>
          </ac:spMkLst>
        </pc:spChg>
        <pc:spChg chg="del">
          <ac:chgData name="JAEYEON KIM" userId="5fd88c3b828d6b87" providerId="LiveId" clId="{4DEEB11C-6F4E-434B-9DEA-240AA84EFB01}" dt="2026-05-27T05:47:48.513" v="5494" actId="478"/>
          <ac:spMkLst>
            <pc:docMk/>
            <pc:sldMk cId="2852640427" sldId="292"/>
            <ac:spMk id="221" creationId="{846A701C-4143-91DC-9D60-8EF6E69B5092}"/>
          </ac:spMkLst>
        </pc:spChg>
        <pc:spChg chg="add mod">
          <ac:chgData name="JAEYEON KIM" userId="5fd88c3b828d6b87" providerId="LiveId" clId="{4DEEB11C-6F4E-434B-9DEA-240AA84EFB01}" dt="2026-05-27T06:32:38.844" v="5799" actId="1076"/>
          <ac:spMkLst>
            <pc:docMk/>
            <pc:sldMk cId="2852640427" sldId="292"/>
            <ac:spMk id="227" creationId="{E71027A2-02FB-5EAD-2E11-29D94BA7ECA8}"/>
          </ac:spMkLst>
        </pc:spChg>
        <pc:spChg chg="mod">
          <ac:chgData name="JAEYEON KIM" userId="5fd88c3b828d6b87" providerId="LiveId" clId="{4DEEB11C-6F4E-434B-9DEA-240AA84EFB01}" dt="2026-05-27T05:54:00.330" v="5641" actId="571"/>
          <ac:spMkLst>
            <pc:docMk/>
            <pc:sldMk cId="2852640427" sldId="292"/>
            <ac:spMk id="229" creationId="{4795A24E-1CB7-AD3D-2119-548FA8E9AE88}"/>
          </ac:spMkLst>
        </pc:spChg>
        <pc:spChg chg="mod">
          <ac:chgData name="JAEYEON KIM" userId="5fd88c3b828d6b87" providerId="LiveId" clId="{4DEEB11C-6F4E-434B-9DEA-240AA84EFB01}" dt="2026-05-27T05:54:00.330" v="5641" actId="571"/>
          <ac:spMkLst>
            <pc:docMk/>
            <pc:sldMk cId="2852640427" sldId="292"/>
            <ac:spMk id="230" creationId="{69FB0D16-EC63-9EC7-4D9A-AE93C9591088}"/>
          </ac:spMkLst>
        </pc:spChg>
        <pc:spChg chg="mod">
          <ac:chgData name="JAEYEON KIM" userId="5fd88c3b828d6b87" providerId="LiveId" clId="{4DEEB11C-6F4E-434B-9DEA-240AA84EFB01}" dt="2026-05-27T05:54:00.330" v="5641" actId="571"/>
          <ac:spMkLst>
            <pc:docMk/>
            <pc:sldMk cId="2852640427" sldId="292"/>
            <ac:spMk id="231" creationId="{F620AF8D-3B04-D279-B2A2-10D44FB5E581}"/>
          </ac:spMkLst>
        </pc:spChg>
        <pc:spChg chg="mod">
          <ac:chgData name="JAEYEON KIM" userId="5fd88c3b828d6b87" providerId="LiveId" clId="{4DEEB11C-6F4E-434B-9DEA-240AA84EFB01}" dt="2026-05-27T05:54:00.330" v="5641" actId="571"/>
          <ac:spMkLst>
            <pc:docMk/>
            <pc:sldMk cId="2852640427" sldId="292"/>
            <ac:spMk id="232" creationId="{B4BE778D-AE92-DFBB-A27A-6349821DF243}"/>
          </ac:spMkLst>
        </pc:spChg>
        <pc:spChg chg="mod">
          <ac:chgData name="JAEYEON KIM" userId="5fd88c3b828d6b87" providerId="LiveId" clId="{4DEEB11C-6F4E-434B-9DEA-240AA84EFB01}" dt="2026-05-27T05:54:00.330" v="5641" actId="571"/>
          <ac:spMkLst>
            <pc:docMk/>
            <pc:sldMk cId="2852640427" sldId="292"/>
            <ac:spMk id="233" creationId="{21A8E89B-044C-F1B9-4EE0-0A0CA65852DF}"/>
          </ac:spMkLst>
        </pc:spChg>
        <pc:spChg chg="mod">
          <ac:chgData name="JAEYEON KIM" userId="5fd88c3b828d6b87" providerId="LiveId" clId="{4DEEB11C-6F4E-434B-9DEA-240AA84EFB01}" dt="2026-05-27T06:25:59.441" v="5687" actId="2711"/>
          <ac:spMkLst>
            <pc:docMk/>
            <pc:sldMk cId="2852640427" sldId="292"/>
            <ac:spMk id="234" creationId="{278F6BFE-EC4F-9FBB-6342-7574AAA90E38}"/>
          </ac:spMkLst>
        </pc:spChg>
        <pc:spChg chg="mod">
          <ac:chgData name="JAEYEON KIM" userId="5fd88c3b828d6b87" providerId="LiveId" clId="{4DEEB11C-6F4E-434B-9DEA-240AA84EFB01}" dt="2026-05-27T06:26:16.517" v="5707" actId="2711"/>
          <ac:spMkLst>
            <pc:docMk/>
            <pc:sldMk cId="2852640427" sldId="292"/>
            <ac:spMk id="235" creationId="{024C7E07-E270-92C5-D3F7-D98E9742C867}"/>
          </ac:spMkLst>
        </pc:spChg>
        <pc:spChg chg="add mod">
          <ac:chgData name="JAEYEON KIM" userId="5fd88c3b828d6b87" providerId="LiveId" clId="{4DEEB11C-6F4E-434B-9DEA-240AA84EFB01}" dt="2026-05-27T06:26:28.699" v="5722" actId="2711"/>
          <ac:spMkLst>
            <pc:docMk/>
            <pc:sldMk cId="2852640427" sldId="292"/>
            <ac:spMk id="236" creationId="{858B094B-7E97-3413-B28C-2BE8A465F396}"/>
          </ac:spMkLst>
        </pc:spChg>
        <pc:spChg chg="add mod">
          <ac:chgData name="JAEYEON KIM" userId="5fd88c3b828d6b87" providerId="LiveId" clId="{4DEEB11C-6F4E-434B-9DEA-240AA84EFB01}" dt="2026-05-27T06:26:46.177" v="5740" actId="2711"/>
          <ac:spMkLst>
            <pc:docMk/>
            <pc:sldMk cId="2852640427" sldId="292"/>
            <ac:spMk id="237" creationId="{8B4FB39A-5CC2-8BED-FEF5-CB733BF96221}"/>
          </ac:spMkLst>
        </pc:spChg>
        <pc:spChg chg="add mod">
          <ac:chgData name="JAEYEON KIM" userId="5fd88c3b828d6b87" providerId="LiveId" clId="{4DEEB11C-6F4E-434B-9DEA-240AA84EFB01}" dt="2026-05-27T06:27:09.734" v="5777" actId="2711"/>
          <ac:spMkLst>
            <pc:docMk/>
            <pc:sldMk cId="2852640427" sldId="292"/>
            <ac:spMk id="238" creationId="{D698AED8-0F6B-4915-11B2-4F726D7F331A}"/>
          </ac:spMkLst>
        </pc:spChg>
        <pc:spChg chg="add mod">
          <ac:chgData name="JAEYEON KIM" userId="5fd88c3b828d6b87" providerId="LiveId" clId="{4DEEB11C-6F4E-434B-9DEA-240AA84EFB01}" dt="2026-05-27T06:27:09.734" v="5777" actId="2711"/>
          <ac:spMkLst>
            <pc:docMk/>
            <pc:sldMk cId="2852640427" sldId="292"/>
            <ac:spMk id="239" creationId="{B8188093-9770-2E87-67D2-6548C7198124}"/>
          </ac:spMkLst>
        </pc:spChg>
        <pc:spChg chg="mod">
          <ac:chgData name="JAEYEON KIM" userId="5fd88c3b828d6b87" providerId="LiveId" clId="{4DEEB11C-6F4E-434B-9DEA-240AA84EFB01}" dt="2026-05-27T06:28:19.475" v="5781"/>
          <ac:spMkLst>
            <pc:docMk/>
            <pc:sldMk cId="2852640427" sldId="292"/>
            <ac:spMk id="246" creationId="{693731CD-2E81-9A14-C2B2-D65E12D321A1}"/>
          </ac:spMkLst>
        </pc:spChg>
        <pc:spChg chg="mod">
          <ac:chgData name="JAEYEON KIM" userId="5fd88c3b828d6b87" providerId="LiveId" clId="{4DEEB11C-6F4E-434B-9DEA-240AA84EFB01}" dt="2026-05-27T06:28:19.475" v="5781"/>
          <ac:spMkLst>
            <pc:docMk/>
            <pc:sldMk cId="2852640427" sldId="292"/>
            <ac:spMk id="248" creationId="{DFA188BC-981C-AE8C-8F48-722B44A02900}"/>
          </ac:spMkLst>
        </pc:spChg>
        <pc:spChg chg="mod">
          <ac:chgData name="JAEYEON KIM" userId="5fd88c3b828d6b87" providerId="LiveId" clId="{4DEEB11C-6F4E-434B-9DEA-240AA84EFB01}" dt="2026-05-27T06:28:19.475" v="5781"/>
          <ac:spMkLst>
            <pc:docMk/>
            <pc:sldMk cId="2852640427" sldId="292"/>
            <ac:spMk id="250" creationId="{1CFB2A2C-F7E9-E6D5-65E0-D8D26B800149}"/>
          </ac:spMkLst>
        </pc:spChg>
        <pc:spChg chg="mod">
          <ac:chgData name="JAEYEON KIM" userId="5fd88c3b828d6b87" providerId="LiveId" clId="{4DEEB11C-6F4E-434B-9DEA-240AA84EFB01}" dt="2026-05-27T06:28:19.475" v="5781"/>
          <ac:spMkLst>
            <pc:docMk/>
            <pc:sldMk cId="2852640427" sldId="292"/>
            <ac:spMk id="251" creationId="{1AAB3263-6F38-59BF-09B2-A4BEEEE93629}"/>
          </ac:spMkLst>
        </pc:spChg>
        <pc:spChg chg="mod">
          <ac:chgData name="JAEYEON KIM" userId="5fd88c3b828d6b87" providerId="LiveId" clId="{4DEEB11C-6F4E-434B-9DEA-240AA84EFB01}" dt="2026-05-27T06:28:19.475" v="5781"/>
          <ac:spMkLst>
            <pc:docMk/>
            <pc:sldMk cId="2852640427" sldId="292"/>
            <ac:spMk id="252" creationId="{2B5D159F-CCD1-2ADE-7CF6-D00A48196758}"/>
          </ac:spMkLst>
        </pc:spChg>
        <pc:spChg chg="mod">
          <ac:chgData name="JAEYEON KIM" userId="5fd88c3b828d6b87" providerId="LiveId" clId="{4DEEB11C-6F4E-434B-9DEA-240AA84EFB01}" dt="2026-05-27T06:28:19.475" v="5781"/>
          <ac:spMkLst>
            <pc:docMk/>
            <pc:sldMk cId="2852640427" sldId="292"/>
            <ac:spMk id="253" creationId="{6092076C-03B2-885D-9B52-5BC9A2636DF2}"/>
          </ac:spMkLst>
        </pc:spChg>
        <pc:spChg chg="mod">
          <ac:chgData name="JAEYEON KIM" userId="5fd88c3b828d6b87" providerId="LiveId" clId="{4DEEB11C-6F4E-434B-9DEA-240AA84EFB01}" dt="2026-05-27T06:28:19.475" v="5781"/>
          <ac:spMkLst>
            <pc:docMk/>
            <pc:sldMk cId="2852640427" sldId="292"/>
            <ac:spMk id="254" creationId="{69159219-5897-65E2-E87B-8C6113B243F6}"/>
          </ac:spMkLst>
        </pc:spChg>
        <pc:spChg chg="mod">
          <ac:chgData name="JAEYEON KIM" userId="5fd88c3b828d6b87" providerId="LiveId" clId="{4DEEB11C-6F4E-434B-9DEA-240AA84EFB01}" dt="2026-05-27T07:10:11.364" v="6322" actId="17032"/>
          <ac:spMkLst>
            <pc:docMk/>
            <pc:sldMk cId="2852640427" sldId="292"/>
            <ac:spMk id="255" creationId="{DC099B50-842D-A39E-4EEF-BFAD0F6A7B15}"/>
          </ac:spMkLst>
        </pc:spChg>
        <pc:spChg chg="mod">
          <ac:chgData name="JAEYEON KIM" userId="5fd88c3b828d6b87" providerId="LiveId" clId="{4DEEB11C-6F4E-434B-9DEA-240AA84EFB01}" dt="2026-05-27T06:28:19.475" v="5781"/>
          <ac:spMkLst>
            <pc:docMk/>
            <pc:sldMk cId="2852640427" sldId="292"/>
            <ac:spMk id="256" creationId="{6E4C560A-12BF-03B5-A95B-B7ACAB4E0F41}"/>
          </ac:spMkLst>
        </pc:spChg>
        <pc:spChg chg="del mod">
          <ac:chgData name="JAEYEON KIM" userId="5fd88c3b828d6b87" providerId="LiveId" clId="{4DEEB11C-6F4E-434B-9DEA-240AA84EFB01}" dt="2026-05-27T07:10:33.070" v="6327" actId="478"/>
          <ac:spMkLst>
            <pc:docMk/>
            <pc:sldMk cId="2852640427" sldId="292"/>
            <ac:spMk id="257" creationId="{76FF7F90-2932-04AD-D26E-00B0F89F1338}"/>
          </ac:spMkLst>
        </pc:spChg>
        <pc:spChg chg="add mod">
          <ac:chgData name="JAEYEON KIM" userId="5fd88c3b828d6b87" providerId="LiveId" clId="{4DEEB11C-6F4E-434B-9DEA-240AA84EFB01}" dt="2026-05-27T06:29:04.296" v="5784"/>
          <ac:spMkLst>
            <pc:docMk/>
            <pc:sldMk cId="2852640427" sldId="292"/>
            <ac:spMk id="258" creationId="{B19D03D2-168A-7B68-7FF0-7EBDFA28D946}"/>
          </ac:spMkLst>
        </pc:spChg>
        <pc:spChg chg="add mod">
          <ac:chgData name="JAEYEON KIM" userId="5fd88c3b828d6b87" providerId="LiveId" clId="{4DEEB11C-6F4E-434B-9DEA-240AA84EFB01}" dt="2026-05-27T06:29:04.296" v="5784"/>
          <ac:spMkLst>
            <pc:docMk/>
            <pc:sldMk cId="2852640427" sldId="292"/>
            <ac:spMk id="259" creationId="{57191C47-475C-BE3B-6D30-459FBE68ECF7}"/>
          </ac:spMkLst>
        </pc:spChg>
        <pc:spChg chg="add mod">
          <ac:chgData name="JAEYEON KIM" userId="5fd88c3b828d6b87" providerId="LiveId" clId="{4DEEB11C-6F4E-434B-9DEA-240AA84EFB01}" dt="2026-05-27T06:29:27.225" v="5785"/>
          <ac:spMkLst>
            <pc:docMk/>
            <pc:sldMk cId="2852640427" sldId="292"/>
            <ac:spMk id="260" creationId="{B28FD74A-2216-F1A5-6484-E6D8A6EDC1A4}"/>
          </ac:spMkLst>
        </pc:spChg>
        <pc:spChg chg="add mod">
          <ac:chgData name="JAEYEON KIM" userId="5fd88c3b828d6b87" providerId="LiveId" clId="{4DEEB11C-6F4E-434B-9DEA-240AA84EFB01}" dt="2026-05-27T06:29:27.225" v="5785"/>
          <ac:spMkLst>
            <pc:docMk/>
            <pc:sldMk cId="2852640427" sldId="292"/>
            <ac:spMk id="261" creationId="{DAD4A197-14F8-A0ED-82B3-C7507A263205}"/>
          </ac:spMkLst>
        </pc:spChg>
        <pc:spChg chg="add mod">
          <ac:chgData name="JAEYEON KIM" userId="5fd88c3b828d6b87" providerId="LiveId" clId="{4DEEB11C-6F4E-434B-9DEA-240AA84EFB01}" dt="2026-05-27T06:30:56.679" v="5791" actId="1076"/>
          <ac:spMkLst>
            <pc:docMk/>
            <pc:sldMk cId="2852640427" sldId="292"/>
            <ac:spMk id="262" creationId="{450E56CA-8091-BC20-193A-856198AC4C3B}"/>
          </ac:spMkLst>
        </pc:spChg>
        <pc:spChg chg="add mod">
          <ac:chgData name="JAEYEON KIM" userId="5fd88c3b828d6b87" providerId="LiveId" clId="{4DEEB11C-6F4E-434B-9DEA-240AA84EFB01}" dt="2026-05-27T06:30:56.679" v="5791" actId="1076"/>
          <ac:spMkLst>
            <pc:docMk/>
            <pc:sldMk cId="2852640427" sldId="292"/>
            <ac:spMk id="263" creationId="{9ADFD51F-F72C-02F2-C937-405718B720E4}"/>
          </ac:spMkLst>
        </pc:spChg>
        <pc:spChg chg="add mod topLvl">
          <ac:chgData name="JAEYEON KIM" userId="5fd88c3b828d6b87" providerId="LiveId" clId="{4DEEB11C-6F4E-434B-9DEA-240AA84EFB01}" dt="2026-05-27T06:47:29.446" v="5915" actId="164"/>
          <ac:spMkLst>
            <pc:docMk/>
            <pc:sldMk cId="2852640427" sldId="292"/>
            <ac:spMk id="264" creationId="{D6ED80E1-964A-3B91-2E96-99E6293A2BFC}"/>
          </ac:spMkLst>
        </pc:spChg>
        <pc:spChg chg="add mod topLvl">
          <ac:chgData name="JAEYEON KIM" userId="5fd88c3b828d6b87" providerId="LiveId" clId="{4DEEB11C-6F4E-434B-9DEA-240AA84EFB01}" dt="2026-05-27T07:12:13.564" v="6343" actId="208"/>
          <ac:spMkLst>
            <pc:docMk/>
            <pc:sldMk cId="2852640427" sldId="292"/>
            <ac:spMk id="265" creationId="{BDA0924E-37FE-D04D-22A8-06AB992ACC59}"/>
          </ac:spMkLst>
        </pc:spChg>
        <pc:spChg chg="add mod">
          <ac:chgData name="JAEYEON KIM" userId="5fd88c3b828d6b87" providerId="LiveId" clId="{4DEEB11C-6F4E-434B-9DEA-240AA84EFB01}" dt="2026-05-27T06:32:42.081" v="5801" actId="1076"/>
          <ac:spMkLst>
            <pc:docMk/>
            <pc:sldMk cId="2852640427" sldId="292"/>
            <ac:spMk id="267" creationId="{65790490-B548-7178-E82B-9222629140FF}"/>
          </ac:spMkLst>
        </pc:spChg>
        <pc:spChg chg="add mod">
          <ac:chgData name="JAEYEON KIM" userId="5fd88c3b828d6b87" providerId="LiveId" clId="{4DEEB11C-6F4E-434B-9DEA-240AA84EFB01}" dt="2026-05-27T06:32:35.369" v="5797"/>
          <ac:spMkLst>
            <pc:docMk/>
            <pc:sldMk cId="2852640427" sldId="292"/>
            <ac:spMk id="268" creationId="{6756753D-C9E7-1843-FC3B-A9F38C022D5A}"/>
          </ac:spMkLst>
        </pc:spChg>
        <pc:spChg chg="add mod">
          <ac:chgData name="JAEYEON KIM" userId="5fd88c3b828d6b87" providerId="LiveId" clId="{4DEEB11C-6F4E-434B-9DEA-240AA84EFB01}" dt="2026-05-27T06:32:35.369" v="5797"/>
          <ac:spMkLst>
            <pc:docMk/>
            <pc:sldMk cId="2852640427" sldId="292"/>
            <ac:spMk id="269" creationId="{5C2378EF-FC5C-D506-AE53-9BC53F0D635F}"/>
          </ac:spMkLst>
        </pc:spChg>
        <pc:spChg chg="add mod">
          <ac:chgData name="JAEYEON KIM" userId="5fd88c3b828d6b87" providerId="LiveId" clId="{4DEEB11C-6F4E-434B-9DEA-240AA84EFB01}" dt="2026-05-27T06:32:35.369" v="5797"/>
          <ac:spMkLst>
            <pc:docMk/>
            <pc:sldMk cId="2852640427" sldId="292"/>
            <ac:spMk id="270" creationId="{15917E8E-8E94-D004-1B40-0A167141E4A9}"/>
          </ac:spMkLst>
        </pc:spChg>
        <pc:spChg chg="mod topLvl">
          <ac:chgData name="JAEYEON KIM" userId="5fd88c3b828d6b87" providerId="LiveId" clId="{4DEEB11C-6F4E-434B-9DEA-240AA84EFB01}" dt="2026-05-27T06:47:29.446" v="5915" actId="164"/>
          <ac:spMkLst>
            <pc:docMk/>
            <pc:sldMk cId="2852640427" sldId="292"/>
            <ac:spMk id="272" creationId="{8D4C500A-B079-5A26-486E-83A32CD6AB6C}"/>
          </ac:spMkLst>
        </pc:spChg>
        <pc:spChg chg="mod topLvl">
          <ac:chgData name="JAEYEON KIM" userId="5fd88c3b828d6b87" providerId="LiveId" clId="{4DEEB11C-6F4E-434B-9DEA-240AA84EFB01}" dt="2026-05-27T06:47:29.446" v="5915" actId="164"/>
          <ac:spMkLst>
            <pc:docMk/>
            <pc:sldMk cId="2852640427" sldId="292"/>
            <ac:spMk id="273" creationId="{DE80C504-D7B9-3472-C649-FF570618FC56}"/>
          </ac:spMkLst>
        </pc:spChg>
        <pc:spChg chg="mod topLvl">
          <ac:chgData name="JAEYEON KIM" userId="5fd88c3b828d6b87" providerId="LiveId" clId="{4DEEB11C-6F4E-434B-9DEA-240AA84EFB01}" dt="2026-05-27T07:00:03.649" v="6020" actId="17032"/>
          <ac:spMkLst>
            <pc:docMk/>
            <pc:sldMk cId="2852640427" sldId="292"/>
            <ac:spMk id="274" creationId="{6ED788DE-890E-3174-D939-AAEDA6E6AD5A}"/>
          </ac:spMkLst>
        </pc:spChg>
        <pc:spChg chg="del mod topLvl">
          <ac:chgData name="JAEYEON KIM" userId="5fd88c3b828d6b87" providerId="LiveId" clId="{4DEEB11C-6F4E-434B-9DEA-240AA84EFB01}" dt="2026-05-27T06:49:55.122" v="5923" actId="478"/>
          <ac:spMkLst>
            <pc:docMk/>
            <pc:sldMk cId="2852640427" sldId="292"/>
            <ac:spMk id="275" creationId="{D69D84F5-A9B6-F000-B3EB-B5949ED05DBE}"/>
          </ac:spMkLst>
        </pc:spChg>
        <pc:spChg chg="add mod ord">
          <ac:chgData name="JAEYEON KIM" userId="5fd88c3b828d6b87" providerId="LiveId" clId="{4DEEB11C-6F4E-434B-9DEA-240AA84EFB01}" dt="2026-05-27T06:46:05.348" v="5907" actId="1076"/>
          <ac:spMkLst>
            <pc:docMk/>
            <pc:sldMk cId="2852640427" sldId="292"/>
            <ac:spMk id="276" creationId="{25598EF4-D1A5-31FF-C394-E14D970B096C}"/>
          </ac:spMkLst>
        </pc:spChg>
        <pc:spChg chg="mod topLvl">
          <ac:chgData name="JAEYEON KIM" userId="5fd88c3b828d6b87" providerId="LiveId" clId="{4DEEB11C-6F4E-434B-9DEA-240AA84EFB01}" dt="2026-05-27T06:47:29.446" v="5915" actId="164"/>
          <ac:spMkLst>
            <pc:docMk/>
            <pc:sldMk cId="2852640427" sldId="292"/>
            <ac:spMk id="280" creationId="{E5BC5AFC-A844-78E6-5A2F-990EB6E64D85}"/>
          </ac:spMkLst>
        </pc:spChg>
        <pc:spChg chg="del mod topLvl">
          <ac:chgData name="JAEYEON KIM" userId="5fd88c3b828d6b87" providerId="LiveId" clId="{4DEEB11C-6F4E-434B-9DEA-240AA84EFB01}" dt="2026-05-27T06:53:05.855" v="5983" actId="478"/>
          <ac:spMkLst>
            <pc:docMk/>
            <pc:sldMk cId="2852640427" sldId="292"/>
            <ac:spMk id="281" creationId="{DCED6EC8-5B6C-F29F-AD1D-04B6EEC47416}"/>
          </ac:spMkLst>
        </pc:spChg>
        <pc:spChg chg="mod topLvl">
          <ac:chgData name="JAEYEON KIM" userId="5fd88c3b828d6b87" providerId="LiveId" clId="{4DEEB11C-6F4E-434B-9DEA-240AA84EFB01}" dt="2026-05-27T06:47:29.446" v="5915" actId="164"/>
          <ac:spMkLst>
            <pc:docMk/>
            <pc:sldMk cId="2852640427" sldId="292"/>
            <ac:spMk id="282" creationId="{CE2D6A36-33CC-4806-0549-4AB466A0E63C}"/>
          </ac:spMkLst>
        </pc:spChg>
        <pc:spChg chg="mod topLvl">
          <ac:chgData name="JAEYEON KIM" userId="5fd88c3b828d6b87" providerId="LiveId" clId="{4DEEB11C-6F4E-434B-9DEA-240AA84EFB01}" dt="2026-05-27T06:44:21.661" v="5896" actId="165"/>
          <ac:spMkLst>
            <pc:docMk/>
            <pc:sldMk cId="2852640427" sldId="292"/>
            <ac:spMk id="285" creationId="{A08F9E09-21CA-D9BB-5E44-BEFED3EDD9D4}"/>
          </ac:spMkLst>
        </pc:spChg>
        <pc:spChg chg="mod topLvl">
          <ac:chgData name="JAEYEON KIM" userId="5fd88c3b828d6b87" providerId="LiveId" clId="{4DEEB11C-6F4E-434B-9DEA-240AA84EFB01}" dt="2026-05-27T06:45:37.408" v="5900" actId="164"/>
          <ac:spMkLst>
            <pc:docMk/>
            <pc:sldMk cId="2852640427" sldId="292"/>
            <ac:spMk id="286" creationId="{4438FB86-5F81-EA74-0CD8-11FD914A3A97}"/>
          </ac:spMkLst>
        </pc:spChg>
        <pc:spChg chg="mod topLvl">
          <ac:chgData name="JAEYEON KIM" userId="5fd88c3b828d6b87" providerId="LiveId" clId="{4DEEB11C-6F4E-434B-9DEA-240AA84EFB01}" dt="2026-05-27T06:54:10.288" v="5998" actId="164"/>
          <ac:spMkLst>
            <pc:docMk/>
            <pc:sldMk cId="2852640427" sldId="292"/>
            <ac:spMk id="287" creationId="{C1067CE4-D1EA-DDEC-B165-FB113CE12BFF}"/>
          </ac:spMkLst>
        </pc:spChg>
        <pc:spChg chg="mod">
          <ac:chgData name="JAEYEON KIM" userId="5fd88c3b828d6b87" providerId="LiveId" clId="{4DEEB11C-6F4E-434B-9DEA-240AA84EFB01}" dt="2026-05-27T07:01:08.653" v="6061" actId="1076"/>
          <ac:spMkLst>
            <pc:docMk/>
            <pc:sldMk cId="2852640427" sldId="292"/>
            <ac:spMk id="288" creationId="{778E931B-16DB-7A2C-7985-39AFEA4D9EFB}"/>
          </ac:spMkLst>
        </pc:spChg>
        <pc:spChg chg="mod topLvl">
          <ac:chgData name="JAEYEON KIM" userId="5fd88c3b828d6b87" providerId="LiveId" clId="{4DEEB11C-6F4E-434B-9DEA-240AA84EFB01}" dt="2026-05-27T06:45:37.408" v="5900" actId="164"/>
          <ac:spMkLst>
            <pc:docMk/>
            <pc:sldMk cId="2852640427" sldId="292"/>
            <ac:spMk id="289" creationId="{06DF7981-AFCD-99DB-CB62-0D6628186BBB}"/>
          </ac:spMkLst>
        </pc:spChg>
        <pc:spChg chg="mod topLvl">
          <ac:chgData name="JAEYEON KIM" userId="5fd88c3b828d6b87" providerId="LiveId" clId="{4DEEB11C-6F4E-434B-9DEA-240AA84EFB01}" dt="2026-05-27T06:54:10.288" v="5998" actId="164"/>
          <ac:spMkLst>
            <pc:docMk/>
            <pc:sldMk cId="2852640427" sldId="292"/>
            <ac:spMk id="290" creationId="{CF32DF9C-8125-ED13-5679-4476E4BC94D3}"/>
          </ac:spMkLst>
        </pc:spChg>
        <pc:spChg chg="mod">
          <ac:chgData name="JAEYEON KIM" userId="5fd88c3b828d6b87" providerId="LiveId" clId="{4DEEB11C-6F4E-434B-9DEA-240AA84EFB01}" dt="2026-05-27T06:45:37.408" v="5900" actId="164"/>
          <ac:spMkLst>
            <pc:docMk/>
            <pc:sldMk cId="2852640427" sldId="292"/>
            <ac:spMk id="291" creationId="{204B948F-06F3-D431-7023-A5E248F0B446}"/>
          </ac:spMkLst>
        </pc:spChg>
        <pc:spChg chg="mod topLvl">
          <ac:chgData name="JAEYEON KIM" userId="5fd88c3b828d6b87" providerId="LiveId" clId="{4DEEB11C-6F4E-434B-9DEA-240AA84EFB01}" dt="2026-05-27T06:45:37.408" v="5900" actId="164"/>
          <ac:spMkLst>
            <pc:docMk/>
            <pc:sldMk cId="2852640427" sldId="292"/>
            <ac:spMk id="292" creationId="{205BB5FC-C3D8-E591-57D9-CB411BC2BC34}"/>
          </ac:spMkLst>
        </pc:spChg>
        <pc:spChg chg="mod topLvl">
          <ac:chgData name="JAEYEON KIM" userId="5fd88c3b828d6b87" providerId="LiveId" clId="{4DEEB11C-6F4E-434B-9DEA-240AA84EFB01}" dt="2026-05-27T06:54:12.034" v="5999" actId="164"/>
          <ac:spMkLst>
            <pc:docMk/>
            <pc:sldMk cId="2852640427" sldId="292"/>
            <ac:spMk id="293" creationId="{85E7BD19-E343-1C84-5F7D-CA984D3ADD8B}"/>
          </ac:spMkLst>
        </pc:spChg>
        <pc:spChg chg="mod">
          <ac:chgData name="JAEYEON KIM" userId="5fd88c3b828d6b87" providerId="LiveId" clId="{4DEEB11C-6F4E-434B-9DEA-240AA84EFB01}" dt="2026-05-27T06:45:37.408" v="5900" actId="164"/>
          <ac:spMkLst>
            <pc:docMk/>
            <pc:sldMk cId="2852640427" sldId="292"/>
            <ac:spMk id="295" creationId="{07519874-A619-8E74-2A31-DBB0823280F2}"/>
          </ac:spMkLst>
        </pc:spChg>
        <pc:spChg chg="mod topLvl">
          <ac:chgData name="JAEYEON KIM" userId="5fd88c3b828d6b87" providerId="LiveId" clId="{4DEEB11C-6F4E-434B-9DEA-240AA84EFB01}" dt="2026-05-27T06:54:12.034" v="5999" actId="164"/>
          <ac:spMkLst>
            <pc:docMk/>
            <pc:sldMk cId="2852640427" sldId="292"/>
            <ac:spMk id="296" creationId="{ED776EB0-2149-7C2E-4C39-B8D9882CFD6B}"/>
          </ac:spMkLst>
        </pc:spChg>
        <pc:spChg chg="mod">
          <ac:chgData name="JAEYEON KIM" userId="5fd88c3b828d6b87" providerId="LiveId" clId="{4DEEB11C-6F4E-434B-9DEA-240AA84EFB01}" dt="2026-05-27T06:45:37.408" v="5900" actId="164"/>
          <ac:spMkLst>
            <pc:docMk/>
            <pc:sldMk cId="2852640427" sldId="292"/>
            <ac:spMk id="297" creationId="{C1338FCE-D8FC-E5BE-BFD0-70C527693CED}"/>
          </ac:spMkLst>
        </pc:spChg>
        <pc:spChg chg="mod topLvl">
          <ac:chgData name="JAEYEON KIM" userId="5fd88c3b828d6b87" providerId="LiveId" clId="{4DEEB11C-6F4E-434B-9DEA-240AA84EFB01}" dt="2026-05-27T06:45:37.408" v="5900" actId="164"/>
          <ac:spMkLst>
            <pc:docMk/>
            <pc:sldMk cId="2852640427" sldId="292"/>
            <ac:spMk id="298" creationId="{BAC01A13-4608-9EBF-8323-01E3042AC8D4}"/>
          </ac:spMkLst>
        </pc:spChg>
        <pc:spChg chg="mod topLvl">
          <ac:chgData name="JAEYEON KIM" userId="5fd88c3b828d6b87" providerId="LiveId" clId="{4DEEB11C-6F4E-434B-9DEA-240AA84EFB01}" dt="2026-05-27T06:54:13.277" v="6000" actId="164"/>
          <ac:spMkLst>
            <pc:docMk/>
            <pc:sldMk cId="2852640427" sldId="292"/>
            <ac:spMk id="299" creationId="{8BF9C7BF-B25C-6D92-417C-CF5119945F84}"/>
          </ac:spMkLst>
        </pc:spChg>
        <pc:spChg chg="mod topLvl">
          <ac:chgData name="JAEYEON KIM" userId="5fd88c3b828d6b87" providerId="LiveId" clId="{4DEEB11C-6F4E-434B-9DEA-240AA84EFB01}" dt="2026-05-27T06:45:37.408" v="5900" actId="164"/>
          <ac:spMkLst>
            <pc:docMk/>
            <pc:sldMk cId="2852640427" sldId="292"/>
            <ac:spMk id="300" creationId="{67DC967D-1084-6613-24F4-311F281651B6}"/>
          </ac:spMkLst>
        </pc:spChg>
        <pc:spChg chg="mod">
          <ac:chgData name="JAEYEON KIM" userId="5fd88c3b828d6b87" providerId="LiveId" clId="{4DEEB11C-6F4E-434B-9DEA-240AA84EFB01}" dt="2026-05-27T06:45:37.408" v="5900" actId="164"/>
          <ac:spMkLst>
            <pc:docMk/>
            <pc:sldMk cId="2852640427" sldId="292"/>
            <ac:spMk id="301" creationId="{4C8CF36A-3E2A-86CB-3361-EB390A4E785F}"/>
          </ac:spMkLst>
        </pc:spChg>
        <pc:spChg chg="mod topLvl">
          <ac:chgData name="JAEYEON KIM" userId="5fd88c3b828d6b87" providerId="LiveId" clId="{4DEEB11C-6F4E-434B-9DEA-240AA84EFB01}" dt="2026-05-27T06:54:13.277" v="6000" actId="164"/>
          <ac:spMkLst>
            <pc:docMk/>
            <pc:sldMk cId="2852640427" sldId="292"/>
            <ac:spMk id="302" creationId="{0DE20E52-FE11-EFE6-984C-2AE6ADE1F9A6}"/>
          </ac:spMkLst>
        </pc:spChg>
        <pc:spChg chg="mod">
          <ac:chgData name="JAEYEON KIM" userId="5fd88c3b828d6b87" providerId="LiveId" clId="{4DEEB11C-6F4E-434B-9DEA-240AA84EFB01}" dt="2026-05-27T06:43:02.333" v="5885"/>
          <ac:spMkLst>
            <pc:docMk/>
            <pc:sldMk cId="2852640427" sldId="292"/>
            <ac:spMk id="304" creationId="{8C39B1D5-405F-BEE3-494E-7C825653B766}"/>
          </ac:spMkLst>
        </pc:spChg>
        <pc:spChg chg="mod">
          <ac:chgData name="JAEYEON KIM" userId="5fd88c3b828d6b87" providerId="LiveId" clId="{4DEEB11C-6F4E-434B-9DEA-240AA84EFB01}" dt="2026-05-27T06:43:02.333" v="5885"/>
          <ac:spMkLst>
            <pc:docMk/>
            <pc:sldMk cId="2852640427" sldId="292"/>
            <ac:spMk id="306" creationId="{6413C2DB-682A-3517-6350-6994761BBB6F}"/>
          </ac:spMkLst>
        </pc:spChg>
        <pc:spChg chg="mod">
          <ac:chgData name="JAEYEON KIM" userId="5fd88c3b828d6b87" providerId="LiveId" clId="{4DEEB11C-6F4E-434B-9DEA-240AA84EFB01}" dt="2026-05-27T06:43:02.333" v="5885"/>
          <ac:spMkLst>
            <pc:docMk/>
            <pc:sldMk cId="2852640427" sldId="292"/>
            <ac:spMk id="307" creationId="{344D15F2-03E3-1A15-FFB0-6802A6459917}"/>
          </ac:spMkLst>
        </pc:spChg>
        <pc:spChg chg="mod">
          <ac:chgData name="JAEYEON KIM" userId="5fd88c3b828d6b87" providerId="LiveId" clId="{4DEEB11C-6F4E-434B-9DEA-240AA84EFB01}" dt="2026-05-27T06:43:02.333" v="5885"/>
          <ac:spMkLst>
            <pc:docMk/>
            <pc:sldMk cId="2852640427" sldId="292"/>
            <ac:spMk id="309" creationId="{4D360E3F-EDAE-4A0C-030C-52C302A4AADD}"/>
          </ac:spMkLst>
        </pc:spChg>
        <pc:spChg chg="mod">
          <ac:chgData name="JAEYEON KIM" userId="5fd88c3b828d6b87" providerId="LiveId" clId="{4DEEB11C-6F4E-434B-9DEA-240AA84EFB01}" dt="2026-05-27T06:43:02.333" v="5885"/>
          <ac:spMkLst>
            <pc:docMk/>
            <pc:sldMk cId="2852640427" sldId="292"/>
            <ac:spMk id="310" creationId="{6AA4F770-3693-60C5-92B8-CDC399220BC6}"/>
          </ac:spMkLst>
        </pc:spChg>
        <pc:spChg chg="mod">
          <ac:chgData name="JAEYEON KIM" userId="5fd88c3b828d6b87" providerId="LiveId" clId="{4DEEB11C-6F4E-434B-9DEA-240AA84EFB01}" dt="2026-05-27T06:43:02.333" v="5885"/>
          <ac:spMkLst>
            <pc:docMk/>
            <pc:sldMk cId="2852640427" sldId="292"/>
            <ac:spMk id="312" creationId="{DD0B9E47-2B08-8166-63AF-A6AFE6B642DB}"/>
          </ac:spMkLst>
        </pc:spChg>
        <pc:spChg chg="mod">
          <ac:chgData name="JAEYEON KIM" userId="5fd88c3b828d6b87" providerId="LiveId" clId="{4DEEB11C-6F4E-434B-9DEA-240AA84EFB01}" dt="2026-05-27T06:43:02.333" v="5885"/>
          <ac:spMkLst>
            <pc:docMk/>
            <pc:sldMk cId="2852640427" sldId="292"/>
            <ac:spMk id="313" creationId="{5BC9AB1C-920B-5680-EC44-6C8A5F8A9C9C}"/>
          </ac:spMkLst>
        </pc:spChg>
        <pc:spChg chg="mod">
          <ac:chgData name="JAEYEON KIM" userId="5fd88c3b828d6b87" providerId="LiveId" clId="{4DEEB11C-6F4E-434B-9DEA-240AA84EFB01}" dt="2026-05-27T06:43:02.333" v="5885"/>
          <ac:spMkLst>
            <pc:docMk/>
            <pc:sldMk cId="2852640427" sldId="292"/>
            <ac:spMk id="314" creationId="{C895DC86-5FCB-1FB4-C2C5-433AE9E84CFC}"/>
          </ac:spMkLst>
        </pc:spChg>
        <pc:spChg chg="mod">
          <ac:chgData name="JAEYEON KIM" userId="5fd88c3b828d6b87" providerId="LiveId" clId="{4DEEB11C-6F4E-434B-9DEA-240AA84EFB01}" dt="2026-05-27T06:43:02.333" v="5885"/>
          <ac:spMkLst>
            <pc:docMk/>
            <pc:sldMk cId="2852640427" sldId="292"/>
            <ac:spMk id="315" creationId="{C9CE52A6-481B-889A-576F-CD0C424405DA}"/>
          </ac:spMkLst>
        </pc:spChg>
        <pc:spChg chg="mod">
          <ac:chgData name="JAEYEON KIM" userId="5fd88c3b828d6b87" providerId="LiveId" clId="{4DEEB11C-6F4E-434B-9DEA-240AA84EFB01}" dt="2026-05-27T06:43:02.333" v="5885"/>
          <ac:spMkLst>
            <pc:docMk/>
            <pc:sldMk cId="2852640427" sldId="292"/>
            <ac:spMk id="317" creationId="{F8CE54F2-5788-77FB-0678-1830596C887A}"/>
          </ac:spMkLst>
        </pc:spChg>
        <pc:spChg chg="mod">
          <ac:chgData name="JAEYEON KIM" userId="5fd88c3b828d6b87" providerId="LiveId" clId="{4DEEB11C-6F4E-434B-9DEA-240AA84EFB01}" dt="2026-05-27T06:43:15.485" v="5890"/>
          <ac:spMkLst>
            <pc:docMk/>
            <pc:sldMk cId="2852640427" sldId="292"/>
            <ac:spMk id="323" creationId="{AAC4F322-930F-3309-F28D-4CEE9FCB59FD}"/>
          </ac:spMkLst>
        </pc:spChg>
        <pc:spChg chg="mod">
          <ac:chgData name="JAEYEON KIM" userId="5fd88c3b828d6b87" providerId="LiveId" clId="{4DEEB11C-6F4E-434B-9DEA-240AA84EFB01}" dt="2026-05-27T06:43:15.485" v="5890"/>
          <ac:spMkLst>
            <pc:docMk/>
            <pc:sldMk cId="2852640427" sldId="292"/>
            <ac:spMk id="324" creationId="{1CACD308-7172-1440-1FDC-FCD444C02085}"/>
          </ac:spMkLst>
        </pc:spChg>
        <pc:spChg chg="mod">
          <ac:chgData name="JAEYEON KIM" userId="5fd88c3b828d6b87" providerId="LiveId" clId="{4DEEB11C-6F4E-434B-9DEA-240AA84EFB01}" dt="2026-05-27T06:43:15.485" v="5890"/>
          <ac:spMkLst>
            <pc:docMk/>
            <pc:sldMk cId="2852640427" sldId="292"/>
            <ac:spMk id="326" creationId="{58BC73E0-D053-65BB-21C3-3454A5A81350}"/>
          </ac:spMkLst>
        </pc:spChg>
        <pc:spChg chg="mod">
          <ac:chgData name="JAEYEON KIM" userId="5fd88c3b828d6b87" providerId="LiveId" clId="{4DEEB11C-6F4E-434B-9DEA-240AA84EFB01}" dt="2026-05-27T06:43:15.485" v="5890"/>
          <ac:spMkLst>
            <pc:docMk/>
            <pc:sldMk cId="2852640427" sldId="292"/>
            <ac:spMk id="327" creationId="{C32EB422-3795-D1FB-C327-DFE37F2EA8EE}"/>
          </ac:spMkLst>
        </pc:spChg>
        <pc:spChg chg="mod">
          <ac:chgData name="JAEYEON KIM" userId="5fd88c3b828d6b87" providerId="LiveId" clId="{4DEEB11C-6F4E-434B-9DEA-240AA84EFB01}" dt="2026-05-27T06:43:15.485" v="5890"/>
          <ac:spMkLst>
            <pc:docMk/>
            <pc:sldMk cId="2852640427" sldId="292"/>
            <ac:spMk id="328" creationId="{D4AE7E2D-4D50-A445-DF09-A8AEBADEA92B}"/>
          </ac:spMkLst>
        </pc:spChg>
        <pc:spChg chg="mod">
          <ac:chgData name="JAEYEON KIM" userId="5fd88c3b828d6b87" providerId="LiveId" clId="{4DEEB11C-6F4E-434B-9DEA-240AA84EFB01}" dt="2026-05-27T06:43:15.485" v="5890"/>
          <ac:spMkLst>
            <pc:docMk/>
            <pc:sldMk cId="2852640427" sldId="292"/>
            <ac:spMk id="329" creationId="{3006D0DE-36E4-6E42-9C54-376BDC3FF4F7}"/>
          </ac:spMkLst>
        </pc:spChg>
        <pc:spChg chg="mod">
          <ac:chgData name="JAEYEON KIM" userId="5fd88c3b828d6b87" providerId="LiveId" clId="{4DEEB11C-6F4E-434B-9DEA-240AA84EFB01}" dt="2026-05-27T06:43:15.485" v="5890"/>
          <ac:spMkLst>
            <pc:docMk/>
            <pc:sldMk cId="2852640427" sldId="292"/>
            <ac:spMk id="330" creationId="{D5252726-2767-9350-AABD-54F838588A5A}"/>
          </ac:spMkLst>
        </pc:spChg>
        <pc:spChg chg="mod">
          <ac:chgData name="JAEYEON KIM" userId="5fd88c3b828d6b87" providerId="LiveId" clId="{4DEEB11C-6F4E-434B-9DEA-240AA84EFB01}" dt="2026-05-27T06:43:15.485" v="5890"/>
          <ac:spMkLst>
            <pc:docMk/>
            <pc:sldMk cId="2852640427" sldId="292"/>
            <ac:spMk id="331" creationId="{6641450D-063B-612B-C1C2-1CA602BD90FA}"/>
          </ac:spMkLst>
        </pc:spChg>
        <pc:spChg chg="mod">
          <ac:chgData name="JAEYEON KIM" userId="5fd88c3b828d6b87" providerId="LiveId" clId="{4DEEB11C-6F4E-434B-9DEA-240AA84EFB01}" dt="2026-05-27T06:43:15.485" v="5890"/>
          <ac:spMkLst>
            <pc:docMk/>
            <pc:sldMk cId="2852640427" sldId="292"/>
            <ac:spMk id="333" creationId="{639C8ED0-C099-7D9E-40C3-5D11B24D0487}"/>
          </ac:spMkLst>
        </pc:spChg>
        <pc:spChg chg="mod">
          <ac:chgData name="JAEYEON KIM" userId="5fd88c3b828d6b87" providerId="LiveId" clId="{4DEEB11C-6F4E-434B-9DEA-240AA84EFB01}" dt="2026-05-27T06:43:15.485" v="5890"/>
          <ac:spMkLst>
            <pc:docMk/>
            <pc:sldMk cId="2852640427" sldId="292"/>
            <ac:spMk id="334" creationId="{E9D4F2A6-7909-18EB-D84B-61BF0596F2A5}"/>
          </ac:spMkLst>
        </pc:spChg>
        <pc:spChg chg="mod">
          <ac:chgData name="JAEYEON KIM" userId="5fd88c3b828d6b87" providerId="LiveId" clId="{4DEEB11C-6F4E-434B-9DEA-240AA84EFB01}" dt="2026-05-27T06:43:27.574" v="5893"/>
          <ac:spMkLst>
            <pc:docMk/>
            <pc:sldMk cId="2852640427" sldId="292"/>
            <ac:spMk id="336" creationId="{FEB9BB4C-B7F6-9B73-B381-ABB98791BDDD}"/>
          </ac:spMkLst>
        </pc:spChg>
        <pc:spChg chg="mod">
          <ac:chgData name="JAEYEON KIM" userId="5fd88c3b828d6b87" providerId="LiveId" clId="{4DEEB11C-6F4E-434B-9DEA-240AA84EFB01}" dt="2026-05-27T06:43:27.574" v="5893"/>
          <ac:spMkLst>
            <pc:docMk/>
            <pc:sldMk cId="2852640427" sldId="292"/>
            <ac:spMk id="337" creationId="{10932BB8-EA32-0373-64C3-9FB2FA08269E}"/>
          </ac:spMkLst>
        </pc:spChg>
        <pc:spChg chg="mod">
          <ac:chgData name="JAEYEON KIM" userId="5fd88c3b828d6b87" providerId="LiveId" clId="{4DEEB11C-6F4E-434B-9DEA-240AA84EFB01}" dt="2026-05-27T06:43:27.574" v="5893"/>
          <ac:spMkLst>
            <pc:docMk/>
            <pc:sldMk cId="2852640427" sldId="292"/>
            <ac:spMk id="338" creationId="{9FB8A48D-94E1-B48E-4785-B01B3F469DDD}"/>
          </ac:spMkLst>
        </pc:spChg>
        <pc:spChg chg="mod">
          <ac:chgData name="JAEYEON KIM" userId="5fd88c3b828d6b87" providerId="LiveId" clId="{4DEEB11C-6F4E-434B-9DEA-240AA84EFB01}" dt="2026-05-27T06:43:27.574" v="5893"/>
          <ac:spMkLst>
            <pc:docMk/>
            <pc:sldMk cId="2852640427" sldId="292"/>
            <ac:spMk id="339" creationId="{11C27C3C-4C9E-DF6A-55CB-4E465A260475}"/>
          </ac:spMkLst>
        </pc:spChg>
        <pc:spChg chg="mod">
          <ac:chgData name="JAEYEON KIM" userId="5fd88c3b828d6b87" providerId="LiveId" clId="{4DEEB11C-6F4E-434B-9DEA-240AA84EFB01}" dt="2026-05-27T06:43:27.574" v="5893"/>
          <ac:spMkLst>
            <pc:docMk/>
            <pc:sldMk cId="2852640427" sldId="292"/>
            <ac:spMk id="340" creationId="{FCF79F32-ED6E-2DE3-1B9E-1D860CFF0014}"/>
          </ac:spMkLst>
        </pc:spChg>
        <pc:spChg chg="mod">
          <ac:chgData name="JAEYEON KIM" userId="5fd88c3b828d6b87" providerId="LiveId" clId="{4DEEB11C-6F4E-434B-9DEA-240AA84EFB01}" dt="2026-05-27T06:43:27.574" v="5893"/>
          <ac:spMkLst>
            <pc:docMk/>
            <pc:sldMk cId="2852640427" sldId="292"/>
            <ac:spMk id="343" creationId="{1D442C95-D312-19B4-1D92-BC524DA8D01A}"/>
          </ac:spMkLst>
        </pc:spChg>
        <pc:spChg chg="mod">
          <ac:chgData name="JAEYEON KIM" userId="5fd88c3b828d6b87" providerId="LiveId" clId="{4DEEB11C-6F4E-434B-9DEA-240AA84EFB01}" dt="2026-05-27T06:43:27.574" v="5893"/>
          <ac:spMkLst>
            <pc:docMk/>
            <pc:sldMk cId="2852640427" sldId="292"/>
            <ac:spMk id="344" creationId="{1226CCA9-F614-6AC3-1037-73547E3EF541}"/>
          </ac:spMkLst>
        </pc:spChg>
        <pc:spChg chg="mod">
          <ac:chgData name="JAEYEON KIM" userId="5fd88c3b828d6b87" providerId="LiveId" clId="{4DEEB11C-6F4E-434B-9DEA-240AA84EFB01}" dt="2026-05-27T06:43:27.574" v="5893"/>
          <ac:spMkLst>
            <pc:docMk/>
            <pc:sldMk cId="2852640427" sldId="292"/>
            <ac:spMk id="346" creationId="{A9C8734F-237F-DC04-E2A4-87777B3E5A7F}"/>
          </ac:spMkLst>
        </pc:spChg>
        <pc:spChg chg="mod">
          <ac:chgData name="JAEYEON KIM" userId="5fd88c3b828d6b87" providerId="LiveId" clId="{4DEEB11C-6F4E-434B-9DEA-240AA84EFB01}" dt="2026-05-27T06:43:27.574" v="5893"/>
          <ac:spMkLst>
            <pc:docMk/>
            <pc:sldMk cId="2852640427" sldId="292"/>
            <ac:spMk id="348" creationId="{0949C94A-7163-FEF0-AACC-C8B6EC007568}"/>
          </ac:spMkLst>
        </pc:spChg>
        <pc:spChg chg="mod">
          <ac:chgData name="JAEYEON KIM" userId="5fd88c3b828d6b87" providerId="LiveId" clId="{4DEEB11C-6F4E-434B-9DEA-240AA84EFB01}" dt="2026-05-27T06:43:27.574" v="5893"/>
          <ac:spMkLst>
            <pc:docMk/>
            <pc:sldMk cId="2852640427" sldId="292"/>
            <ac:spMk id="349" creationId="{B5978CA9-486B-81EE-1049-AA1AC3E21E80}"/>
          </ac:spMkLst>
        </pc:spChg>
        <pc:spChg chg="add del">
          <ac:chgData name="JAEYEON KIM" userId="5fd88c3b828d6b87" providerId="LiveId" clId="{4DEEB11C-6F4E-434B-9DEA-240AA84EFB01}" dt="2026-05-27T06:50:26.524" v="5925" actId="478"/>
          <ac:spMkLst>
            <pc:docMk/>
            <pc:sldMk cId="2852640427" sldId="292"/>
            <ac:spMk id="357" creationId="{3C5997D6-B126-9FE0-888E-9AAE3D63E672}"/>
          </ac:spMkLst>
        </pc:spChg>
        <pc:spChg chg="add del mod ord">
          <ac:chgData name="JAEYEON KIM" userId="5fd88c3b828d6b87" providerId="LiveId" clId="{4DEEB11C-6F4E-434B-9DEA-240AA84EFB01}" dt="2026-05-27T06:52:18.005" v="5959" actId="478"/>
          <ac:spMkLst>
            <pc:docMk/>
            <pc:sldMk cId="2852640427" sldId="292"/>
            <ac:spMk id="358" creationId="{D7CBB56C-2981-DEF2-A785-F5A2ECE98325}"/>
          </ac:spMkLst>
        </pc:spChg>
        <pc:spChg chg="add mod">
          <ac:chgData name="JAEYEON KIM" userId="5fd88c3b828d6b87" providerId="LiveId" clId="{4DEEB11C-6F4E-434B-9DEA-240AA84EFB01}" dt="2026-05-27T07:00:07.967" v="6021" actId="1076"/>
          <ac:spMkLst>
            <pc:docMk/>
            <pc:sldMk cId="2852640427" sldId="292"/>
            <ac:spMk id="359" creationId="{1AD00F32-FC9D-A12B-1A4C-BB12DF564FDE}"/>
          </ac:spMkLst>
        </pc:spChg>
        <pc:spChg chg="add mod">
          <ac:chgData name="JAEYEON KIM" userId="5fd88c3b828d6b87" providerId="LiveId" clId="{4DEEB11C-6F4E-434B-9DEA-240AA84EFB01}" dt="2026-05-27T06:53:43.649" v="5996" actId="1076"/>
          <ac:spMkLst>
            <pc:docMk/>
            <pc:sldMk cId="2852640427" sldId="292"/>
            <ac:spMk id="360" creationId="{CC7ABB31-0237-7CFF-44D1-E04FC81133D9}"/>
          </ac:spMkLst>
        </pc:spChg>
        <pc:spChg chg="add mod topLvl">
          <ac:chgData name="JAEYEON KIM" userId="5fd88c3b828d6b87" providerId="LiveId" clId="{4DEEB11C-6F4E-434B-9DEA-240AA84EFB01}" dt="2026-05-27T07:10:43.944" v="6329" actId="207"/>
          <ac:spMkLst>
            <pc:docMk/>
            <pc:sldMk cId="2852640427" sldId="292"/>
            <ac:spMk id="364" creationId="{89EFD36E-6D43-8AE0-C8EE-5722B2B973DD}"/>
          </ac:spMkLst>
        </pc:spChg>
        <pc:spChg chg="add del mod">
          <ac:chgData name="JAEYEON KIM" userId="5fd88c3b828d6b87" providerId="LiveId" clId="{4DEEB11C-6F4E-434B-9DEA-240AA84EFB01}" dt="2026-05-27T07:06:13.497" v="6164" actId="478"/>
          <ac:spMkLst>
            <pc:docMk/>
            <pc:sldMk cId="2852640427" sldId="292"/>
            <ac:spMk id="365" creationId="{99A65727-3247-CDC0-7074-B956B8641F4F}"/>
          </ac:spMkLst>
        </pc:spChg>
        <pc:spChg chg="add mod topLvl">
          <ac:chgData name="JAEYEON KIM" userId="5fd88c3b828d6b87" providerId="LiveId" clId="{4DEEB11C-6F4E-434B-9DEA-240AA84EFB01}" dt="2026-05-27T07:10:43.944" v="6329" actId="207"/>
          <ac:spMkLst>
            <pc:docMk/>
            <pc:sldMk cId="2852640427" sldId="292"/>
            <ac:spMk id="366" creationId="{01432DDB-A224-84C5-DB90-0A6A23B19E45}"/>
          </ac:spMkLst>
        </pc:spChg>
        <pc:spChg chg="mod">
          <ac:chgData name="JAEYEON KIM" userId="5fd88c3b828d6b87" providerId="LiveId" clId="{4DEEB11C-6F4E-434B-9DEA-240AA84EFB01}" dt="2026-05-27T07:07:57.606" v="6211"/>
          <ac:spMkLst>
            <pc:docMk/>
            <pc:sldMk cId="2852640427" sldId="292"/>
            <ac:spMk id="369" creationId="{D869C90F-D863-FDA3-5028-F5ABEEBA8B2E}"/>
          </ac:spMkLst>
        </pc:spChg>
        <pc:spChg chg="mod">
          <ac:chgData name="JAEYEON KIM" userId="5fd88c3b828d6b87" providerId="LiveId" clId="{4DEEB11C-6F4E-434B-9DEA-240AA84EFB01}" dt="2026-05-27T07:08:29.735" v="6294"/>
          <ac:spMkLst>
            <pc:docMk/>
            <pc:sldMk cId="2852640427" sldId="292"/>
            <ac:spMk id="370" creationId="{F6B173C2-5735-FCA4-2DF2-7B0A46811F4F}"/>
          </ac:spMkLst>
        </pc:spChg>
        <pc:spChg chg="mod topLvl">
          <ac:chgData name="JAEYEON KIM" userId="5fd88c3b828d6b87" providerId="LiveId" clId="{4DEEB11C-6F4E-434B-9DEA-240AA84EFB01}" dt="2026-05-27T07:09:04.818" v="6315" actId="164"/>
          <ac:spMkLst>
            <pc:docMk/>
            <pc:sldMk cId="2852640427" sldId="292"/>
            <ac:spMk id="372" creationId="{01D90DC3-E4F7-A8BE-9D27-4F0509EF1D5C}"/>
          </ac:spMkLst>
        </pc:spChg>
        <pc:spChg chg="mod topLvl">
          <ac:chgData name="JAEYEON KIM" userId="5fd88c3b828d6b87" providerId="LiveId" clId="{4DEEB11C-6F4E-434B-9DEA-240AA84EFB01}" dt="2026-05-27T07:09:04.818" v="6315" actId="164"/>
          <ac:spMkLst>
            <pc:docMk/>
            <pc:sldMk cId="2852640427" sldId="292"/>
            <ac:spMk id="373" creationId="{12D88F44-ED9B-54CA-9DCF-257A8074E333}"/>
          </ac:spMkLst>
        </pc:spChg>
        <pc:spChg chg="mod">
          <ac:chgData name="JAEYEON KIM" userId="5fd88c3b828d6b87" providerId="LiveId" clId="{4DEEB11C-6F4E-434B-9DEA-240AA84EFB01}" dt="2026-05-27T07:08:03.263" v="6216"/>
          <ac:spMkLst>
            <pc:docMk/>
            <pc:sldMk cId="2852640427" sldId="292"/>
            <ac:spMk id="375" creationId="{55C83340-A8A3-44B6-456A-9053CAB1440B}"/>
          </ac:spMkLst>
        </pc:spChg>
        <pc:spChg chg="mod">
          <ac:chgData name="JAEYEON KIM" userId="5fd88c3b828d6b87" providerId="LiveId" clId="{4DEEB11C-6F4E-434B-9DEA-240AA84EFB01}" dt="2026-05-27T07:08:22.816" v="6270" actId="20577"/>
          <ac:spMkLst>
            <pc:docMk/>
            <pc:sldMk cId="2852640427" sldId="292"/>
            <ac:spMk id="376" creationId="{DBF9E2E2-51A3-77DC-18EC-C7536DA67C6D}"/>
          </ac:spMkLst>
        </pc:spChg>
        <pc:grpChg chg="add mod">
          <ac:chgData name="JAEYEON KIM" userId="5fd88c3b828d6b87" providerId="LiveId" clId="{4DEEB11C-6F4E-434B-9DEA-240AA84EFB01}" dt="2026-05-27T02:06:14.699" v="3401" actId="164"/>
          <ac:grpSpMkLst>
            <pc:docMk/>
            <pc:sldMk cId="2852640427" sldId="292"/>
            <ac:grpSpMk id="2" creationId="{115499C5-7064-DB58-909F-632914CC2ECA}"/>
          </ac:grpSpMkLst>
        </pc:grpChg>
        <pc:grpChg chg="add mod">
          <ac:chgData name="JAEYEON KIM" userId="5fd88c3b828d6b87" providerId="LiveId" clId="{4DEEB11C-6F4E-434B-9DEA-240AA84EFB01}" dt="2026-05-27T01:59:49.399" v="3210"/>
          <ac:grpSpMkLst>
            <pc:docMk/>
            <pc:sldMk cId="2852640427" sldId="292"/>
            <ac:grpSpMk id="9" creationId="{9E10DE8F-1C6C-1B93-9564-68F8581C5BE1}"/>
          </ac:grpSpMkLst>
        </pc:grpChg>
        <pc:grpChg chg="mod">
          <ac:chgData name="JAEYEON KIM" userId="5fd88c3b828d6b87" providerId="LiveId" clId="{4DEEB11C-6F4E-434B-9DEA-240AA84EFB01}" dt="2026-05-27T01:59:49.399" v="3210"/>
          <ac:grpSpMkLst>
            <pc:docMk/>
            <pc:sldMk cId="2852640427" sldId="292"/>
            <ac:grpSpMk id="10" creationId="{4AEEE7BE-BDCA-90BD-F112-512939E04FD3}"/>
          </ac:grpSpMkLst>
        </pc:grpChg>
        <pc:grpChg chg="add del mod">
          <ac:chgData name="JAEYEON KIM" userId="5fd88c3b828d6b87" providerId="LiveId" clId="{4DEEB11C-6F4E-434B-9DEA-240AA84EFB01}" dt="2026-05-27T02:05:35.176" v="3395" actId="165"/>
          <ac:grpSpMkLst>
            <pc:docMk/>
            <pc:sldMk cId="2852640427" sldId="292"/>
            <ac:grpSpMk id="18" creationId="{7B0B87C3-7253-4321-6249-6A1E347580E8}"/>
          </ac:grpSpMkLst>
        </pc:grpChg>
        <pc:grpChg chg="del mod topLvl">
          <ac:chgData name="JAEYEON KIM" userId="5fd88c3b828d6b87" providerId="LiveId" clId="{4DEEB11C-6F4E-434B-9DEA-240AA84EFB01}" dt="2026-05-27T02:05:41.544" v="3396" actId="165"/>
          <ac:grpSpMkLst>
            <pc:docMk/>
            <pc:sldMk cId="2852640427" sldId="292"/>
            <ac:grpSpMk id="19" creationId="{FA16C71E-BD7D-3B36-2015-E2D9DA38F3A6}"/>
          </ac:grpSpMkLst>
        </pc:grpChg>
        <pc:grpChg chg="add mod">
          <ac:chgData name="JAEYEON KIM" userId="5fd88c3b828d6b87" providerId="LiveId" clId="{4DEEB11C-6F4E-434B-9DEA-240AA84EFB01}" dt="2026-05-27T05:49:57.823" v="5543" actId="164"/>
          <ac:grpSpMkLst>
            <pc:docMk/>
            <pc:sldMk cId="2852640427" sldId="292"/>
            <ac:grpSpMk id="27" creationId="{8A44CB7D-38A8-5138-C233-9E2D87A8A8CA}"/>
          </ac:grpSpMkLst>
        </pc:grpChg>
        <pc:grpChg chg="mod">
          <ac:chgData name="JAEYEON KIM" userId="5fd88c3b828d6b87" providerId="LiveId" clId="{4DEEB11C-6F4E-434B-9DEA-240AA84EFB01}" dt="2026-05-27T05:49:45.881" v="5542" actId="164"/>
          <ac:grpSpMkLst>
            <pc:docMk/>
            <pc:sldMk cId="2852640427" sldId="292"/>
            <ac:grpSpMk id="28" creationId="{93D034E3-C7CD-828C-A6E4-5B7F1B61C5AF}"/>
          </ac:grpSpMkLst>
        </pc:grpChg>
        <pc:grpChg chg="mod">
          <ac:chgData name="JAEYEON KIM" userId="5fd88c3b828d6b87" providerId="LiveId" clId="{4DEEB11C-6F4E-434B-9DEA-240AA84EFB01}" dt="2026-05-27T05:47:44.450" v="5492" actId="1076"/>
          <ac:grpSpMkLst>
            <pc:docMk/>
            <pc:sldMk cId="2852640427" sldId="292"/>
            <ac:grpSpMk id="95" creationId="{5D2FE8DE-8607-0441-CB2D-302E5F77D466}"/>
          </ac:grpSpMkLst>
        </pc:grpChg>
        <pc:grpChg chg="del">
          <ac:chgData name="JAEYEON KIM" userId="5fd88c3b828d6b87" providerId="LiveId" clId="{4DEEB11C-6F4E-434B-9DEA-240AA84EFB01}" dt="2026-05-27T05:48:07.343" v="5497" actId="478"/>
          <ac:grpSpMkLst>
            <pc:docMk/>
            <pc:sldMk cId="2852640427" sldId="292"/>
            <ac:grpSpMk id="97" creationId="{CB4FB925-6703-2610-A5C1-A2D050FC7D58}"/>
          </ac:grpSpMkLst>
        </pc:grpChg>
        <pc:grpChg chg="del">
          <ac:chgData name="JAEYEON KIM" userId="5fd88c3b828d6b87" providerId="LiveId" clId="{4DEEB11C-6F4E-434B-9DEA-240AA84EFB01}" dt="2026-05-27T05:48:08.946" v="5498" actId="478"/>
          <ac:grpSpMkLst>
            <pc:docMk/>
            <pc:sldMk cId="2852640427" sldId="292"/>
            <ac:grpSpMk id="98" creationId="{0F1867B7-A17C-CD07-79D5-13E30BB9AE4F}"/>
          </ac:grpSpMkLst>
        </pc:grpChg>
        <pc:grpChg chg="del">
          <ac:chgData name="JAEYEON KIM" userId="5fd88c3b828d6b87" providerId="LiveId" clId="{4DEEB11C-6F4E-434B-9DEA-240AA84EFB01}" dt="2026-05-27T05:48:10.141" v="5499" actId="478"/>
          <ac:grpSpMkLst>
            <pc:docMk/>
            <pc:sldMk cId="2852640427" sldId="292"/>
            <ac:grpSpMk id="99" creationId="{7A28A1DD-9251-B358-A9AB-1EC09F78856F}"/>
          </ac:grpSpMkLst>
        </pc:grpChg>
        <pc:grpChg chg="del">
          <ac:chgData name="JAEYEON KIM" userId="5fd88c3b828d6b87" providerId="LiveId" clId="{4DEEB11C-6F4E-434B-9DEA-240AA84EFB01}" dt="2026-05-27T05:48:13.252" v="5502" actId="478"/>
          <ac:grpSpMkLst>
            <pc:docMk/>
            <pc:sldMk cId="2852640427" sldId="292"/>
            <ac:grpSpMk id="100" creationId="{7E6D5568-CFD5-25D2-1DC3-AACEEBF91945}"/>
          </ac:grpSpMkLst>
        </pc:grpChg>
        <pc:grpChg chg="del">
          <ac:chgData name="JAEYEON KIM" userId="5fd88c3b828d6b87" providerId="LiveId" clId="{4DEEB11C-6F4E-434B-9DEA-240AA84EFB01}" dt="2026-05-27T05:48:11.684" v="5500" actId="478"/>
          <ac:grpSpMkLst>
            <pc:docMk/>
            <pc:sldMk cId="2852640427" sldId="292"/>
            <ac:grpSpMk id="101" creationId="{08991CE5-3E56-379B-F3CB-3851095BE632}"/>
          </ac:grpSpMkLst>
        </pc:grpChg>
        <pc:grpChg chg="del">
          <ac:chgData name="JAEYEON KIM" userId="5fd88c3b828d6b87" providerId="LiveId" clId="{4DEEB11C-6F4E-434B-9DEA-240AA84EFB01}" dt="2026-05-27T05:48:12.374" v="5501" actId="478"/>
          <ac:grpSpMkLst>
            <pc:docMk/>
            <pc:sldMk cId="2852640427" sldId="292"/>
            <ac:grpSpMk id="102" creationId="{49E81CA0-209E-539D-9730-626B39FB23E2}"/>
          </ac:grpSpMkLst>
        </pc:grpChg>
        <pc:grpChg chg="del">
          <ac:chgData name="JAEYEON KIM" userId="5fd88c3b828d6b87" providerId="LiveId" clId="{4DEEB11C-6F4E-434B-9DEA-240AA84EFB01}" dt="2026-05-27T05:48:14.258" v="5503" actId="478"/>
          <ac:grpSpMkLst>
            <pc:docMk/>
            <pc:sldMk cId="2852640427" sldId="292"/>
            <ac:grpSpMk id="103" creationId="{106E0FAF-D1F0-841D-04D5-E77679C19164}"/>
          </ac:grpSpMkLst>
        </pc:grpChg>
        <pc:grpChg chg="del">
          <ac:chgData name="JAEYEON KIM" userId="5fd88c3b828d6b87" providerId="LiveId" clId="{4DEEB11C-6F4E-434B-9DEA-240AA84EFB01}" dt="2026-05-27T05:48:15.042" v="5504" actId="478"/>
          <ac:grpSpMkLst>
            <pc:docMk/>
            <pc:sldMk cId="2852640427" sldId="292"/>
            <ac:grpSpMk id="104" creationId="{F12DBA7D-4C26-7F1F-E43D-F8B3348E9FFF}"/>
          </ac:grpSpMkLst>
        </pc:grpChg>
        <pc:grpChg chg="mod">
          <ac:chgData name="JAEYEON KIM" userId="5fd88c3b828d6b87" providerId="LiveId" clId="{4DEEB11C-6F4E-434B-9DEA-240AA84EFB01}" dt="2026-05-27T05:49:45.881" v="5542" actId="164"/>
          <ac:grpSpMkLst>
            <pc:docMk/>
            <pc:sldMk cId="2852640427" sldId="292"/>
            <ac:grpSpMk id="224" creationId="{0C6BF943-8177-350F-D55C-756E2F0EF301}"/>
          </ac:grpSpMkLst>
        </pc:grpChg>
        <pc:grpChg chg="add mod">
          <ac:chgData name="JAEYEON KIM" userId="5fd88c3b828d6b87" providerId="LiveId" clId="{4DEEB11C-6F4E-434B-9DEA-240AA84EFB01}" dt="2026-05-27T05:49:57.823" v="5543" actId="164"/>
          <ac:grpSpMkLst>
            <pc:docMk/>
            <pc:sldMk cId="2852640427" sldId="292"/>
            <ac:grpSpMk id="225" creationId="{1BC2DFAD-11B8-2D99-7157-92A3DA63311A}"/>
          </ac:grpSpMkLst>
        </pc:grpChg>
        <pc:grpChg chg="add mod">
          <ac:chgData name="JAEYEON KIM" userId="5fd88c3b828d6b87" providerId="LiveId" clId="{4DEEB11C-6F4E-434B-9DEA-240AA84EFB01}" dt="2026-05-27T06:43:04.674" v="5887" actId="1076"/>
          <ac:grpSpMkLst>
            <pc:docMk/>
            <pc:sldMk cId="2852640427" sldId="292"/>
            <ac:grpSpMk id="226" creationId="{3B39B061-9EDD-8A79-CC8D-8E2E37DC29E1}"/>
          </ac:grpSpMkLst>
        </pc:grpChg>
        <pc:grpChg chg="add mod">
          <ac:chgData name="JAEYEON KIM" userId="5fd88c3b828d6b87" providerId="LiveId" clId="{4DEEB11C-6F4E-434B-9DEA-240AA84EFB01}" dt="2026-05-27T06:25:40.300" v="5657" actId="164"/>
          <ac:grpSpMkLst>
            <pc:docMk/>
            <pc:sldMk cId="2852640427" sldId="292"/>
            <ac:grpSpMk id="228" creationId="{C774B3D5-D415-7B43-ED7E-10DBF8166243}"/>
          </ac:grpSpMkLst>
        </pc:grpChg>
        <pc:grpChg chg="add mod">
          <ac:chgData name="JAEYEON KIM" userId="5fd88c3b828d6b87" providerId="LiveId" clId="{4DEEB11C-6F4E-434B-9DEA-240AA84EFB01}" dt="2026-05-27T06:25:40.300" v="5657" actId="164"/>
          <ac:grpSpMkLst>
            <pc:docMk/>
            <pc:sldMk cId="2852640427" sldId="292"/>
            <ac:grpSpMk id="240" creationId="{64C18759-0A15-9FCA-2970-2D1778CD3703}"/>
          </ac:grpSpMkLst>
        </pc:grpChg>
        <pc:grpChg chg="mod">
          <ac:chgData name="JAEYEON KIM" userId="5fd88c3b828d6b87" providerId="LiveId" clId="{4DEEB11C-6F4E-434B-9DEA-240AA84EFB01}" dt="2026-05-27T06:38:04.196" v="5858" actId="1076"/>
          <ac:grpSpMkLst>
            <pc:docMk/>
            <pc:sldMk cId="2852640427" sldId="292"/>
            <ac:grpSpMk id="241" creationId="{E41C60CC-493B-1A0C-B14E-C395A9CA3986}"/>
          </ac:grpSpMkLst>
        </pc:grpChg>
        <pc:grpChg chg="add del mod ord">
          <ac:chgData name="JAEYEON KIM" userId="5fd88c3b828d6b87" providerId="LiveId" clId="{4DEEB11C-6F4E-434B-9DEA-240AA84EFB01}" dt="2026-05-27T06:46:54.829" v="5910" actId="165"/>
          <ac:grpSpMkLst>
            <pc:docMk/>
            <pc:sldMk cId="2852640427" sldId="292"/>
            <ac:grpSpMk id="266" creationId="{1408FCD2-E6D8-F22D-0339-91ED6DF523A7}"/>
          </ac:grpSpMkLst>
        </pc:grpChg>
        <pc:grpChg chg="add del mod">
          <ac:chgData name="JAEYEON KIM" userId="5fd88c3b828d6b87" providerId="LiveId" clId="{4DEEB11C-6F4E-434B-9DEA-240AA84EFB01}" dt="2026-05-27T06:34:50.821" v="5825" actId="165"/>
          <ac:grpSpMkLst>
            <pc:docMk/>
            <pc:sldMk cId="2852640427" sldId="292"/>
            <ac:grpSpMk id="271" creationId="{BE33BD16-0FC0-167F-7B0E-6B8A6D29AB35}"/>
          </ac:grpSpMkLst>
        </pc:grpChg>
        <pc:grpChg chg="add mod ord">
          <ac:chgData name="JAEYEON KIM" userId="5fd88c3b828d6b87" providerId="LiveId" clId="{4DEEB11C-6F4E-434B-9DEA-240AA84EFB01}" dt="2026-05-27T06:47:29.446" v="5915" actId="164"/>
          <ac:grpSpMkLst>
            <pc:docMk/>
            <pc:sldMk cId="2852640427" sldId="292"/>
            <ac:grpSpMk id="277" creationId="{E8477A06-DD80-6238-9F50-EFB6E50AE39D}"/>
          </ac:grpSpMkLst>
        </pc:grpChg>
        <pc:grpChg chg="add del mod">
          <ac:chgData name="JAEYEON KIM" userId="5fd88c3b828d6b87" providerId="LiveId" clId="{4DEEB11C-6F4E-434B-9DEA-240AA84EFB01}" dt="2026-05-27T06:47:43.145" v="5917" actId="165"/>
          <ac:grpSpMkLst>
            <pc:docMk/>
            <pc:sldMk cId="2852640427" sldId="292"/>
            <ac:grpSpMk id="278" creationId="{2D5FDB6D-86D0-6045-37C4-9BA2E5AE70F8}"/>
          </ac:grpSpMkLst>
        </pc:grpChg>
        <pc:grpChg chg="add del mod ord">
          <ac:chgData name="JAEYEON KIM" userId="5fd88c3b828d6b87" providerId="LiveId" clId="{4DEEB11C-6F4E-434B-9DEA-240AA84EFB01}" dt="2026-05-27T06:36:31.266" v="5844" actId="165"/>
          <ac:grpSpMkLst>
            <pc:docMk/>
            <pc:sldMk cId="2852640427" sldId="292"/>
            <ac:grpSpMk id="279" creationId="{700C81AB-7921-C4D1-60DE-D9AB03A4333D}"/>
          </ac:grpSpMkLst>
        </pc:grpChg>
        <pc:grpChg chg="add mod">
          <ac:chgData name="JAEYEON KIM" userId="5fd88c3b828d6b87" providerId="LiveId" clId="{4DEEB11C-6F4E-434B-9DEA-240AA84EFB01}" dt="2026-05-27T06:47:33.319" v="5916" actId="164"/>
          <ac:grpSpMkLst>
            <pc:docMk/>
            <pc:sldMk cId="2852640427" sldId="292"/>
            <ac:grpSpMk id="283" creationId="{8061059A-61BE-ADAB-83C5-1B72881AE5D9}"/>
          </ac:grpSpMkLst>
        </pc:grpChg>
        <pc:grpChg chg="mod">
          <ac:chgData name="JAEYEON KIM" userId="5fd88c3b828d6b87" providerId="LiveId" clId="{4DEEB11C-6F4E-434B-9DEA-240AA84EFB01}" dt="2026-05-27T06:43:47.541" v="5895" actId="14100"/>
          <ac:grpSpMkLst>
            <pc:docMk/>
            <pc:sldMk cId="2852640427" sldId="292"/>
            <ac:grpSpMk id="284" creationId="{9F9D9921-F13C-FC29-AC4D-FA78ED1B849F}"/>
          </ac:grpSpMkLst>
        </pc:grpChg>
        <pc:grpChg chg="mod">
          <ac:chgData name="JAEYEON KIM" userId="5fd88c3b828d6b87" providerId="LiveId" clId="{4DEEB11C-6F4E-434B-9DEA-240AA84EFB01}" dt="2026-05-27T06:43:40.726" v="5894" actId="1076"/>
          <ac:grpSpMkLst>
            <pc:docMk/>
            <pc:sldMk cId="2852640427" sldId="292"/>
            <ac:grpSpMk id="335" creationId="{0EA79A1D-27DB-D009-D8E7-692D4AEC2790}"/>
          </ac:grpSpMkLst>
        </pc:grpChg>
        <pc:grpChg chg="add del mod">
          <ac:chgData name="JAEYEON KIM" userId="5fd88c3b828d6b87" providerId="LiveId" clId="{4DEEB11C-6F4E-434B-9DEA-240AA84EFB01}" dt="2026-05-27T06:54:05.918" v="5997" actId="165"/>
          <ac:grpSpMkLst>
            <pc:docMk/>
            <pc:sldMk cId="2852640427" sldId="292"/>
            <ac:grpSpMk id="351" creationId="{9F679BD6-1D83-8952-B86F-8913D74BB1E7}"/>
          </ac:grpSpMkLst>
        </pc:grpChg>
        <pc:grpChg chg="mod">
          <ac:chgData name="JAEYEON KIM" userId="5fd88c3b828d6b87" providerId="LiveId" clId="{4DEEB11C-6F4E-434B-9DEA-240AA84EFB01}" dt="2026-05-27T06:45:44.886" v="5902" actId="14100"/>
          <ac:grpSpMkLst>
            <pc:docMk/>
            <pc:sldMk cId="2852640427" sldId="292"/>
            <ac:grpSpMk id="352" creationId="{4F70B5EA-ECFF-BF0C-93C1-D53DC66AA7BB}"/>
          </ac:grpSpMkLst>
        </pc:grpChg>
        <pc:grpChg chg="add mod">
          <ac:chgData name="JAEYEON KIM" userId="5fd88c3b828d6b87" providerId="LiveId" clId="{4DEEB11C-6F4E-434B-9DEA-240AA84EFB01}" dt="2026-05-27T06:47:29.446" v="5915" actId="164"/>
          <ac:grpSpMkLst>
            <pc:docMk/>
            <pc:sldMk cId="2852640427" sldId="292"/>
            <ac:grpSpMk id="353" creationId="{C1B3A4FF-D15A-CC6E-074A-A4F70453B8F5}"/>
          </ac:grpSpMkLst>
        </pc:grpChg>
        <pc:grpChg chg="add mod">
          <ac:chgData name="JAEYEON KIM" userId="5fd88c3b828d6b87" providerId="LiveId" clId="{4DEEB11C-6F4E-434B-9DEA-240AA84EFB01}" dt="2026-05-27T06:47:33.319" v="5916" actId="164"/>
          <ac:grpSpMkLst>
            <pc:docMk/>
            <pc:sldMk cId="2852640427" sldId="292"/>
            <ac:grpSpMk id="354" creationId="{589E8F67-22F5-FEAD-70EC-604990499080}"/>
          </ac:grpSpMkLst>
        </pc:grpChg>
        <pc:grpChg chg="add mod">
          <ac:chgData name="JAEYEON KIM" userId="5fd88c3b828d6b87" providerId="LiveId" clId="{4DEEB11C-6F4E-434B-9DEA-240AA84EFB01}" dt="2026-05-27T06:47:29.446" v="5915" actId="164"/>
          <ac:grpSpMkLst>
            <pc:docMk/>
            <pc:sldMk cId="2852640427" sldId="292"/>
            <ac:grpSpMk id="355" creationId="{1FC4B5FF-E336-6B2E-7A9B-14CA531628DD}"/>
          </ac:grpSpMkLst>
        </pc:grpChg>
        <pc:grpChg chg="add mod">
          <ac:chgData name="JAEYEON KIM" userId="5fd88c3b828d6b87" providerId="LiveId" clId="{4DEEB11C-6F4E-434B-9DEA-240AA84EFB01}" dt="2026-05-27T06:47:33.319" v="5916" actId="164"/>
          <ac:grpSpMkLst>
            <pc:docMk/>
            <pc:sldMk cId="2852640427" sldId="292"/>
            <ac:grpSpMk id="356" creationId="{BE776EB4-EBAD-8B91-39C5-8AD5B03BC1EF}"/>
          </ac:grpSpMkLst>
        </pc:grpChg>
        <pc:grpChg chg="add mod">
          <ac:chgData name="JAEYEON KIM" userId="5fd88c3b828d6b87" providerId="LiveId" clId="{4DEEB11C-6F4E-434B-9DEA-240AA84EFB01}" dt="2026-05-27T07:01:26.094" v="6063" actId="14100"/>
          <ac:grpSpMkLst>
            <pc:docMk/>
            <pc:sldMk cId="2852640427" sldId="292"/>
            <ac:grpSpMk id="361" creationId="{C914FC15-F07F-6F51-1446-D909AAB8B364}"/>
          </ac:grpSpMkLst>
        </pc:grpChg>
        <pc:grpChg chg="add mod">
          <ac:chgData name="JAEYEON KIM" userId="5fd88c3b828d6b87" providerId="LiveId" clId="{4DEEB11C-6F4E-434B-9DEA-240AA84EFB01}" dt="2026-05-27T07:01:35.205" v="6064" actId="14100"/>
          <ac:grpSpMkLst>
            <pc:docMk/>
            <pc:sldMk cId="2852640427" sldId="292"/>
            <ac:grpSpMk id="362" creationId="{9C7DBAA4-BFB9-FFBD-3864-713DE8CFC853}"/>
          </ac:grpSpMkLst>
        </pc:grpChg>
        <pc:grpChg chg="add mod">
          <ac:chgData name="JAEYEON KIM" userId="5fd88c3b828d6b87" providerId="LiveId" clId="{4DEEB11C-6F4E-434B-9DEA-240AA84EFB01}" dt="2026-05-27T07:01:41.255" v="6065" actId="14100"/>
          <ac:grpSpMkLst>
            <pc:docMk/>
            <pc:sldMk cId="2852640427" sldId="292"/>
            <ac:grpSpMk id="363" creationId="{109FA85D-4AF1-BAD1-3546-82D464E581F8}"/>
          </ac:grpSpMkLst>
        </pc:grpChg>
        <pc:grpChg chg="add del mod">
          <ac:chgData name="JAEYEON KIM" userId="5fd88c3b828d6b87" providerId="LiveId" clId="{4DEEB11C-6F4E-434B-9DEA-240AA84EFB01}" dt="2026-05-27T07:09:48.380" v="6321" actId="165"/>
          <ac:grpSpMkLst>
            <pc:docMk/>
            <pc:sldMk cId="2852640427" sldId="292"/>
            <ac:grpSpMk id="367" creationId="{DE3C6A11-7586-557A-2F20-193D97927BFC}"/>
          </ac:grpSpMkLst>
        </pc:grpChg>
        <pc:grpChg chg="add mod">
          <ac:chgData name="JAEYEON KIM" userId="5fd88c3b828d6b87" providerId="LiveId" clId="{4DEEB11C-6F4E-434B-9DEA-240AA84EFB01}" dt="2026-05-27T07:09:20.045" v="6318" actId="1038"/>
          <ac:grpSpMkLst>
            <pc:docMk/>
            <pc:sldMk cId="2852640427" sldId="292"/>
            <ac:grpSpMk id="368" creationId="{04B25F27-598C-5730-D798-836FB9060B36}"/>
          </ac:grpSpMkLst>
        </pc:grpChg>
        <pc:grpChg chg="add del mod">
          <ac:chgData name="JAEYEON KIM" userId="5fd88c3b828d6b87" providerId="LiveId" clId="{4DEEB11C-6F4E-434B-9DEA-240AA84EFB01}" dt="2026-05-27T07:08:45.066" v="6297" actId="165"/>
          <ac:grpSpMkLst>
            <pc:docMk/>
            <pc:sldMk cId="2852640427" sldId="292"/>
            <ac:grpSpMk id="371" creationId="{23175E23-DB46-CE9C-4C8A-612D3900C299}"/>
          </ac:grpSpMkLst>
        </pc:grpChg>
        <pc:grpChg chg="add mod">
          <ac:chgData name="JAEYEON KIM" userId="5fd88c3b828d6b87" providerId="LiveId" clId="{4DEEB11C-6F4E-434B-9DEA-240AA84EFB01}" dt="2026-05-27T07:09:33.530" v="6320" actId="1076"/>
          <ac:grpSpMkLst>
            <pc:docMk/>
            <pc:sldMk cId="2852640427" sldId="292"/>
            <ac:grpSpMk id="374" creationId="{3542252E-C8BB-6E06-2A68-1964205D935A}"/>
          </ac:grpSpMkLst>
        </pc:grpChg>
        <pc:grpChg chg="add mod">
          <ac:chgData name="JAEYEON KIM" userId="5fd88c3b828d6b87" providerId="LiveId" clId="{4DEEB11C-6F4E-434B-9DEA-240AA84EFB01}" dt="2026-05-27T07:09:28.092" v="6319" actId="1076"/>
          <ac:grpSpMkLst>
            <pc:docMk/>
            <pc:sldMk cId="2852640427" sldId="292"/>
            <ac:grpSpMk id="377" creationId="{0983FFDE-0A9D-1B27-5E79-D20E6E717D34}"/>
          </ac:grpSpMkLst>
        </pc:grpChg>
        <pc:grpChg chg="add mod">
          <ac:chgData name="JAEYEON KIM" userId="5fd88c3b828d6b87" providerId="LiveId" clId="{4DEEB11C-6F4E-434B-9DEA-240AA84EFB01}" dt="2026-05-27T07:10:49.424" v="6330" actId="1076"/>
          <ac:grpSpMkLst>
            <pc:docMk/>
            <pc:sldMk cId="2852640427" sldId="292"/>
            <ac:grpSpMk id="378" creationId="{7650144D-7599-A3C1-252C-E031C87BF27F}"/>
          </ac:grpSpMkLst>
        </pc:grpChg>
      </pc:sldChg>
      <pc:sldChg chg="addSp delSp modSp new mod">
        <pc:chgData name="JAEYEON KIM" userId="5fd88c3b828d6b87" providerId="LiveId" clId="{4DEEB11C-6F4E-434B-9DEA-240AA84EFB01}" dt="2026-05-26T07:57:35.730" v="1870" actId="113"/>
        <pc:sldMkLst>
          <pc:docMk/>
          <pc:sldMk cId="1205999006" sldId="293"/>
        </pc:sldMkLst>
        <pc:spChg chg="mod">
          <ac:chgData name="JAEYEON KIM" userId="5fd88c3b828d6b87" providerId="LiveId" clId="{4DEEB11C-6F4E-434B-9DEA-240AA84EFB01}" dt="2026-05-26T05:57:37.202" v="1217"/>
          <ac:spMkLst>
            <pc:docMk/>
            <pc:sldMk cId="1205999006" sldId="293"/>
            <ac:spMk id="4" creationId="{1204A809-9055-BA62-A703-93B54102304E}"/>
          </ac:spMkLst>
        </pc:spChg>
        <pc:spChg chg="mod">
          <ac:chgData name="JAEYEON KIM" userId="5fd88c3b828d6b87" providerId="LiveId" clId="{4DEEB11C-6F4E-434B-9DEA-240AA84EFB01}" dt="2026-05-26T07:41:37.934" v="1459" actId="14861"/>
          <ac:spMkLst>
            <pc:docMk/>
            <pc:sldMk cId="1205999006" sldId="293"/>
            <ac:spMk id="5" creationId="{ABADDEDB-5CDB-184B-34AA-47E0F2CD8AB7}"/>
          </ac:spMkLst>
        </pc:spChg>
        <pc:spChg chg="mod">
          <ac:chgData name="JAEYEON KIM" userId="5fd88c3b828d6b87" providerId="LiveId" clId="{4DEEB11C-6F4E-434B-9DEA-240AA84EFB01}" dt="2026-05-26T05:57:37.202" v="1217"/>
          <ac:spMkLst>
            <pc:docMk/>
            <pc:sldMk cId="1205999006" sldId="293"/>
            <ac:spMk id="6" creationId="{F7E52268-5E81-F5B8-E358-13409A8E47D4}"/>
          </ac:spMkLst>
        </pc:spChg>
        <pc:spChg chg="mod">
          <ac:chgData name="JAEYEON KIM" userId="5fd88c3b828d6b87" providerId="LiveId" clId="{4DEEB11C-6F4E-434B-9DEA-240AA84EFB01}" dt="2026-05-26T06:00:47.221" v="1301" actId="2711"/>
          <ac:spMkLst>
            <pc:docMk/>
            <pc:sldMk cId="1205999006" sldId="293"/>
            <ac:spMk id="7" creationId="{BA403787-C5E3-9F9D-7A76-4DE4F1687665}"/>
          </ac:spMkLst>
        </pc:spChg>
        <pc:spChg chg="mod">
          <ac:chgData name="JAEYEON KIM" userId="5fd88c3b828d6b87" providerId="LiveId" clId="{4DEEB11C-6F4E-434B-9DEA-240AA84EFB01}" dt="2026-05-26T05:57:37.202" v="1217"/>
          <ac:spMkLst>
            <pc:docMk/>
            <pc:sldMk cId="1205999006" sldId="293"/>
            <ac:spMk id="8" creationId="{F00FEF66-5A4C-71B9-C706-7CDFBCC86436}"/>
          </ac:spMkLst>
        </pc:spChg>
        <pc:spChg chg="mod">
          <ac:chgData name="JAEYEON KIM" userId="5fd88c3b828d6b87" providerId="LiveId" clId="{4DEEB11C-6F4E-434B-9DEA-240AA84EFB01}" dt="2026-05-26T06:03:02.383" v="1338" actId="207"/>
          <ac:spMkLst>
            <pc:docMk/>
            <pc:sldMk cId="1205999006" sldId="293"/>
            <ac:spMk id="9" creationId="{6F9E04AE-DFBB-8FFC-6F38-5B700AD2FBE0}"/>
          </ac:spMkLst>
        </pc:spChg>
        <pc:spChg chg="mod">
          <ac:chgData name="JAEYEON KIM" userId="5fd88c3b828d6b87" providerId="LiveId" clId="{4DEEB11C-6F4E-434B-9DEA-240AA84EFB01}" dt="2026-05-26T07:40:04.992" v="1454" actId="13822"/>
          <ac:spMkLst>
            <pc:docMk/>
            <pc:sldMk cId="1205999006" sldId="293"/>
            <ac:spMk id="10" creationId="{60EB542A-E854-F09B-6A87-F2E806BC2685}"/>
          </ac:spMkLst>
        </pc:spChg>
        <pc:spChg chg="add mod">
          <ac:chgData name="JAEYEON KIM" userId="5fd88c3b828d6b87" providerId="LiveId" clId="{4DEEB11C-6F4E-434B-9DEA-240AA84EFB01}" dt="2026-05-26T06:02:55.939" v="1337" actId="207"/>
          <ac:spMkLst>
            <pc:docMk/>
            <pc:sldMk cId="1205999006" sldId="293"/>
            <ac:spMk id="11" creationId="{E69039E4-8284-DD3D-5C05-CCA995B30799}"/>
          </ac:spMkLst>
        </pc:spChg>
        <pc:spChg chg="add mod">
          <ac:chgData name="JAEYEON KIM" userId="5fd88c3b828d6b87" providerId="LiveId" clId="{4DEEB11C-6F4E-434B-9DEA-240AA84EFB01}" dt="2026-05-26T07:44:47.733" v="1548" actId="164"/>
          <ac:spMkLst>
            <pc:docMk/>
            <pc:sldMk cId="1205999006" sldId="293"/>
            <ac:spMk id="12" creationId="{699D2C9F-3704-B9F4-A863-14648C4241D7}"/>
          </ac:spMkLst>
        </pc:spChg>
        <pc:spChg chg="add mod">
          <ac:chgData name="JAEYEON KIM" userId="5fd88c3b828d6b87" providerId="LiveId" clId="{4DEEB11C-6F4E-434B-9DEA-240AA84EFB01}" dt="2026-05-26T07:44:47.733" v="1548" actId="164"/>
          <ac:spMkLst>
            <pc:docMk/>
            <pc:sldMk cId="1205999006" sldId="293"/>
            <ac:spMk id="13" creationId="{6FA56C31-DEFB-4108-83DF-0DC6D00D6405}"/>
          </ac:spMkLst>
        </pc:spChg>
        <pc:spChg chg="add mod">
          <ac:chgData name="JAEYEON KIM" userId="5fd88c3b828d6b87" providerId="LiveId" clId="{4DEEB11C-6F4E-434B-9DEA-240AA84EFB01}" dt="2026-05-26T07:44:47.733" v="1548" actId="164"/>
          <ac:spMkLst>
            <pc:docMk/>
            <pc:sldMk cId="1205999006" sldId="293"/>
            <ac:spMk id="14" creationId="{CF43E3E7-9C43-6691-600F-13485E63A456}"/>
          </ac:spMkLst>
        </pc:spChg>
        <pc:spChg chg="mod">
          <ac:chgData name="JAEYEON KIM" userId="5fd88c3b828d6b87" providerId="LiveId" clId="{4DEEB11C-6F4E-434B-9DEA-240AA84EFB01}" dt="2026-05-26T07:42:41.226" v="1489" actId="164"/>
          <ac:spMkLst>
            <pc:docMk/>
            <pc:sldMk cId="1205999006" sldId="293"/>
            <ac:spMk id="15" creationId="{5B00FCB3-6AA9-EE62-758D-19D2B129D774}"/>
          </ac:spMkLst>
        </pc:spChg>
        <pc:spChg chg="mod">
          <ac:chgData name="JAEYEON KIM" userId="5fd88c3b828d6b87" providerId="LiveId" clId="{4DEEB11C-6F4E-434B-9DEA-240AA84EFB01}" dt="2026-05-26T07:42:41.226" v="1489" actId="164"/>
          <ac:spMkLst>
            <pc:docMk/>
            <pc:sldMk cId="1205999006" sldId="293"/>
            <ac:spMk id="16" creationId="{E741A21A-0EBB-7322-5A4D-9E6D698E23F6}"/>
          </ac:spMkLst>
        </pc:spChg>
        <pc:spChg chg="mod">
          <ac:chgData name="JAEYEON KIM" userId="5fd88c3b828d6b87" providerId="LiveId" clId="{4DEEB11C-6F4E-434B-9DEA-240AA84EFB01}" dt="2026-05-26T07:42:41.226" v="1489" actId="164"/>
          <ac:spMkLst>
            <pc:docMk/>
            <pc:sldMk cId="1205999006" sldId="293"/>
            <ac:spMk id="17" creationId="{C1F0DAFA-7B61-D53F-AE2B-2678609C8719}"/>
          </ac:spMkLst>
        </pc:spChg>
        <pc:spChg chg="mod">
          <ac:chgData name="JAEYEON KIM" userId="5fd88c3b828d6b87" providerId="LiveId" clId="{4DEEB11C-6F4E-434B-9DEA-240AA84EFB01}" dt="2026-05-26T07:42:41.226" v="1489" actId="164"/>
          <ac:spMkLst>
            <pc:docMk/>
            <pc:sldMk cId="1205999006" sldId="293"/>
            <ac:spMk id="18" creationId="{2C525E5B-6DA3-7570-D812-8F22B44E6CB4}"/>
          </ac:spMkLst>
        </pc:spChg>
        <pc:spChg chg="add mod">
          <ac:chgData name="JAEYEON KIM" userId="5fd88c3b828d6b87" providerId="LiveId" clId="{4DEEB11C-6F4E-434B-9DEA-240AA84EFB01}" dt="2026-05-26T07:42:41.226" v="1489" actId="164"/>
          <ac:spMkLst>
            <pc:docMk/>
            <pc:sldMk cId="1205999006" sldId="293"/>
            <ac:spMk id="19" creationId="{6B21A873-C3BF-B20D-42F8-A4B0D296E7D4}"/>
          </ac:spMkLst>
        </pc:spChg>
        <pc:spChg chg="add mod">
          <ac:chgData name="JAEYEON KIM" userId="5fd88c3b828d6b87" providerId="LiveId" clId="{4DEEB11C-6F4E-434B-9DEA-240AA84EFB01}" dt="2026-05-26T07:42:41.226" v="1489" actId="164"/>
          <ac:spMkLst>
            <pc:docMk/>
            <pc:sldMk cId="1205999006" sldId="293"/>
            <ac:spMk id="20" creationId="{4D0CE5A4-9083-4581-A9A1-EF8C0B0C7916}"/>
          </ac:spMkLst>
        </pc:spChg>
        <pc:spChg chg="mod">
          <ac:chgData name="JAEYEON KIM" userId="5fd88c3b828d6b87" providerId="LiveId" clId="{4DEEB11C-6F4E-434B-9DEA-240AA84EFB01}" dt="2026-05-26T07:42:41.226" v="1489" actId="164"/>
          <ac:spMkLst>
            <pc:docMk/>
            <pc:sldMk cId="1205999006" sldId="293"/>
            <ac:spMk id="21" creationId="{11C8482A-2E30-CED0-7566-9275D9BCAD0D}"/>
          </ac:spMkLst>
        </pc:spChg>
        <pc:spChg chg="mod">
          <ac:chgData name="JAEYEON KIM" userId="5fd88c3b828d6b87" providerId="LiveId" clId="{4DEEB11C-6F4E-434B-9DEA-240AA84EFB01}" dt="2026-05-26T07:42:41.226" v="1489" actId="164"/>
          <ac:spMkLst>
            <pc:docMk/>
            <pc:sldMk cId="1205999006" sldId="293"/>
            <ac:spMk id="22" creationId="{FE6C26C9-6EB2-91D7-2076-F5A1F02C0B59}"/>
          </ac:spMkLst>
        </pc:spChg>
        <pc:spChg chg="add mod">
          <ac:chgData name="JAEYEON KIM" userId="5fd88c3b828d6b87" providerId="LiveId" clId="{4DEEB11C-6F4E-434B-9DEA-240AA84EFB01}" dt="2026-05-26T07:43:14.764" v="1542" actId="164"/>
          <ac:spMkLst>
            <pc:docMk/>
            <pc:sldMk cId="1205999006" sldId="293"/>
            <ac:spMk id="25" creationId="{0D813E6D-3DCC-954C-1101-0B38ACEEF436}"/>
          </ac:spMkLst>
        </pc:spChg>
        <pc:spChg chg="add mod">
          <ac:chgData name="JAEYEON KIM" userId="5fd88c3b828d6b87" providerId="LiveId" clId="{4DEEB11C-6F4E-434B-9DEA-240AA84EFB01}" dt="2026-05-26T07:43:14.764" v="1542" actId="164"/>
          <ac:spMkLst>
            <pc:docMk/>
            <pc:sldMk cId="1205999006" sldId="293"/>
            <ac:spMk id="26" creationId="{5710675B-0783-3611-99D3-A721C23C7AD8}"/>
          </ac:spMkLst>
        </pc:spChg>
        <pc:spChg chg="mod">
          <ac:chgData name="JAEYEON KIM" userId="5fd88c3b828d6b87" providerId="LiveId" clId="{4DEEB11C-6F4E-434B-9DEA-240AA84EFB01}" dt="2026-05-26T07:43:14.764" v="1542" actId="164"/>
          <ac:spMkLst>
            <pc:docMk/>
            <pc:sldMk cId="1205999006" sldId="293"/>
            <ac:spMk id="30" creationId="{FF63523C-FDC6-9624-9D4F-8CA76FEC1ADE}"/>
          </ac:spMkLst>
        </pc:spChg>
        <pc:spChg chg="add mod">
          <ac:chgData name="JAEYEON KIM" userId="5fd88c3b828d6b87" providerId="LiveId" clId="{4DEEB11C-6F4E-434B-9DEA-240AA84EFB01}" dt="2026-05-26T07:43:14.764" v="1542" actId="164"/>
          <ac:spMkLst>
            <pc:docMk/>
            <pc:sldMk cId="1205999006" sldId="293"/>
            <ac:spMk id="31" creationId="{5FD00F6B-D7EF-D564-015F-72B1BEBD1CE2}"/>
          </ac:spMkLst>
        </pc:spChg>
        <pc:spChg chg="add mod">
          <ac:chgData name="JAEYEON KIM" userId="5fd88c3b828d6b87" providerId="LiveId" clId="{4DEEB11C-6F4E-434B-9DEA-240AA84EFB01}" dt="2026-05-26T07:43:14.764" v="1542" actId="164"/>
          <ac:spMkLst>
            <pc:docMk/>
            <pc:sldMk cId="1205999006" sldId="293"/>
            <ac:spMk id="33" creationId="{FC4671ED-FB18-AE6F-5555-446BF294FAA8}"/>
          </ac:spMkLst>
        </pc:spChg>
        <pc:spChg chg="add mod">
          <ac:chgData name="JAEYEON KIM" userId="5fd88c3b828d6b87" providerId="LiveId" clId="{4DEEB11C-6F4E-434B-9DEA-240AA84EFB01}" dt="2026-05-26T07:43:14.764" v="1542" actId="164"/>
          <ac:spMkLst>
            <pc:docMk/>
            <pc:sldMk cId="1205999006" sldId="293"/>
            <ac:spMk id="34" creationId="{43E1D500-E3C9-20D2-12E6-FDBAF4A0516C}"/>
          </ac:spMkLst>
        </pc:spChg>
        <pc:spChg chg="add mod">
          <ac:chgData name="JAEYEON KIM" userId="5fd88c3b828d6b87" providerId="LiveId" clId="{4DEEB11C-6F4E-434B-9DEA-240AA84EFB01}" dt="2026-05-26T07:43:14.764" v="1542" actId="164"/>
          <ac:spMkLst>
            <pc:docMk/>
            <pc:sldMk cId="1205999006" sldId="293"/>
            <ac:spMk id="35" creationId="{4CAE10E3-6FE8-12E3-FF39-FF5258670B58}"/>
          </ac:spMkLst>
        </pc:spChg>
        <pc:spChg chg="add mod">
          <ac:chgData name="JAEYEON KIM" userId="5fd88c3b828d6b87" providerId="LiveId" clId="{4DEEB11C-6F4E-434B-9DEA-240AA84EFB01}" dt="2026-05-26T07:43:14.764" v="1542" actId="164"/>
          <ac:spMkLst>
            <pc:docMk/>
            <pc:sldMk cId="1205999006" sldId="293"/>
            <ac:spMk id="36" creationId="{5845B1D7-0872-A780-D800-061C7F5E80DA}"/>
          </ac:spMkLst>
        </pc:spChg>
        <pc:spChg chg="mod">
          <ac:chgData name="JAEYEON KIM" userId="5fd88c3b828d6b87" providerId="LiveId" clId="{4DEEB11C-6F4E-434B-9DEA-240AA84EFB01}" dt="2026-05-26T07:43:14.764" v="1542" actId="164"/>
          <ac:spMkLst>
            <pc:docMk/>
            <pc:sldMk cId="1205999006" sldId="293"/>
            <ac:spMk id="37" creationId="{DFFD4D17-1A01-C3BE-01C5-FF7772F7336F}"/>
          </ac:spMkLst>
        </pc:spChg>
        <pc:spChg chg="add mod">
          <ac:chgData name="JAEYEON KIM" userId="5fd88c3b828d6b87" providerId="LiveId" clId="{4DEEB11C-6F4E-434B-9DEA-240AA84EFB01}" dt="2026-05-26T07:43:14.764" v="1542" actId="164"/>
          <ac:spMkLst>
            <pc:docMk/>
            <pc:sldMk cId="1205999006" sldId="293"/>
            <ac:spMk id="40" creationId="{43A73FE1-6026-A3CD-CDBA-5709E7CCF00A}"/>
          </ac:spMkLst>
        </pc:spChg>
        <pc:spChg chg="add mod">
          <ac:chgData name="JAEYEON KIM" userId="5fd88c3b828d6b87" providerId="LiveId" clId="{4DEEB11C-6F4E-434B-9DEA-240AA84EFB01}" dt="2026-05-26T07:44:50.116" v="1549"/>
          <ac:spMkLst>
            <pc:docMk/>
            <pc:sldMk cId="1205999006" sldId="293"/>
            <ac:spMk id="53" creationId="{611E78B8-D6C5-0256-CEC9-295B741CCE03}"/>
          </ac:spMkLst>
        </pc:spChg>
        <pc:spChg chg="add mod">
          <ac:chgData name="JAEYEON KIM" userId="5fd88c3b828d6b87" providerId="LiveId" clId="{4DEEB11C-6F4E-434B-9DEA-240AA84EFB01}" dt="2026-05-26T07:44:50.116" v="1549"/>
          <ac:spMkLst>
            <pc:docMk/>
            <pc:sldMk cId="1205999006" sldId="293"/>
            <ac:spMk id="54" creationId="{2EFF16F8-BBE6-5164-FC1D-8B3E2797B834}"/>
          </ac:spMkLst>
        </pc:spChg>
        <pc:spChg chg="add mod">
          <ac:chgData name="JAEYEON KIM" userId="5fd88c3b828d6b87" providerId="LiveId" clId="{4DEEB11C-6F4E-434B-9DEA-240AA84EFB01}" dt="2026-05-26T07:44:50.116" v="1549"/>
          <ac:spMkLst>
            <pc:docMk/>
            <pc:sldMk cId="1205999006" sldId="293"/>
            <ac:spMk id="61" creationId="{79B79C00-BE85-5C59-8C6D-7C8C3A572D66}"/>
          </ac:spMkLst>
        </pc:spChg>
        <pc:spChg chg="add mod">
          <ac:chgData name="JAEYEON KIM" userId="5fd88c3b828d6b87" providerId="LiveId" clId="{4DEEB11C-6F4E-434B-9DEA-240AA84EFB01}" dt="2026-05-26T07:44:50.116" v="1549"/>
          <ac:spMkLst>
            <pc:docMk/>
            <pc:sldMk cId="1205999006" sldId="293"/>
            <ac:spMk id="68" creationId="{ABF21BCB-AA6A-E8E6-70C9-27DF793E6E93}"/>
          </ac:spMkLst>
        </pc:spChg>
        <pc:spChg chg="add mod">
          <ac:chgData name="JAEYEON KIM" userId="5fd88c3b828d6b87" providerId="LiveId" clId="{4DEEB11C-6F4E-434B-9DEA-240AA84EFB01}" dt="2026-05-26T07:44:50.116" v="1549"/>
          <ac:spMkLst>
            <pc:docMk/>
            <pc:sldMk cId="1205999006" sldId="293"/>
            <ac:spMk id="72" creationId="{5FA323A8-CAB6-4DE6-B2C8-A5C937F98145}"/>
          </ac:spMkLst>
        </pc:spChg>
        <pc:spChg chg="add mod">
          <ac:chgData name="JAEYEON KIM" userId="5fd88c3b828d6b87" providerId="LiveId" clId="{4DEEB11C-6F4E-434B-9DEA-240AA84EFB01}" dt="2026-05-26T07:44:50.116" v="1549"/>
          <ac:spMkLst>
            <pc:docMk/>
            <pc:sldMk cId="1205999006" sldId="293"/>
            <ac:spMk id="73" creationId="{63D8F6FA-5F31-4797-23A7-29965190434C}"/>
          </ac:spMkLst>
        </pc:spChg>
        <pc:spChg chg="add mod">
          <ac:chgData name="JAEYEON KIM" userId="5fd88c3b828d6b87" providerId="LiveId" clId="{4DEEB11C-6F4E-434B-9DEA-240AA84EFB01}" dt="2026-05-26T07:44:50.116" v="1549"/>
          <ac:spMkLst>
            <pc:docMk/>
            <pc:sldMk cId="1205999006" sldId="293"/>
            <ac:spMk id="77" creationId="{44F5694D-CBF0-98D8-B19B-B90DBBE39F4B}"/>
          </ac:spMkLst>
        </pc:spChg>
        <pc:spChg chg="add mod">
          <ac:chgData name="JAEYEON KIM" userId="5fd88c3b828d6b87" providerId="LiveId" clId="{4DEEB11C-6F4E-434B-9DEA-240AA84EFB01}" dt="2026-05-26T07:44:50.116" v="1549"/>
          <ac:spMkLst>
            <pc:docMk/>
            <pc:sldMk cId="1205999006" sldId="293"/>
            <ac:spMk id="78" creationId="{3D5BC242-D655-B299-0F68-A376B9636D82}"/>
          </ac:spMkLst>
        </pc:spChg>
        <pc:spChg chg="add mod">
          <ac:chgData name="JAEYEON KIM" userId="5fd88c3b828d6b87" providerId="LiveId" clId="{4DEEB11C-6F4E-434B-9DEA-240AA84EFB01}" dt="2026-05-26T07:44:50.116" v="1549"/>
          <ac:spMkLst>
            <pc:docMk/>
            <pc:sldMk cId="1205999006" sldId="293"/>
            <ac:spMk id="79" creationId="{3A0CFCE3-F870-1F84-FECE-1B4BCD0FE527}"/>
          </ac:spMkLst>
        </pc:spChg>
        <pc:spChg chg="add mod">
          <ac:chgData name="JAEYEON KIM" userId="5fd88c3b828d6b87" providerId="LiveId" clId="{4DEEB11C-6F4E-434B-9DEA-240AA84EFB01}" dt="2026-05-26T07:44:50.116" v="1549"/>
          <ac:spMkLst>
            <pc:docMk/>
            <pc:sldMk cId="1205999006" sldId="293"/>
            <ac:spMk id="80" creationId="{D42C0EA2-0811-732A-E884-545F6320D149}"/>
          </ac:spMkLst>
        </pc:spChg>
        <pc:spChg chg="mod">
          <ac:chgData name="JAEYEON KIM" userId="5fd88c3b828d6b87" providerId="LiveId" clId="{4DEEB11C-6F4E-434B-9DEA-240AA84EFB01}" dt="2026-05-26T07:45:06.349" v="1583" actId="20577"/>
          <ac:spMkLst>
            <pc:docMk/>
            <pc:sldMk cId="1205999006" sldId="293"/>
            <ac:spMk id="85" creationId="{1C68ACA2-450F-8E5C-5927-58064A96193C}"/>
          </ac:spMkLst>
        </pc:spChg>
        <pc:spChg chg="mod">
          <ac:chgData name="JAEYEON KIM" userId="5fd88c3b828d6b87" providerId="LiveId" clId="{4DEEB11C-6F4E-434B-9DEA-240AA84EFB01}" dt="2026-05-26T07:53:38.928" v="1730" actId="1035"/>
          <ac:spMkLst>
            <pc:docMk/>
            <pc:sldMk cId="1205999006" sldId="293"/>
            <ac:spMk id="91" creationId="{0EC90167-384B-794C-515B-8DBC1CBF1225}"/>
          </ac:spMkLst>
        </pc:spChg>
        <pc:spChg chg="del mod">
          <ac:chgData name="JAEYEON KIM" userId="5fd88c3b828d6b87" providerId="LiveId" clId="{4DEEB11C-6F4E-434B-9DEA-240AA84EFB01}" dt="2026-05-26T07:54:30.850" v="1772" actId="478"/>
          <ac:spMkLst>
            <pc:docMk/>
            <pc:sldMk cId="1205999006" sldId="293"/>
            <ac:spMk id="93" creationId="{F74BCFFF-D4CB-4BD9-B61C-00622E66975A}"/>
          </ac:spMkLst>
        </pc:spChg>
        <pc:spChg chg="mod">
          <ac:chgData name="JAEYEON KIM" userId="5fd88c3b828d6b87" providerId="LiveId" clId="{4DEEB11C-6F4E-434B-9DEA-240AA84EFB01}" dt="2026-05-26T07:53:55.311" v="1732" actId="571"/>
          <ac:spMkLst>
            <pc:docMk/>
            <pc:sldMk cId="1205999006" sldId="293"/>
            <ac:spMk id="94" creationId="{1913CA0F-2CAD-2DFA-40CE-FEAEA75B1778}"/>
          </ac:spMkLst>
        </pc:spChg>
        <pc:spChg chg="mod">
          <ac:chgData name="JAEYEON KIM" userId="5fd88c3b828d6b87" providerId="LiveId" clId="{4DEEB11C-6F4E-434B-9DEA-240AA84EFB01}" dt="2026-05-26T07:53:55.311" v="1732" actId="571"/>
          <ac:spMkLst>
            <pc:docMk/>
            <pc:sldMk cId="1205999006" sldId="293"/>
            <ac:spMk id="95" creationId="{69F943AB-7541-EE9B-C89A-CDCBF226D23D}"/>
          </ac:spMkLst>
        </pc:spChg>
        <pc:spChg chg="mod">
          <ac:chgData name="JAEYEON KIM" userId="5fd88c3b828d6b87" providerId="LiveId" clId="{4DEEB11C-6F4E-434B-9DEA-240AA84EFB01}" dt="2026-05-26T07:53:55.311" v="1732" actId="571"/>
          <ac:spMkLst>
            <pc:docMk/>
            <pc:sldMk cId="1205999006" sldId="293"/>
            <ac:spMk id="97" creationId="{A398F74C-BDDC-98E6-0FE1-1F30C76AC441}"/>
          </ac:spMkLst>
        </pc:spChg>
        <pc:spChg chg="mod">
          <ac:chgData name="JAEYEON KIM" userId="5fd88c3b828d6b87" providerId="LiveId" clId="{4DEEB11C-6F4E-434B-9DEA-240AA84EFB01}" dt="2026-05-26T07:53:55.311" v="1732" actId="571"/>
          <ac:spMkLst>
            <pc:docMk/>
            <pc:sldMk cId="1205999006" sldId="293"/>
            <ac:spMk id="98" creationId="{824E3832-0CCD-9EC9-0DD2-DE31B804AD55}"/>
          </ac:spMkLst>
        </pc:spChg>
        <pc:spChg chg="del">
          <ac:chgData name="JAEYEON KIM" userId="5fd88c3b828d6b87" providerId="LiveId" clId="{4DEEB11C-6F4E-434B-9DEA-240AA84EFB01}" dt="2026-05-26T07:52:55.554" v="1708" actId="478"/>
          <ac:spMkLst>
            <pc:docMk/>
            <pc:sldMk cId="1205999006" sldId="293"/>
            <ac:spMk id="99" creationId="{A8FE42D3-2401-546C-C3F0-160BBB63CD99}"/>
          </ac:spMkLst>
        </pc:spChg>
        <pc:spChg chg="mod">
          <ac:chgData name="JAEYEON KIM" userId="5fd88c3b828d6b87" providerId="LiveId" clId="{4DEEB11C-6F4E-434B-9DEA-240AA84EFB01}" dt="2026-05-26T07:53:55.311" v="1732" actId="571"/>
          <ac:spMkLst>
            <pc:docMk/>
            <pc:sldMk cId="1205999006" sldId="293"/>
            <ac:spMk id="100" creationId="{7A671265-8F5F-3F71-FC17-AA42587F045C}"/>
          </ac:spMkLst>
        </pc:spChg>
        <pc:spChg chg="del">
          <ac:chgData name="JAEYEON KIM" userId="5fd88c3b828d6b87" providerId="LiveId" clId="{4DEEB11C-6F4E-434B-9DEA-240AA84EFB01}" dt="2026-05-26T07:52:50.753" v="1706" actId="478"/>
          <ac:spMkLst>
            <pc:docMk/>
            <pc:sldMk cId="1205999006" sldId="293"/>
            <ac:spMk id="101" creationId="{E58AD342-0505-1726-142D-A5AAA249B7D1}"/>
          </ac:spMkLst>
        </pc:spChg>
        <pc:spChg chg="mod">
          <ac:chgData name="JAEYEON KIM" userId="5fd88c3b828d6b87" providerId="LiveId" clId="{4DEEB11C-6F4E-434B-9DEA-240AA84EFB01}" dt="2026-05-26T07:53:55.311" v="1732" actId="571"/>
          <ac:spMkLst>
            <pc:docMk/>
            <pc:sldMk cId="1205999006" sldId="293"/>
            <ac:spMk id="103" creationId="{5CF3CFEC-CA13-02E1-DF90-A791AA80D6EF}"/>
          </ac:spMkLst>
        </pc:spChg>
        <pc:spChg chg="mod">
          <ac:chgData name="JAEYEON KIM" userId="5fd88c3b828d6b87" providerId="LiveId" clId="{4DEEB11C-6F4E-434B-9DEA-240AA84EFB01}" dt="2026-05-26T07:53:55.311" v="1732" actId="571"/>
          <ac:spMkLst>
            <pc:docMk/>
            <pc:sldMk cId="1205999006" sldId="293"/>
            <ac:spMk id="106" creationId="{0D0A5D89-F815-15F2-FB73-590B2B455E13}"/>
          </ac:spMkLst>
        </pc:spChg>
        <pc:spChg chg="del mod">
          <ac:chgData name="JAEYEON KIM" userId="5fd88c3b828d6b87" providerId="LiveId" clId="{4DEEB11C-6F4E-434B-9DEA-240AA84EFB01}" dt="2026-05-26T07:52:57.359" v="1709" actId="478"/>
          <ac:spMkLst>
            <pc:docMk/>
            <pc:sldMk cId="1205999006" sldId="293"/>
            <ac:spMk id="107" creationId="{00B39501-21E8-F3B9-C6E3-D2612791E559}"/>
          </ac:spMkLst>
        </pc:spChg>
        <pc:spChg chg="del">
          <ac:chgData name="JAEYEON KIM" userId="5fd88c3b828d6b87" providerId="LiveId" clId="{4DEEB11C-6F4E-434B-9DEA-240AA84EFB01}" dt="2026-05-26T07:52:52.784" v="1707" actId="478"/>
          <ac:spMkLst>
            <pc:docMk/>
            <pc:sldMk cId="1205999006" sldId="293"/>
            <ac:spMk id="109" creationId="{FF3E7BED-8B84-58F9-A5B9-51ADEAFD04CE}"/>
          </ac:spMkLst>
        </pc:spChg>
        <pc:spChg chg="mod">
          <ac:chgData name="JAEYEON KIM" userId="5fd88c3b828d6b87" providerId="LiveId" clId="{4DEEB11C-6F4E-434B-9DEA-240AA84EFB01}" dt="2026-05-26T07:51:51.938" v="1676" actId="2711"/>
          <ac:spMkLst>
            <pc:docMk/>
            <pc:sldMk cId="1205999006" sldId="293"/>
            <ac:spMk id="111" creationId="{D23DB748-C898-A733-7BE6-78CDDC36F2E4}"/>
          </ac:spMkLst>
        </pc:spChg>
        <pc:spChg chg="mod">
          <ac:chgData name="JAEYEON KIM" userId="5fd88c3b828d6b87" providerId="LiveId" clId="{4DEEB11C-6F4E-434B-9DEA-240AA84EFB01}" dt="2026-05-26T07:53:55.311" v="1732" actId="571"/>
          <ac:spMkLst>
            <pc:docMk/>
            <pc:sldMk cId="1205999006" sldId="293"/>
            <ac:spMk id="113" creationId="{648DB4C2-4661-9EB1-FEAD-7D52A925E4D7}"/>
          </ac:spMkLst>
        </pc:spChg>
        <pc:spChg chg="mod">
          <ac:chgData name="JAEYEON KIM" userId="5fd88c3b828d6b87" providerId="LiveId" clId="{4DEEB11C-6F4E-434B-9DEA-240AA84EFB01}" dt="2026-05-26T07:53:55.311" v="1732" actId="571"/>
          <ac:spMkLst>
            <pc:docMk/>
            <pc:sldMk cId="1205999006" sldId="293"/>
            <ac:spMk id="115" creationId="{1D15E7AC-122D-3000-1F5C-A1CEE79E8BC8}"/>
          </ac:spMkLst>
        </pc:spChg>
        <pc:spChg chg="mod">
          <ac:chgData name="JAEYEON KIM" userId="5fd88c3b828d6b87" providerId="LiveId" clId="{4DEEB11C-6F4E-434B-9DEA-240AA84EFB01}" dt="2026-05-26T07:53:55.311" v="1732" actId="571"/>
          <ac:spMkLst>
            <pc:docMk/>
            <pc:sldMk cId="1205999006" sldId="293"/>
            <ac:spMk id="117" creationId="{593E1950-4C58-4FB4-641D-5725CB4A0047}"/>
          </ac:spMkLst>
        </pc:spChg>
        <pc:spChg chg="add mod">
          <ac:chgData name="JAEYEON KIM" userId="5fd88c3b828d6b87" providerId="LiveId" clId="{4DEEB11C-6F4E-434B-9DEA-240AA84EFB01}" dt="2026-05-26T07:57:35.730" v="1870" actId="113"/>
          <ac:spMkLst>
            <pc:docMk/>
            <pc:sldMk cId="1205999006" sldId="293"/>
            <ac:spMk id="120" creationId="{E91ED987-B6F8-7B0D-7126-890110EC9D8B}"/>
          </ac:spMkLst>
        </pc:spChg>
        <pc:spChg chg="add mod">
          <ac:chgData name="JAEYEON KIM" userId="5fd88c3b828d6b87" providerId="LiveId" clId="{4DEEB11C-6F4E-434B-9DEA-240AA84EFB01}" dt="2026-05-26T07:57:35.730" v="1870" actId="113"/>
          <ac:spMkLst>
            <pc:docMk/>
            <pc:sldMk cId="1205999006" sldId="293"/>
            <ac:spMk id="121" creationId="{1C72DC67-3097-C07D-35C4-4E44998FE965}"/>
          </ac:spMkLst>
        </pc:spChg>
        <pc:spChg chg="add mod">
          <ac:chgData name="JAEYEON KIM" userId="5fd88c3b828d6b87" providerId="LiveId" clId="{4DEEB11C-6F4E-434B-9DEA-240AA84EFB01}" dt="2026-05-26T07:57:35.730" v="1870" actId="113"/>
          <ac:spMkLst>
            <pc:docMk/>
            <pc:sldMk cId="1205999006" sldId="293"/>
            <ac:spMk id="122" creationId="{92714AB4-A198-FA9B-2AC0-004C045824CC}"/>
          </ac:spMkLst>
        </pc:spChg>
        <pc:spChg chg="add mod">
          <ac:chgData name="JAEYEON KIM" userId="5fd88c3b828d6b87" providerId="LiveId" clId="{4DEEB11C-6F4E-434B-9DEA-240AA84EFB01}" dt="2026-05-26T07:53:34.045" v="1726"/>
          <ac:spMkLst>
            <pc:docMk/>
            <pc:sldMk cId="1205999006" sldId="293"/>
            <ac:spMk id="124" creationId="{365337A8-5B54-5BA3-514A-166F5418B772}"/>
          </ac:spMkLst>
        </pc:spChg>
        <pc:spChg chg="mod">
          <ac:chgData name="JAEYEON KIM" userId="5fd88c3b828d6b87" providerId="LiveId" clId="{4DEEB11C-6F4E-434B-9DEA-240AA84EFB01}" dt="2026-05-26T07:54:05.813" v="1736" actId="1036"/>
          <ac:spMkLst>
            <pc:docMk/>
            <pc:sldMk cId="1205999006" sldId="293"/>
            <ac:spMk id="126" creationId="{B05F0FAE-4A77-01FD-62C0-2418F2388FC5}"/>
          </ac:spMkLst>
        </pc:spChg>
        <pc:spChg chg="add mod">
          <ac:chgData name="JAEYEON KIM" userId="5fd88c3b828d6b87" providerId="LiveId" clId="{4DEEB11C-6F4E-434B-9DEA-240AA84EFB01}" dt="2026-05-26T07:54:58.282" v="1799" actId="2711"/>
          <ac:spMkLst>
            <pc:docMk/>
            <pc:sldMk cId="1205999006" sldId="293"/>
            <ac:spMk id="127" creationId="{66E949B9-C92A-E53D-4477-B15AC944F11D}"/>
          </ac:spMkLst>
        </pc:spChg>
        <pc:spChg chg="add mod">
          <ac:chgData name="JAEYEON KIM" userId="5fd88c3b828d6b87" providerId="LiveId" clId="{4DEEB11C-6F4E-434B-9DEA-240AA84EFB01}" dt="2026-05-26T07:55:08.337" v="1804" actId="1036"/>
          <ac:spMkLst>
            <pc:docMk/>
            <pc:sldMk cId="1205999006" sldId="293"/>
            <ac:spMk id="128" creationId="{591B6195-7E2C-FC09-B253-93E7EC8E7B2C}"/>
          </ac:spMkLst>
        </pc:spChg>
        <pc:spChg chg="add mod">
          <ac:chgData name="JAEYEON KIM" userId="5fd88c3b828d6b87" providerId="LiveId" clId="{4DEEB11C-6F4E-434B-9DEA-240AA84EFB01}" dt="2026-05-26T07:55:14.884" v="1813" actId="1035"/>
          <ac:spMkLst>
            <pc:docMk/>
            <pc:sldMk cId="1205999006" sldId="293"/>
            <ac:spMk id="129" creationId="{0C38C934-61A1-862D-6FF7-43016C337DFA}"/>
          </ac:spMkLst>
        </pc:spChg>
        <pc:grpChg chg="add mod">
          <ac:chgData name="JAEYEON KIM" userId="5fd88c3b828d6b87" providerId="LiveId" clId="{4DEEB11C-6F4E-434B-9DEA-240AA84EFB01}" dt="2026-05-26T07:44:38.564" v="1547" actId="1076"/>
          <ac:grpSpMkLst>
            <pc:docMk/>
            <pc:sldMk cId="1205999006" sldId="293"/>
            <ac:grpSpMk id="2" creationId="{357A2AD8-5454-E0E6-585F-2E3B25642002}"/>
          </ac:grpSpMkLst>
        </pc:grpChg>
        <pc:grpChg chg="mod">
          <ac:chgData name="JAEYEON KIM" userId="5fd88c3b828d6b87" providerId="LiveId" clId="{4DEEB11C-6F4E-434B-9DEA-240AA84EFB01}" dt="2026-05-26T05:57:37.202" v="1217"/>
          <ac:grpSpMkLst>
            <pc:docMk/>
            <pc:sldMk cId="1205999006" sldId="293"/>
            <ac:grpSpMk id="3" creationId="{D4E4EC3A-FC6E-279D-A980-6454202B09D6}"/>
          </ac:grpSpMkLst>
        </pc:grpChg>
        <pc:grpChg chg="add mod">
          <ac:chgData name="JAEYEON KIM" userId="5fd88c3b828d6b87" providerId="LiveId" clId="{4DEEB11C-6F4E-434B-9DEA-240AA84EFB01}" dt="2026-05-26T07:44:47.733" v="1548" actId="164"/>
          <ac:grpSpMkLst>
            <pc:docMk/>
            <pc:sldMk cId="1205999006" sldId="293"/>
            <ac:grpSpMk id="47" creationId="{BC501E1C-F564-DBB7-AC76-8D2DC55C30BC}"/>
          </ac:grpSpMkLst>
        </pc:grpChg>
        <pc:grpChg chg="mod">
          <ac:chgData name="JAEYEON KIM" userId="5fd88c3b828d6b87" providerId="LiveId" clId="{4DEEB11C-6F4E-434B-9DEA-240AA84EFB01}" dt="2026-05-26T07:44:47.733" v="1548" actId="164"/>
          <ac:grpSpMkLst>
            <pc:docMk/>
            <pc:sldMk cId="1205999006" sldId="293"/>
            <ac:grpSpMk id="48" creationId="{8E332120-8539-AF3E-F005-2E563A84B303}"/>
          </ac:grpSpMkLst>
        </pc:grpChg>
        <pc:grpChg chg="add mod">
          <ac:chgData name="JAEYEON KIM" userId="5fd88c3b828d6b87" providerId="LiveId" clId="{4DEEB11C-6F4E-434B-9DEA-240AA84EFB01}" dt="2026-05-26T07:44:47.733" v="1548" actId="164"/>
          <ac:grpSpMkLst>
            <pc:docMk/>
            <pc:sldMk cId="1205999006" sldId="293"/>
            <ac:grpSpMk id="49" creationId="{DE21FC6A-5C15-B92C-AEFC-C9C7A97CE1FD}"/>
          </ac:grpSpMkLst>
        </pc:grpChg>
        <pc:grpChg chg="mod">
          <ac:chgData name="JAEYEON KIM" userId="5fd88c3b828d6b87" providerId="LiveId" clId="{4DEEB11C-6F4E-434B-9DEA-240AA84EFB01}" dt="2026-05-26T07:44:58.836" v="1551" actId="1076"/>
          <ac:grpSpMkLst>
            <pc:docMk/>
            <pc:sldMk cId="1205999006" sldId="293"/>
            <ac:grpSpMk id="82" creationId="{4D180498-E678-0075-F761-C6372DB1EFE5}"/>
          </ac:grpSpMkLst>
        </pc:grpChg>
        <pc:grpChg chg="add mod">
          <ac:chgData name="JAEYEON KIM" userId="5fd88c3b828d6b87" providerId="LiveId" clId="{4DEEB11C-6F4E-434B-9DEA-240AA84EFB01}" dt="2026-05-26T07:57:23.473" v="1868" actId="14100"/>
          <ac:grpSpMkLst>
            <pc:docMk/>
            <pc:sldMk cId="1205999006" sldId="293"/>
            <ac:grpSpMk id="123" creationId="{0657DACD-5AFA-3B82-5803-E0C72FE1F529}"/>
          </ac:grpSpMkLst>
        </pc:grpChg>
        <pc:picChg chg="add del">
          <ac:chgData name="JAEYEON KIM" userId="5fd88c3b828d6b87" providerId="LiveId" clId="{4DEEB11C-6F4E-434B-9DEA-240AA84EFB01}" dt="2026-05-26T07:57:08.457" v="1860" actId="22"/>
          <ac:picMkLst>
            <pc:docMk/>
            <pc:sldMk cId="1205999006" sldId="293"/>
            <ac:picMk id="131" creationId="{861945AB-5BE9-F42E-BFDC-70AA4100D260}"/>
          </ac:picMkLst>
        </pc:picChg>
      </pc:sldChg>
      <pc:sldChg chg="addSp delSp modSp new mod">
        <pc:chgData name="JAEYEON KIM" userId="5fd88c3b828d6b87" providerId="LiveId" clId="{4DEEB11C-6F4E-434B-9DEA-240AA84EFB01}" dt="2026-05-27T01:22:44.658" v="2459" actId="20577"/>
        <pc:sldMkLst>
          <pc:docMk/>
          <pc:sldMk cId="1780796216" sldId="294"/>
        </pc:sldMkLst>
        <pc:spChg chg="mod">
          <ac:chgData name="JAEYEON KIM" userId="5fd88c3b828d6b87" providerId="LiveId" clId="{4DEEB11C-6F4E-434B-9DEA-240AA84EFB01}" dt="2026-05-26T05:59:22.125" v="1249"/>
          <ac:spMkLst>
            <pc:docMk/>
            <pc:sldMk cId="1780796216" sldId="294"/>
            <ac:spMk id="4" creationId="{6572E44C-6C61-7CD3-C6BD-EEA575337BC2}"/>
          </ac:spMkLst>
        </pc:spChg>
        <pc:spChg chg="mod">
          <ac:chgData name="JAEYEON KIM" userId="5fd88c3b828d6b87" providerId="LiveId" clId="{4DEEB11C-6F4E-434B-9DEA-240AA84EFB01}" dt="2026-05-26T07:56:01.983" v="1818" actId="14861"/>
          <ac:spMkLst>
            <pc:docMk/>
            <pc:sldMk cId="1780796216" sldId="294"/>
            <ac:spMk id="5" creationId="{5945C485-A012-B7DD-8569-A858E8D09C27}"/>
          </ac:spMkLst>
        </pc:spChg>
        <pc:spChg chg="mod">
          <ac:chgData name="JAEYEON KIM" userId="5fd88c3b828d6b87" providerId="LiveId" clId="{4DEEB11C-6F4E-434B-9DEA-240AA84EFB01}" dt="2026-05-26T05:59:22.125" v="1249"/>
          <ac:spMkLst>
            <pc:docMk/>
            <pc:sldMk cId="1780796216" sldId="294"/>
            <ac:spMk id="6" creationId="{FA2FA357-6E26-07F8-4F38-16386CBEDCC9}"/>
          </ac:spMkLst>
        </pc:spChg>
        <pc:spChg chg="mod">
          <ac:chgData name="JAEYEON KIM" userId="5fd88c3b828d6b87" providerId="LiveId" clId="{4DEEB11C-6F4E-434B-9DEA-240AA84EFB01}" dt="2026-05-26T06:01:55.760" v="1332" actId="20577"/>
          <ac:spMkLst>
            <pc:docMk/>
            <pc:sldMk cId="1780796216" sldId="294"/>
            <ac:spMk id="7" creationId="{18B0481E-4BCD-1B9B-8E5E-8C4EBDB2A4CB}"/>
          </ac:spMkLst>
        </pc:spChg>
        <pc:spChg chg="mod">
          <ac:chgData name="JAEYEON KIM" userId="5fd88c3b828d6b87" providerId="LiveId" clId="{4DEEB11C-6F4E-434B-9DEA-240AA84EFB01}" dt="2026-05-26T05:59:22.125" v="1249"/>
          <ac:spMkLst>
            <pc:docMk/>
            <pc:sldMk cId="1780796216" sldId="294"/>
            <ac:spMk id="8" creationId="{4285627E-66AB-6429-E066-F1389D72BFA8}"/>
          </ac:spMkLst>
        </pc:spChg>
        <pc:spChg chg="mod">
          <ac:chgData name="JAEYEON KIM" userId="5fd88c3b828d6b87" providerId="LiveId" clId="{4DEEB11C-6F4E-434B-9DEA-240AA84EFB01}" dt="2026-05-26T06:03:26.965" v="1343" actId="207"/>
          <ac:spMkLst>
            <pc:docMk/>
            <pc:sldMk cId="1780796216" sldId="294"/>
            <ac:spMk id="9" creationId="{0C5A7BCB-3486-BF07-5AAE-0807528ADF4E}"/>
          </ac:spMkLst>
        </pc:spChg>
        <pc:spChg chg="mod">
          <ac:chgData name="JAEYEON KIM" userId="5fd88c3b828d6b87" providerId="LiveId" clId="{4DEEB11C-6F4E-434B-9DEA-240AA84EFB01}" dt="2026-05-26T07:55:49.120" v="1816" actId="13822"/>
          <ac:spMkLst>
            <pc:docMk/>
            <pc:sldMk cId="1780796216" sldId="294"/>
            <ac:spMk id="10" creationId="{56B9D16A-5804-ECFD-870A-60A606EC130D}"/>
          </ac:spMkLst>
        </pc:spChg>
        <pc:spChg chg="add mod">
          <ac:chgData name="JAEYEON KIM" userId="5fd88c3b828d6b87" providerId="LiveId" clId="{4DEEB11C-6F4E-434B-9DEA-240AA84EFB01}" dt="2026-05-26T06:03:10.948" v="1339"/>
          <ac:spMkLst>
            <pc:docMk/>
            <pc:sldMk cId="1780796216" sldId="294"/>
            <ac:spMk id="11" creationId="{9F89BD17-86D1-4214-93ED-5408CCA9F86B}"/>
          </ac:spMkLst>
        </pc:spChg>
        <pc:spChg chg="mod ord">
          <ac:chgData name="JAEYEON KIM" userId="5fd88c3b828d6b87" providerId="LiveId" clId="{4DEEB11C-6F4E-434B-9DEA-240AA84EFB01}" dt="2026-05-27T01:20:32.084" v="2360" actId="164"/>
          <ac:spMkLst>
            <pc:docMk/>
            <pc:sldMk cId="1780796216" sldId="294"/>
            <ac:spMk id="12" creationId="{C92E1893-4350-8D75-E505-C858A475CCA4}"/>
          </ac:spMkLst>
        </pc:spChg>
        <pc:spChg chg="mod topLvl">
          <ac:chgData name="JAEYEON KIM" userId="5fd88c3b828d6b87" providerId="LiveId" clId="{4DEEB11C-6F4E-434B-9DEA-240AA84EFB01}" dt="2026-05-27T01:20:32.084" v="2360" actId="164"/>
          <ac:spMkLst>
            <pc:docMk/>
            <pc:sldMk cId="1780796216" sldId="294"/>
            <ac:spMk id="13" creationId="{80FB8D71-8681-7470-7A8C-7D923B2FAC4C}"/>
          </ac:spMkLst>
        </pc:spChg>
        <pc:spChg chg="mod topLvl">
          <ac:chgData name="JAEYEON KIM" userId="5fd88c3b828d6b87" providerId="LiveId" clId="{4DEEB11C-6F4E-434B-9DEA-240AA84EFB01}" dt="2026-05-27T01:20:32.084" v="2360" actId="164"/>
          <ac:spMkLst>
            <pc:docMk/>
            <pc:sldMk cId="1780796216" sldId="294"/>
            <ac:spMk id="14" creationId="{1AFE839E-628E-BF78-9329-530A050EE8C5}"/>
          </ac:spMkLst>
        </pc:spChg>
        <pc:spChg chg="add mod topLvl">
          <ac:chgData name="JAEYEON KIM" userId="5fd88c3b828d6b87" providerId="LiveId" clId="{4DEEB11C-6F4E-434B-9DEA-240AA84EFB01}" dt="2026-05-27T01:20:32.084" v="2360" actId="164"/>
          <ac:spMkLst>
            <pc:docMk/>
            <pc:sldMk cId="1780796216" sldId="294"/>
            <ac:spMk id="15" creationId="{29CC13E5-E2CC-3E8B-3518-FA517F76C4EC}"/>
          </ac:spMkLst>
        </pc:spChg>
        <pc:spChg chg="mod topLvl">
          <ac:chgData name="JAEYEON KIM" userId="5fd88c3b828d6b87" providerId="LiveId" clId="{4DEEB11C-6F4E-434B-9DEA-240AA84EFB01}" dt="2026-05-27T01:20:32.084" v="2360" actId="164"/>
          <ac:spMkLst>
            <pc:docMk/>
            <pc:sldMk cId="1780796216" sldId="294"/>
            <ac:spMk id="16" creationId="{65F9A571-8D9C-5D08-31D6-F97844C34307}"/>
          </ac:spMkLst>
        </pc:spChg>
        <pc:spChg chg="mod topLvl">
          <ac:chgData name="JAEYEON KIM" userId="5fd88c3b828d6b87" providerId="LiveId" clId="{4DEEB11C-6F4E-434B-9DEA-240AA84EFB01}" dt="2026-05-27T01:20:32.084" v="2360" actId="164"/>
          <ac:spMkLst>
            <pc:docMk/>
            <pc:sldMk cId="1780796216" sldId="294"/>
            <ac:spMk id="17" creationId="{BB85A388-7EDF-1D25-0416-6F936911546A}"/>
          </ac:spMkLst>
        </pc:spChg>
        <pc:spChg chg="add mod topLvl">
          <ac:chgData name="JAEYEON KIM" userId="5fd88c3b828d6b87" providerId="LiveId" clId="{4DEEB11C-6F4E-434B-9DEA-240AA84EFB01}" dt="2026-05-27T01:20:32.084" v="2360" actId="164"/>
          <ac:spMkLst>
            <pc:docMk/>
            <pc:sldMk cId="1780796216" sldId="294"/>
            <ac:spMk id="18" creationId="{D1128D79-F1BB-81B9-E133-139D6C36DE06}"/>
          </ac:spMkLst>
        </pc:spChg>
        <pc:spChg chg="del">
          <ac:chgData name="JAEYEON KIM" userId="5fd88c3b828d6b87" providerId="LiveId" clId="{4DEEB11C-6F4E-434B-9DEA-240AA84EFB01}" dt="2026-05-27T00:34:50.371" v="2134" actId="478"/>
          <ac:spMkLst>
            <pc:docMk/>
            <pc:sldMk cId="1780796216" sldId="294"/>
            <ac:spMk id="19" creationId="{AA7E00CA-6E6F-8F33-FBFF-8226DFB20442}"/>
          </ac:spMkLst>
        </pc:spChg>
        <pc:spChg chg="add del mod">
          <ac:chgData name="JAEYEON KIM" userId="5fd88c3b828d6b87" providerId="LiveId" clId="{4DEEB11C-6F4E-434B-9DEA-240AA84EFB01}" dt="2026-05-27T00:34:49.409" v="2133" actId="478"/>
          <ac:spMkLst>
            <pc:docMk/>
            <pc:sldMk cId="1780796216" sldId="294"/>
            <ac:spMk id="20" creationId="{B558119A-2AFE-8DB3-A27C-F868ADD58581}"/>
          </ac:spMkLst>
        </pc:spChg>
        <pc:spChg chg="add del mod">
          <ac:chgData name="JAEYEON KIM" userId="5fd88c3b828d6b87" providerId="LiveId" clId="{4DEEB11C-6F4E-434B-9DEA-240AA84EFB01}" dt="2026-05-27T00:34:47.505" v="2132" actId="478"/>
          <ac:spMkLst>
            <pc:docMk/>
            <pc:sldMk cId="1780796216" sldId="294"/>
            <ac:spMk id="21" creationId="{1E0C2465-4051-66A7-3CDB-F40AFC74C51D}"/>
          </ac:spMkLst>
        </pc:spChg>
        <pc:spChg chg="del">
          <ac:chgData name="JAEYEON KIM" userId="5fd88c3b828d6b87" providerId="LiveId" clId="{4DEEB11C-6F4E-434B-9DEA-240AA84EFB01}" dt="2026-05-27T00:35:01.985" v="2139" actId="478"/>
          <ac:spMkLst>
            <pc:docMk/>
            <pc:sldMk cId="1780796216" sldId="294"/>
            <ac:spMk id="22" creationId="{E798040F-7136-5D4A-934D-803F9496B6A9}"/>
          </ac:spMkLst>
        </pc:spChg>
        <pc:spChg chg="add del mod">
          <ac:chgData name="JAEYEON KIM" userId="5fd88c3b828d6b87" providerId="LiveId" clId="{4DEEB11C-6F4E-434B-9DEA-240AA84EFB01}" dt="2026-05-27T00:34:59.549" v="2138" actId="478"/>
          <ac:spMkLst>
            <pc:docMk/>
            <pc:sldMk cId="1780796216" sldId="294"/>
            <ac:spMk id="23" creationId="{22559398-62E5-F403-86ED-5A9AA9118354}"/>
          </ac:spMkLst>
        </pc:spChg>
        <pc:spChg chg="del mod">
          <ac:chgData name="JAEYEON KIM" userId="5fd88c3b828d6b87" providerId="LiveId" clId="{4DEEB11C-6F4E-434B-9DEA-240AA84EFB01}" dt="2026-05-27T00:35:03.667" v="2140" actId="478"/>
          <ac:spMkLst>
            <pc:docMk/>
            <pc:sldMk cId="1780796216" sldId="294"/>
            <ac:spMk id="24" creationId="{D02809E3-08D2-CF43-8B79-1BFB7ECFC1D5}"/>
          </ac:spMkLst>
        </pc:spChg>
        <pc:spChg chg="del">
          <ac:chgData name="JAEYEON KIM" userId="5fd88c3b828d6b87" providerId="LiveId" clId="{4DEEB11C-6F4E-434B-9DEA-240AA84EFB01}" dt="2026-05-27T00:34:56.703" v="2136" actId="478"/>
          <ac:spMkLst>
            <pc:docMk/>
            <pc:sldMk cId="1780796216" sldId="294"/>
            <ac:spMk id="25" creationId="{9427BFCA-5A19-9DD4-3EF4-10977FF1F5BD}"/>
          </ac:spMkLst>
        </pc:spChg>
        <pc:spChg chg="add mod">
          <ac:chgData name="JAEYEON KIM" userId="5fd88c3b828d6b87" providerId="LiveId" clId="{4DEEB11C-6F4E-434B-9DEA-240AA84EFB01}" dt="2026-05-27T01:20:42.563" v="2362" actId="164"/>
          <ac:spMkLst>
            <pc:docMk/>
            <pc:sldMk cId="1780796216" sldId="294"/>
            <ac:spMk id="26" creationId="{6B3C7869-3A47-CB43-4FCF-3E26975B8CFF}"/>
          </ac:spMkLst>
        </pc:spChg>
        <pc:spChg chg="add mod">
          <ac:chgData name="JAEYEON KIM" userId="5fd88c3b828d6b87" providerId="LiveId" clId="{4DEEB11C-6F4E-434B-9DEA-240AA84EFB01}" dt="2026-05-27T01:20:42.563" v="2362" actId="164"/>
          <ac:spMkLst>
            <pc:docMk/>
            <pc:sldMk cId="1780796216" sldId="294"/>
            <ac:spMk id="27" creationId="{9D8F62C3-84AA-EA82-849E-FAA7F7FFBB40}"/>
          </ac:spMkLst>
        </pc:spChg>
        <pc:spChg chg="add del mod">
          <ac:chgData name="JAEYEON KIM" userId="5fd88c3b828d6b87" providerId="LiveId" clId="{4DEEB11C-6F4E-434B-9DEA-240AA84EFB01}" dt="2026-05-27T01:20:42.563" v="2362" actId="164"/>
          <ac:spMkLst>
            <pc:docMk/>
            <pc:sldMk cId="1780796216" sldId="294"/>
            <ac:spMk id="28" creationId="{CCABEDF7-5F0C-3F17-5603-DFE8A36FD16E}"/>
          </ac:spMkLst>
        </pc:spChg>
        <pc:spChg chg="mod">
          <ac:chgData name="JAEYEON KIM" userId="5fd88c3b828d6b87" providerId="LiveId" clId="{4DEEB11C-6F4E-434B-9DEA-240AA84EFB01}" dt="2026-05-27T01:20:42.563" v="2362" actId="164"/>
          <ac:spMkLst>
            <pc:docMk/>
            <pc:sldMk cId="1780796216" sldId="294"/>
            <ac:spMk id="29" creationId="{427BF348-7C66-52F3-7DBA-CAEA95647C72}"/>
          </ac:spMkLst>
        </pc:spChg>
        <pc:spChg chg="del">
          <ac:chgData name="JAEYEON KIM" userId="5fd88c3b828d6b87" providerId="LiveId" clId="{4DEEB11C-6F4E-434B-9DEA-240AA84EFB01}" dt="2026-05-27T00:36:26.770" v="2318" actId="478"/>
          <ac:spMkLst>
            <pc:docMk/>
            <pc:sldMk cId="1780796216" sldId="294"/>
            <ac:spMk id="30" creationId="{022F04EB-ADF6-C42D-5183-C2EEAA41E13B}"/>
          </ac:spMkLst>
        </pc:spChg>
        <pc:spChg chg="del">
          <ac:chgData name="JAEYEON KIM" userId="5fd88c3b828d6b87" providerId="LiveId" clId="{4DEEB11C-6F4E-434B-9DEA-240AA84EFB01}" dt="2026-05-27T00:36:25.615" v="2317" actId="478"/>
          <ac:spMkLst>
            <pc:docMk/>
            <pc:sldMk cId="1780796216" sldId="294"/>
            <ac:spMk id="31" creationId="{B50702F0-EFF4-C876-18DA-EDE6F187ABE1}"/>
          </ac:spMkLst>
        </pc:spChg>
        <pc:spChg chg="add mod">
          <ac:chgData name="JAEYEON KIM" userId="5fd88c3b828d6b87" providerId="LiveId" clId="{4DEEB11C-6F4E-434B-9DEA-240AA84EFB01}" dt="2026-05-27T01:20:42.563" v="2362" actId="164"/>
          <ac:spMkLst>
            <pc:docMk/>
            <pc:sldMk cId="1780796216" sldId="294"/>
            <ac:spMk id="32" creationId="{07B4455F-D362-8177-E913-1602EADD48D3}"/>
          </ac:spMkLst>
        </pc:spChg>
        <pc:spChg chg="add del mod">
          <ac:chgData name="JAEYEON KIM" userId="5fd88c3b828d6b87" providerId="LiveId" clId="{4DEEB11C-6F4E-434B-9DEA-240AA84EFB01}" dt="2026-05-27T00:36:41.027" v="2321" actId="478"/>
          <ac:spMkLst>
            <pc:docMk/>
            <pc:sldMk cId="1780796216" sldId="294"/>
            <ac:spMk id="33" creationId="{0A6836DB-5B46-358D-8243-BA8905842D2C}"/>
          </ac:spMkLst>
        </pc:spChg>
        <pc:spChg chg="del">
          <ac:chgData name="JAEYEON KIM" userId="5fd88c3b828d6b87" providerId="LiveId" clId="{4DEEB11C-6F4E-434B-9DEA-240AA84EFB01}" dt="2026-05-27T00:36:40.297" v="2320" actId="478"/>
          <ac:spMkLst>
            <pc:docMk/>
            <pc:sldMk cId="1780796216" sldId="294"/>
            <ac:spMk id="34" creationId="{DA62E814-E5C0-C188-AE01-A259498E4C71}"/>
          </ac:spMkLst>
        </pc:spChg>
        <pc:spChg chg="del">
          <ac:chgData name="JAEYEON KIM" userId="5fd88c3b828d6b87" providerId="LiveId" clId="{4DEEB11C-6F4E-434B-9DEA-240AA84EFB01}" dt="2026-05-27T00:36:41.840" v="2322" actId="478"/>
          <ac:spMkLst>
            <pc:docMk/>
            <pc:sldMk cId="1780796216" sldId="294"/>
            <ac:spMk id="35" creationId="{A393D26A-D0E2-06F1-D93D-363910337DA0}"/>
          </ac:spMkLst>
        </pc:spChg>
        <pc:spChg chg="del">
          <ac:chgData name="JAEYEON KIM" userId="5fd88c3b828d6b87" providerId="LiveId" clId="{4DEEB11C-6F4E-434B-9DEA-240AA84EFB01}" dt="2026-05-27T00:36:43.261" v="2323" actId="478"/>
          <ac:spMkLst>
            <pc:docMk/>
            <pc:sldMk cId="1780796216" sldId="294"/>
            <ac:spMk id="36" creationId="{3D95D688-0A8A-C086-9438-ADC854DA8B2D}"/>
          </ac:spMkLst>
        </pc:spChg>
        <pc:spChg chg="add del mod">
          <ac:chgData name="JAEYEON KIM" userId="5fd88c3b828d6b87" providerId="LiveId" clId="{4DEEB11C-6F4E-434B-9DEA-240AA84EFB01}" dt="2026-05-27T00:36:45.123" v="2324" actId="478"/>
          <ac:spMkLst>
            <pc:docMk/>
            <pc:sldMk cId="1780796216" sldId="294"/>
            <ac:spMk id="37" creationId="{473F9F57-9170-746C-6A4C-D6D076C0CF33}"/>
          </ac:spMkLst>
        </pc:spChg>
        <pc:spChg chg="del">
          <ac:chgData name="JAEYEON KIM" userId="5fd88c3b828d6b87" providerId="LiveId" clId="{4DEEB11C-6F4E-434B-9DEA-240AA84EFB01}" dt="2026-05-27T00:36:46.301" v="2325" actId="478"/>
          <ac:spMkLst>
            <pc:docMk/>
            <pc:sldMk cId="1780796216" sldId="294"/>
            <ac:spMk id="38" creationId="{3F74CF7B-CB00-EB47-64A9-7AB312D55FB2}"/>
          </ac:spMkLst>
        </pc:spChg>
        <pc:spChg chg="del">
          <ac:chgData name="JAEYEON KIM" userId="5fd88c3b828d6b87" providerId="LiveId" clId="{4DEEB11C-6F4E-434B-9DEA-240AA84EFB01}" dt="2026-05-27T00:36:47.423" v="2326" actId="478"/>
          <ac:spMkLst>
            <pc:docMk/>
            <pc:sldMk cId="1780796216" sldId="294"/>
            <ac:spMk id="39" creationId="{4685F61E-7F49-7F80-3D83-7846CC24294C}"/>
          </ac:spMkLst>
        </pc:spChg>
        <pc:spChg chg="mod">
          <ac:chgData name="JAEYEON KIM" userId="5fd88c3b828d6b87" providerId="LiveId" clId="{4DEEB11C-6F4E-434B-9DEA-240AA84EFB01}" dt="2026-05-27T01:21:01.724" v="2368"/>
          <ac:spMkLst>
            <pc:docMk/>
            <pc:sldMk cId="1780796216" sldId="294"/>
            <ac:spMk id="50" creationId="{793EBEFB-833B-B6F6-3F92-329C3E5BA93B}"/>
          </ac:spMkLst>
        </pc:spChg>
        <pc:spChg chg="mod">
          <ac:chgData name="JAEYEON KIM" userId="5fd88c3b828d6b87" providerId="LiveId" clId="{4DEEB11C-6F4E-434B-9DEA-240AA84EFB01}" dt="2026-05-27T01:21:01.724" v="2368"/>
          <ac:spMkLst>
            <pc:docMk/>
            <pc:sldMk cId="1780796216" sldId="294"/>
            <ac:spMk id="51" creationId="{F7933AB6-D11F-5B7E-86CF-F17EECAF628A}"/>
          </ac:spMkLst>
        </pc:spChg>
        <pc:spChg chg="mod">
          <ac:chgData name="JAEYEON KIM" userId="5fd88c3b828d6b87" providerId="LiveId" clId="{4DEEB11C-6F4E-434B-9DEA-240AA84EFB01}" dt="2026-05-27T01:21:01.724" v="2368"/>
          <ac:spMkLst>
            <pc:docMk/>
            <pc:sldMk cId="1780796216" sldId="294"/>
            <ac:spMk id="52" creationId="{7AA018FC-04AC-F42D-6C0F-40F80220EB77}"/>
          </ac:spMkLst>
        </pc:spChg>
        <pc:spChg chg="mod">
          <ac:chgData name="JAEYEON KIM" userId="5fd88c3b828d6b87" providerId="LiveId" clId="{4DEEB11C-6F4E-434B-9DEA-240AA84EFB01}" dt="2026-05-27T01:21:01.724" v="2368"/>
          <ac:spMkLst>
            <pc:docMk/>
            <pc:sldMk cId="1780796216" sldId="294"/>
            <ac:spMk id="53" creationId="{3F2221B9-B39D-B116-9847-83414C7BC1BC}"/>
          </ac:spMkLst>
        </pc:spChg>
        <pc:spChg chg="mod">
          <ac:chgData name="JAEYEON KIM" userId="5fd88c3b828d6b87" providerId="LiveId" clId="{4DEEB11C-6F4E-434B-9DEA-240AA84EFB01}" dt="2026-05-27T01:21:01.724" v="2368"/>
          <ac:spMkLst>
            <pc:docMk/>
            <pc:sldMk cId="1780796216" sldId="294"/>
            <ac:spMk id="54" creationId="{495441A3-2185-EC5E-A41E-889E2E53B37A}"/>
          </ac:spMkLst>
        </pc:spChg>
        <pc:spChg chg="mod">
          <ac:chgData name="JAEYEON KIM" userId="5fd88c3b828d6b87" providerId="LiveId" clId="{4DEEB11C-6F4E-434B-9DEA-240AA84EFB01}" dt="2026-05-27T01:21:01.724" v="2368"/>
          <ac:spMkLst>
            <pc:docMk/>
            <pc:sldMk cId="1780796216" sldId="294"/>
            <ac:spMk id="55" creationId="{AD2281F5-8164-8472-8EA6-AC9EC707DF91}"/>
          </ac:spMkLst>
        </pc:spChg>
        <pc:spChg chg="mod">
          <ac:chgData name="JAEYEON KIM" userId="5fd88c3b828d6b87" providerId="LiveId" clId="{4DEEB11C-6F4E-434B-9DEA-240AA84EFB01}" dt="2026-05-27T01:21:01.724" v="2368"/>
          <ac:spMkLst>
            <pc:docMk/>
            <pc:sldMk cId="1780796216" sldId="294"/>
            <ac:spMk id="56" creationId="{5FCFF435-C5DC-69F7-F8D5-1BF455BC3DC5}"/>
          </ac:spMkLst>
        </pc:spChg>
        <pc:spChg chg="mod">
          <ac:chgData name="JAEYEON KIM" userId="5fd88c3b828d6b87" providerId="LiveId" clId="{4DEEB11C-6F4E-434B-9DEA-240AA84EFB01}" dt="2026-05-27T01:21:12.022" v="2372"/>
          <ac:spMkLst>
            <pc:docMk/>
            <pc:sldMk cId="1780796216" sldId="294"/>
            <ac:spMk id="58" creationId="{A0F07E1D-1F16-C8A6-2BBB-1D68BBBECFA2}"/>
          </ac:spMkLst>
        </pc:spChg>
        <pc:spChg chg="mod">
          <ac:chgData name="JAEYEON KIM" userId="5fd88c3b828d6b87" providerId="LiveId" clId="{4DEEB11C-6F4E-434B-9DEA-240AA84EFB01}" dt="2026-05-27T01:21:12.022" v="2372"/>
          <ac:spMkLst>
            <pc:docMk/>
            <pc:sldMk cId="1780796216" sldId="294"/>
            <ac:spMk id="59" creationId="{20329F44-977B-4D84-CE3B-D38BF0FEBC7F}"/>
          </ac:spMkLst>
        </pc:spChg>
        <pc:spChg chg="mod">
          <ac:chgData name="JAEYEON KIM" userId="5fd88c3b828d6b87" providerId="LiveId" clId="{4DEEB11C-6F4E-434B-9DEA-240AA84EFB01}" dt="2026-05-27T01:21:12.022" v="2372"/>
          <ac:spMkLst>
            <pc:docMk/>
            <pc:sldMk cId="1780796216" sldId="294"/>
            <ac:spMk id="60" creationId="{B787FDF9-52DD-6A43-8A4A-D801A417E1EC}"/>
          </ac:spMkLst>
        </pc:spChg>
        <pc:spChg chg="mod">
          <ac:chgData name="JAEYEON KIM" userId="5fd88c3b828d6b87" providerId="LiveId" clId="{4DEEB11C-6F4E-434B-9DEA-240AA84EFB01}" dt="2026-05-27T01:21:12.022" v="2372"/>
          <ac:spMkLst>
            <pc:docMk/>
            <pc:sldMk cId="1780796216" sldId="294"/>
            <ac:spMk id="61" creationId="{AD392029-A1BE-C3F1-C127-5F4BE9199B99}"/>
          </ac:spMkLst>
        </pc:spChg>
        <pc:spChg chg="mod">
          <ac:chgData name="JAEYEON KIM" userId="5fd88c3b828d6b87" providerId="LiveId" clId="{4DEEB11C-6F4E-434B-9DEA-240AA84EFB01}" dt="2026-05-27T01:21:12.022" v="2372"/>
          <ac:spMkLst>
            <pc:docMk/>
            <pc:sldMk cId="1780796216" sldId="294"/>
            <ac:spMk id="62" creationId="{692F4395-7912-B6F4-00C3-993A4C65B048}"/>
          </ac:spMkLst>
        </pc:spChg>
        <pc:spChg chg="mod">
          <ac:chgData name="JAEYEON KIM" userId="5fd88c3b828d6b87" providerId="LiveId" clId="{4DEEB11C-6F4E-434B-9DEA-240AA84EFB01}" dt="2026-05-27T01:22:17.110" v="2385"/>
          <ac:spMkLst>
            <pc:docMk/>
            <pc:sldMk cId="1780796216" sldId="294"/>
            <ac:spMk id="64" creationId="{415E5024-8D95-FEEC-7B66-20410CC9DCC3}"/>
          </ac:spMkLst>
        </pc:spChg>
        <pc:spChg chg="mod">
          <ac:chgData name="JAEYEON KIM" userId="5fd88c3b828d6b87" providerId="LiveId" clId="{4DEEB11C-6F4E-434B-9DEA-240AA84EFB01}" dt="2026-05-27T01:22:17.110" v="2385"/>
          <ac:spMkLst>
            <pc:docMk/>
            <pc:sldMk cId="1780796216" sldId="294"/>
            <ac:spMk id="65" creationId="{F1C81F25-0FA3-3B6F-6BD7-74F0D79AD3F2}"/>
          </ac:spMkLst>
        </pc:spChg>
        <pc:spChg chg="mod">
          <ac:chgData name="JAEYEON KIM" userId="5fd88c3b828d6b87" providerId="LiveId" clId="{4DEEB11C-6F4E-434B-9DEA-240AA84EFB01}" dt="2026-05-27T01:22:44.658" v="2459" actId="20577"/>
          <ac:spMkLst>
            <pc:docMk/>
            <pc:sldMk cId="1780796216" sldId="294"/>
            <ac:spMk id="66" creationId="{CF2F08A1-F017-E5A2-35E0-00B98D45BD32}"/>
          </ac:spMkLst>
        </pc:spChg>
        <pc:grpChg chg="add mod">
          <ac:chgData name="JAEYEON KIM" userId="5fd88c3b828d6b87" providerId="LiveId" clId="{4DEEB11C-6F4E-434B-9DEA-240AA84EFB01}" dt="2026-05-27T01:20:24.343" v="2359" actId="1076"/>
          <ac:grpSpMkLst>
            <pc:docMk/>
            <pc:sldMk cId="1780796216" sldId="294"/>
            <ac:grpSpMk id="2" creationId="{C6059C34-A4E5-0047-FF32-E32A6C45213B}"/>
          </ac:grpSpMkLst>
        </pc:grpChg>
        <pc:grpChg chg="mod">
          <ac:chgData name="JAEYEON KIM" userId="5fd88c3b828d6b87" providerId="LiveId" clId="{4DEEB11C-6F4E-434B-9DEA-240AA84EFB01}" dt="2026-05-26T05:59:22.125" v="1249"/>
          <ac:grpSpMkLst>
            <pc:docMk/>
            <pc:sldMk cId="1780796216" sldId="294"/>
            <ac:grpSpMk id="3" creationId="{44697FA9-0061-372C-A611-6C9A65EB2214}"/>
          </ac:grpSpMkLst>
        </pc:grpChg>
        <pc:grpChg chg="add mod">
          <ac:chgData name="JAEYEON KIM" userId="5fd88c3b828d6b87" providerId="LiveId" clId="{4DEEB11C-6F4E-434B-9DEA-240AA84EFB01}" dt="2026-05-27T00:37:16.457" v="2330" actId="164"/>
          <ac:grpSpMkLst>
            <pc:docMk/>
            <pc:sldMk cId="1780796216" sldId="294"/>
            <ac:grpSpMk id="40" creationId="{56D9B02A-E379-A700-FF42-E730431D4584}"/>
          </ac:grpSpMkLst>
        </pc:grpChg>
        <pc:grpChg chg="add mod">
          <ac:chgData name="JAEYEON KIM" userId="5fd88c3b828d6b87" providerId="LiveId" clId="{4DEEB11C-6F4E-434B-9DEA-240AA84EFB01}" dt="2026-05-27T00:37:49.310" v="2340" actId="164"/>
          <ac:grpSpMkLst>
            <pc:docMk/>
            <pc:sldMk cId="1780796216" sldId="294"/>
            <ac:grpSpMk id="41" creationId="{DCC1796E-5A8C-8C39-4A5C-8F935C7478EA}"/>
          </ac:grpSpMkLst>
        </pc:grpChg>
        <pc:grpChg chg="add mod">
          <ac:chgData name="JAEYEON KIM" userId="5fd88c3b828d6b87" providerId="LiveId" clId="{4DEEB11C-6F4E-434B-9DEA-240AA84EFB01}" dt="2026-05-27T00:37:41.961" v="2338" actId="164"/>
          <ac:grpSpMkLst>
            <pc:docMk/>
            <pc:sldMk cId="1780796216" sldId="294"/>
            <ac:grpSpMk id="42" creationId="{B9290708-62DA-ADC3-712F-D0EF02970BB0}"/>
          </ac:grpSpMkLst>
        </pc:grpChg>
        <pc:grpChg chg="add mod">
          <ac:chgData name="JAEYEON KIM" userId="5fd88c3b828d6b87" providerId="LiveId" clId="{4DEEB11C-6F4E-434B-9DEA-240AA84EFB01}" dt="2026-05-27T00:38:08.568" v="2345" actId="164"/>
          <ac:grpSpMkLst>
            <pc:docMk/>
            <pc:sldMk cId="1780796216" sldId="294"/>
            <ac:grpSpMk id="43" creationId="{7C6C8623-FE6C-9AB4-019B-FAE920DCA665}"/>
          </ac:grpSpMkLst>
        </pc:grpChg>
        <pc:grpChg chg="add mod">
          <ac:chgData name="JAEYEON KIM" userId="5fd88c3b828d6b87" providerId="LiveId" clId="{4DEEB11C-6F4E-434B-9DEA-240AA84EFB01}" dt="2026-05-27T00:39:15.168" v="2349" actId="164"/>
          <ac:grpSpMkLst>
            <pc:docMk/>
            <pc:sldMk cId="1780796216" sldId="294"/>
            <ac:grpSpMk id="44" creationId="{1A6548F8-4E61-DCCD-997E-B6BC3B0EDECC}"/>
          </ac:grpSpMkLst>
        </pc:grpChg>
        <pc:grpChg chg="add del mod">
          <ac:chgData name="JAEYEON KIM" userId="5fd88c3b828d6b87" providerId="LiveId" clId="{4DEEB11C-6F4E-434B-9DEA-240AA84EFB01}" dt="2026-05-27T00:39:33.139" v="2353" actId="165"/>
          <ac:grpSpMkLst>
            <pc:docMk/>
            <pc:sldMk cId="1780796216" sldId="294"/>
            <ac:grpSpMk id="45" creationId="{422037B1-3988-A707-21B2-15053FB50E8B}"/>
          </ac:grpSpMkLst>
        </pc:grpChg>
        <pc:grpChg chg="add del mod">
          <ac:chgData name="JAEYEON KIM" userId="5fd88c3b828d6b87" providerId="LiveId" clId="{4DEEB11C-6F4E-434B-9DEA-240AA84EFB01}" dt="2026-05-27T00:39:58.519" v="2357" actId="165"/>
          <ac:grpSpMkLst>
            <pc:docMk/>
            <pc:sldMk cId="1780796216" sldId="294"/>
            <ac:grpSpMk id="46" creationId="{D2162A81-B69D-6096-34A2-36B635F0A962}"/>
          </ac:grpSpMkLst>
        </pc:grpChg>
        <pc:grpChg chg="add mod">
          <ac:chgData name="JAEYEON KIM" userId="5fd88c3b828d6b87" providerId="LiveId" clId="{4DEEB11C-6F4E-434B-9DEA-240AA84EFB01}" dt="2026-05-27T01:21:58.452" v="2384" actId="1038"/>
          <ac:grpSpMkLst>
            <pc:docMk/>
            <pc:sldMk cId="1780796216" sldId="294"/>
            <ac:grpSpMk id="47" creationId="{2F57FFB1-411C-2AC2-A63F-CDAF28539A84}"/>
          </ac:grpSpMkLst>
        </pc:grpChg>
        <pc:grpChg chg="add mod">
          <ac:chgData name="JAEYEON KIM" userId="5fd88c3b828d6b87" providerId="LiveId" clId="{4DEEB11C-6F4E-434B-9DEA-240AA84EFB01}" dt="2026-05-27T01:21:58.452" v="2384" actId="1038"/>
          <ac:grpSpMkLst>
            <pc:docMk/>
            <pc:sldMk cId="1780796216" sldId="294"/>
            <ac:grpSpMk id="48" creationId="{D3C5DF53-A62D-70AF-96DD-39801A4147A5}"/>
          </ac:grpSpMkLst>
        </pc:grpChg>
        <pc:grpChg chg="add mod">
          <ac:chgData name="JAEYEON KIM" userId="5fd88c3b828d6b87" providerId="LiveId" clId="{4DEEB11C-6F4E-434B-9DEA-240AA84EFB01}" dt="2026-05-27T01:21:58.452" v="2384" actId="1038"/>
          <ac:grpSpMkLst>
            <pc:docMk/>
            <pc:sldMk cId="1780796216" sldId="294"/>
            <ac:grpSpMk id="49" creationId="{F3213768-2CCC-B719-1D7E-8F62B4311E1F}"/>
          </ac:grpSpMkLst>
        </pc:grpChg>
        <pc:grpChg chg="add mod">
          <ac:chgData name="JAEYEON KIM" userId="5fd88c3b828d6b87" providerId="LiveId" clId="{4DEEB11C-6F4E-434B-9DEA-240AA84EFB01}" dt="2026-05-27T01:21:58.452" v="2384" actId="1038"/>
          <ac:grpSpMkLst>
            <pc:docMk/>
            <pc:sldMk cId="1780796216" sldId="294"/>
            <ac:grpSpMk id="57" creationId="{17154A12-63D7-B72C-8FE5-68CDF213A39A}"/>
          </ac:grpSpMkLst>
        </pc:grpChg>
        <pc:grpChg chg="add mod">
          <ac:chgData name="JAEYEON KIM" userId="5fd88c3b828d6b87" providerId="LiveId" clId="{4DEEB11C-6F4E-434B-9DEA-240AA84EFB01}" dt="2026-05-27T01:22:22.450" v="2424" actId="1036"/>
          <ac:grpSpMkLst>
            <pc:docMk/>
            <pc:sldMk cId="1780796216" sldId="294"/>
            <ac:grpSpMk id="63" creationId="{C760344C-4C8D-88EE-EB55-0BE4BF9897DD}"/>
          </ac:grpSpMkLst>
        </pc:grpChg>
      </pc:sldChg>
      <pc:sldChg chg="addSp modSp new mod">
        <pc:chgData name="JAEYEON KIM" userId="5fd88c3b828d6b87" providerId="LiveId" clId="{4DEEB11C-6F4E-434B-9DEA-240AA84EFB01}" dt="2026-05-26T08:05:16.314" v="1925" actId="2711"/>
        <pc:sldMkLst>
          <pc:docMk/>
          <pc:sldMk cId="1144352769" sldId="295"/>
        </pc:sldMkLst>
        <pc:spChg chg="mod">
          <ac:chgData name="JAEYEON KIM" userId="5fd88c3b828d6b87" providerId="LiveId" clId="{4DEEB11C-6F4E-434B-9DEA-240AA84EFB01}" dt="2026-05-26T05:59:35.530" v="1251"/>
          <ac:spMkLst>
            <pc:docMk/>
            <pc:sldMk cId="1144352769" sldId="295"/>
            <ac:spMk id="4" creationId="{2884BA8F-FF77-DB02-48FD-E943807E33B5}"/>
          </ac:spMkLst>
        </pc:spChg>
        <pc:spChg chg="mod">
          <ac:chgData name="JAEYEON KIM" userId="5fd88c3b828d6b87" providerId="LiveId" clId="{4DEEB11C-6F4E-434B-9DEA-240AA84EFB01}" dt="2026-05-26T07:56:17.431" v="1821" actId="14861"/>
          <ac:spMkLst>
            <pc:docMk/>
            <pc:sldMk cId="1144352769" sldId="295"/>
            <ac:spMk id="5" creationId="{2C92343F-28CE-1EAC-0FA3-517524C511EB}"/>
          </ac:spMkLst>
        </pc:spChg>
        <pc:spChg chg="mod">
          <ac:chgData name="JAEYEON KIM" userId="5fd88c3b828d6b87" providerId="LiveId" clId="{4DEEB11C-6F4E-434B-9DEA-240AA84EFB01}" dt="2026-05-26T05:59:35.530" v="1251"/>
          <ac:spMkLst>
            <pc:docMk/>
            <pc:sldMk cId="1144352769" sldId="295"/>
            <ac:spMk id="6" creationId="{40CCC199-6ADC-225F-5814-50A518AD55C1}"/>
          </ac:spMkLst>
        </pc:spChg>
        <pc:spChg chg="mod">
          <ac:chgData name="JAEYEON KIM" userId="5fd88c3b828d6b87" providerId="LiveId" clId="{4DEEB11C-6F4E-434B-9DEA-240AA84EFB01}" dt="2026-05-26T06:00:30.975" v="1300" actId="255"/>
          <ac:spMkLst>
            <pc:docMk/>
            <pc:sldMk cId="1144352769" sldId="295"/>
            <ac:spMk id="7" creationId="{5C77CC64-2A8D-5F9D-2A99-6B9AA1BC7F38}"/>
          </ac:spMkLst>
        </pc:spChg>
        <pc:spChg chg="mod">
          <ac:chgData name="JAEYEON KIM" userId="5fd88c3b828d6b87" providerId="LiveId" clId="{4DEEB11C-6F4E-434B-9DEA-240AA84EFB01}" dt="2026-05-26T05:59:35.530" v="1251"/>
          <ac:spMkLst>
            <pc:docMk/>
            <pc:sldMk cId="1144352769" sldId="295"/>
            <ac:spMk id="8" creationId="{619841D1-02BC-34A2-7AA0-D772E2C111CA}"/>
          </ac:spMkLst>
        </pc:spChg>
        <pc:spChg chg="mod">
          <ac:chgData name="JAEYEON KIM" userId="5fd88c3b828d6b87" providerId="LiveId" clId="{4DEEB11C-6F4E-434B-9DEA-240AA84EFB01}" dt="2026-05-26T06:03:22.344" v="1342" actId="207"/>
          <ac:spMkLst>
            <pc:docMk/>
            <pc:sldMk cId="1144352769" sldId="295"/>
            <ac:spMk id="9" creationId="{779A0636-8C48-67BB-F4E8-56D142DB8D6D}"/>
          </ac:spMkLst>
        </pc:spChg>
        <pc:spChg chg="mod">
          <ac:chgData name="JAEYEON KIM" userId="5fd88c3b828d6b87" providerId="LiveId" clId="{4DEEB11C-6F4E-434B-9DEA-240AA84EFB01}" dt="2026-05-26T07:56:10.187" v="1819" actId="13822"/>
          <ac:spMkLst>
            <pc:docMk/>
            <pc:sldMk cId="1144352769" sldId="295"/>
            <ac:spMk id="10" creationId="{6C983DBC-FAA7-CB2E-E6E4-869416959FB8}"/>
          </ac:spMkLst>
        </pc:spChg>
        <pc:spChg chg="add mod">
          <ac:chgData name="JAEYEON KIM" userId="5fd88c3b828d6b87" providerId="LiveId" clId="{4DEEB11C-6F4E-434B-9DEA-240AA84EFB01}" dt="2026-05-26T06:03:13.065" v="1340"/>
          <ac:spMkLst>
            <pc:docMk/>
            <pc:sldMk cId="1144352769" sldId="295"/>
            <ac:spMk id="11" creationId="{E75B65AC-4E01-5782-3D03-F0D2BE9BFD12}"/>
          </ac:spMkLst>
        </pc:spChg>
        <pc:spChg chg="add mod">
          <ac:chgData name="JAEYEON KIM" userId="5fd88c3b828d6b87" providerId="LiveId" clId="{4DEEB11C-6F4E-434B-9DEA-240AA84EFB01}" dt="2026-05-26T08:02:31.129" v="1899" actId="164"/>
          <ac:spMkLst>
            <pc:docMk/>
            <pc:sldMk cId="1144352769" sldId="295"/>
            <ac:spMk id="12" creationId="{4CD85FEF-BCE6-19BD-16AB-1B019C90EB18}"/>
          </ac:spMkLst>
        </pc:spChg>
        <pc:spChg chg="mod">
          <ac:chgData name="JAEYEON KIM" userId="5fd88c3b828d6b87" providerId="LiveId" clId="{4DEEB11C-6F4E-434B-9DEA-240AA84EFB01}" dt="2026-05-26T08:02:31.129" v="1899" actId="164"/>
          <ac:spMkLst>
            <pc:docMk/>
            <pc:sldMk cId="1144352769" sldId="295"/>
            <ac:spMk id="13" creationId="{D6AB21DD-0271-B7C5-A66C-0AF81AF8BD6F}"/>
          </ac:spMkLst>
        </pc:spChg>
        <pc:spChg chg="mod">
          <ac:chgData name="JAEYEON KIM" userId="5fd88c3b828d6b87" providerId="LiveId" clId="{4DEEB11C-6F4E-434B-9DEA-240AA84EFB01}" dt="2026-05-26T08:02:31.129" v="1899" actId="164"/>
          <ac:spMkLst>
            <pc:docMk/>
            <pc:sldMk cId="1144352769" sldId="295"/>
            <ac:spMk id="14" creationId="{F11B16C9-1C92-7B16-05BF-EC9F0753452C}"/>
          </ac:spMkLst>
        </pc:spChg>
        <pc:spChg chg="mod">
          <ac:chgData name="JAEYEON KIM" userId="5fd88c3b828d6b87" providerId="LiveId" clId="{4DEEB11C-6F4E-434B-9DEA-240AA84EFB01}" dt="2026-05-26T08:02:31.129" v="1899" actId="164"/>
          <ac:spMkLst>
            <pc:docMk/>
            <pc:sldMk cId="1144352769" sldId="295"/>
            <ac:spMk id="15" creationId="{7F7E271F-8262-A49A-D459-4B33F5E78C3B}"/>
          </ac:spMkLst>
        </pc:spChg>
        <pc:spChg chg="mod">
          <ac:chgData name="JAEYEON KIM" userId="5fd88c3b828d6b87" providerId="LiveId" clId="{4DEEB11C-6F4E-434B-9DEA-240AA84EFB01}" dt="2026-05-26T08:02:31.129" v="1899" actId="164"/>
          <ac:spMkLst>
            <pc:docMk/>
            <pc:sldMk cId="1144352769" sldId="295"/>
            <ac:spMk id="16" creationId="{94F1FDD8-6B2D-D42C-860A-6A74199650E9}"/>
          </ac:spMkLst>
        </pc:spChg>
        <pc:spChg chg="mod">
          <ac:chgData name="JAEYEON KIM" userId="5fd88c3b828d6b87" providerId="LiveId" clId="{4DEEB11C-6F4E-434B-9DEA-240AA84EFB01}" dt="2026-05-26T08:02:31.129" v="1899" actId="164"/>
          <ac:spMkLst>
            <pc:docMk/>
            <pc:sldMk cId="1144352769" sldId="295"/>
            <ac:spMk id="17" creationId="{7E201127-F826-889F-E4D8-14B387B92F0B}"/>
          </ac:spMkLst>
        </pc:spChg>
        <pc:spChg chg="mod">
          <ac:chgData name="JAEYEON KIM" userId="5fd88c3b828d6b87" providerId="LiveId" clId="{4DEEB11C-6F4E-434B-9DEA-240AA84EFB01}" dt="2026-05-26T08:02:31.129" v="1899" actId="164"/>
          <ac:spMkLst>
            <pc:docMk/>
            <pc:sldMk cId="1144352769" sldId="295"/>
            <ac:spMk id="18" creationId="{330BC426-EE89-F39F-EF69-4563D616E366}"/>
          </ac:spMkLst>
        </pc:spChg>
        <pc:spChg chg="mod ord">
          <ac:chgData name="JAEYEON KIM" userId="5fd88c3b828d6b87" providerId="LiveId" clId="{4DEEB11C-6F4E-434B-9DEA-240AA84EFB01}" dt="2026-05-26T08:02:31.129" v="1899" actId="164"/>
          <ac:spMkLst>
            <pc:docMk/>
            <pc:sldMk cId="1144352769" sldId="295"/>
            <ac:spMk id="19" creationId="{4155E22F-134E-D2F8-AA8F-275268E93D7B}"/>
          </ac:spMkLst>
        </pc:spChg>
        <pc:spChg chg="mod">
          <ac:chgData name="JAEYEON KIM" userId="5fd88c3b828d6b87" providerId="LiveId" clId="{4DEEB11C-6F4E-434B-9DEA-240AA84EFB01}" dt="2026-05-26T08:03:02.655" v="1900" actId="164"/>
          <ac:spMkLst>
            <pc:docMk/>
            <pc:sldMk cId="1144352769" sldId="295"/>
            <ac:spMk id="21" creationId="{2E4C2967-30C9-B883-A6C1-C747C15E8F77}"/>
          </ac:spMkLst>
        </pc:spChg>
        <pc:spChg chg="add mod">
          <ac:chgData name="JAEYEON KIM" userId="5fd88c3b828d6b87" providerId="LiveId" clId="{4DEEB11C-6F4E-434B-9DEA-240AA84EFB01}" dt="2026-05-26T08:03:02.655" v="1900" actId="164"/>
          <ac:spMkLst>
            <pc:docMk/>
            <pc:sldMk cId="1144352769" sldId="295"/>
            <ac:spMk id="27" creationId="{908E780A-CAE6-D6BD-BCB4-EE43119985AC}"/>
          </ac:spMkLst>
        </pc:spChg>
        <pc:spChg chg="add mod">
          <ac:chgData name="JAEYEON KIM" userId="5fd88c3b828d6b87" providerId="LiveId" clId="{4DEEB11C-6F4E-434B-9DEA-240AA84EFB01}" dt="2026-05-26T08:03:02.655" v="1900" actId="164"/>
          <ac:spMkLst>
            <pc:docMk/>
            <pc:sldMk cId="1144352769" sldId="295"/>
            <ac:spMk id="32" creationId="{34522ED9-FE33-BC81-4BBA-82B9629A3A03}"/>
          </ac:spMkLst>
        </pc:spChg>
        <pc:spChg chg="mod">
          <ac:chgData name="JAEYEON KIM" userId="5fd88c3b828d6b87" providerId="LiveId" clId="{4DEEB11C-6F4E-434B-9DEA-240AA84EFB01}" dt="2026-05-26T08:03:02.655" v="1900" actId="164"/>
          <ac:spMkLst>
            <pc:docMk/>
            <pc:sldMk cId="1144352769" sldId="295"/>
            <ac:spMk id="43" creationId="{C2EF51FC-5F82-0058-7D56-9AF609379286}"/>
          </ac:spMkLst>
        </pc:spChg>
        <pc:spChg chg="add mod">
          <ac:chgData name="JAEYEON KIM" userId="5fd88c3b828d6b87" providerId="LiveId" clId="{4DEEB11C-6F4E-434B-9DEA-240AA84EFB01}" dt="2026-05-26T08:03:02.655" v="1900" actId="164"/>
          <ac:spMkLst>
            <pc:docMk/>
            <pc:sldMk cId="1144352769" sldId="295"/>
            <ac:spMk id="47" creationId="{198972C8-28FA-FF9C-3400-F8A9BCA454C5}"/>
          </ac:spMkLst>
        </pc:spChg>
        <pc:spChg chg="add mod">
          <ac:chgData name="JAEYEON KIM" userId="5fd88c3b828d6b87" providerId="LiveId" clId="{4DEEB11C-6F4E-434B-9DEA-240AA84EFB01}" dt="2026-05-26T08:03:02.655" v="1900" actId="164"/>
          <ac:spMkLst>
            <pc:docMk/>
            <pc:sldMk cId="1144352769" sldId="295"/>
            <ac:spMk id="49" creationId="{5F205611-68F0-809D-1408-0E6BD8718F22}"/>
          </ac:spMkLst>
        </pc:spChg>
        <pc:spChg chg="add mod">
          <ac:chgData name="JAEYEON KIM" userId="5fd88c3b828d6b87" providerId="LiveId" clId="{4DEEB11C-6F4E-434B-9DEA-240AA84EFB01}" dt="2026-05-26T08:03:02.655" v="1900" actId="164"/>
          <ac:spMkLst>
            <pc:docMk/>
            <pc:sldMk cId="1144352769" sldId="295"/>
            <ac:spMk id="52" creationId="{2FFCC129-FD48-DFA5-5B17-2148F123384E}"/>
          </ac:spMkLst>
        </pc:spChg>
        <pc:spChg chg="add mod">
          <ac:chgData name="JAEYEON KIM" userId="5fd88c3b828d6b87" providerId="LiveId" clId="{4DEEB11C-6F4E-434B-9DEA-240AA84EFB01}" dt="2026-05-26T08:03:02.655" v="1900" actId="164"/>
          <ac:spMkLst>
            <pc:docMk/>
            <pc:sldMk cId="1144352769" sldId="295"/>
            <ac:spMk id="56" creationId="{84C853C3-D2C4-5B1E-1119-1B846130D0A1}"/>
          </ac:spMkLst>
        </pc:spChg>
        <pc:spChg chg="mod">
          <ac:chgData name="JAEYEON KIM" userId="5fd88c3b828d6b87" providerId="LiveId" clId="{4DEEB11C-6F4E-434B-9DEA-240AA84EFB01}" dt="2026-05-26T08:05:16.314" v="1925" actId="2711"/>
          <ac:spMkLst>
            <pc:docMk/>
            <pc:sldMk cId="1144352769" sldId="295"/>
            <ac:spMk id="65" creationId="{A8C38624-BFD4-42A4-722B-7B8B90FFDDC2}"/>
          </ac:spMkLst>
        </pc:spChg>
        <pc:spChg chg="add mod">
          <ac:chgData name="JAEYEON KIM" userId="5fd88c3b828d6b87" providerId="LiveId" clId="{4DEEB11C-6F4E-434B-9DEA-240AA84EFB01}" dt="2026-05-26T08:03:02.655" v="1900" actId="164"/>
          <ac:spMkLst>
            <pc:docMk/>
            <pc:sldMk cId="1144352769" sldId="295"/>
            <ac:spMk id="70" creationId="{30090BEB-8B91-3F1E-3349-EFD9655BFCAB}"/>
          </ac:spMkLst>
        </pc:spChg>
        <pc:spChg chg="add mod">
          <ac:chgData name="JAEYEON KIM" userId="5fd88c3b828d6b87" providerId="LiveId" clId="{4DEEB11C-6F4E-434B-9DEA-240AA84EFB01}" dt="2026-05-26T08:03:02.655" v="1900" actId="164"/>
          <ac:spMkLst>
            <pc:docMk/>
            <pc:sldMk cId="1144352769" sldId="295"/>
            <ac:spMk id="73" creationId="{A3F42E0E-BB3C-BC1D-86B1-3CC1A9C3E5B4}"/>
          </ac:spMkLst>
        </pc:spChg>
        <pc:spChg chg="mod">
          <ac:chgData name="JAEYEON KIM" userId="5fd88c3b828d6b87" providerId="LiveId" clId="{4DEEB11C-6F4E-434B-9DEA-240AA84EFB01}" dt="2026-05-26T08:04:03.216" v="1907" actId="164"/>
          <ac:spMkLst>
            <pc:docMk/>
            <pc:sldMk cId="1144352769" sldId="295"/>
            <ac:spMk id="76" creationId="{5952823A-A856-F499-E5DA-1D67D476D4B9}"/>
          </ac:spMkLst>
        </pc:spChg>
        <pc:spChg chg="mod">
          <ac:chgData name="JAEYEON KIM" userId="5fd88c3b828d6b87" providerId="LiveId" clId="{4DEEB11C-6F4E-434B-9DEA-240AA84EFB01}" dt="2026-05-26T08:04:03.216" v="1907" actId="164"/>
          <ac:spMkLst>
            <pc:docMk/>
            <pc:sldMk cId="1144352769" sldId="295"/>
            <ac:spMk id="77" creationId="{BD454C66-9E75-4A6B-77DF-2994B9E666A3}"/>
          </ac:spMkLst>
        </pc:spChg>
        <pc:spChg chg="add mod">
          <ac:chgData name="JAEYEON KIM" userId="5fd88c3b828d6b87" providerId="LiveId" clId="{4DEEB11C-6F4E-434B-9DEA-240AA84EFB01}" dt="2026-05-26T08:04:03.216" v="1907" actId="164"/>
          <ac:spMkLst>
            <pc:docMk/>
            <pc:sldMk cId="1144352769" sldId="295"/>
            <ac:spMk id="78" creationId="{FE34F2C3-65E9-6B18-5AE0-F2C7D2BBA05B}"/>
          </ac:spMkLst>
        </pc:spChg>
        <pc:spChg chg="mod">
          <ac:chgData name="JAEYEON KIM" userId="5fd88c3b828d6b87" providerId="LiveId" clId="{4DEEB11C-6F4E-434B-9DEA-240AA84EFB01}" dt="2026-05-26T08:04:19.803" v="1911" actId="164"/>
          <ac:spMkLst>
            <pc:docMk/>
            <pc:sldMk cId="1144352769" sldId="295"/>
            <ac:spMk id="79" creationId="{E92E4213-B8B2-ED71-1F07-AEEDDE9C5F88}"/>
          </ac:spMkLst>
        </pc:spChg>
        <pc:spChg chg="mod">
          <ac:chgData name="JAEYEON KIM" userId="5fd88c3b828d6b87" providerId="LiveId" clId="{4DEEB11C-6F4E-434B-9DEA-240AA84EFB01}" dt="2026-05-26T08:04:19.803" v="1911" actId="164"/>
          <ac:spMkLst>
            <pc:docMk/>
            <pc:sldMk cId="1144352769" sldId="295"/>
            <ac:spMk id="80" creationId="{372796E5-0F15-B976-A191-6F6DC55D0317}"/>
          </ac:spMkLst>
        </pc:spChg>
        <pc:spChg chg="mod">
          <ac:chgData name="JAEYEON KIM" userId="5fd88c3b828d6b87" providerId="LiveId" clId="{4DEEB11C-6F4E-434B-9DEA-240AA84EFB01}" dt="2026-05-26T08:04:19.803" v="1911" actId="164"/>
          <ac:spMkLst>
            <pc:docMk/>
            <pc:sldMk cId="1144352769" sldId="295"/>
            <ac:spMk id="81" creationId="{2E5AFA0D-6D4D-78E7-9B77-2A50C81C2BF4}"/>
          </ac:spMkLst>
        </pc:spChg>
        <pc:spChg chg="mod">
          <ac:chgData name="JAEYEON KIM" userId="5fd88c3b828d6b87" providerId="LiveId" clId="{4DEEB11C-6F4E-434B-9DEA-240AA84EFB01}" dt="2026-05-26T08:04:19.803" v="1911" actId="164"/>
          <ac:spMkLst>
            <pc:docMk/>
            <pc:sldMk cId="1144352769" sldId="295"/>
            <ac:spMk id="82" creationId="{6201B6CB-A988-3DB2-BB03-F5631894CF8D}"/>
          </ac:spMkLst>
        </pc:spChg>
        <pc:spChg chg="add mod">
          <ac:chgData name="JAEYEON KIM" userId="5fd88c3b828d6b87" providerId="LiveId" clId="{4DEEB11C-6F4E-434B-9DEA-240AA84EFB01}" dt="2026-05-26T08:00:23.947" v="1876"/>
          <ac:spMkLst>
            <pc:docMk/>
            <pc:sldMk cId="1144352769" sldId="295"/>
            <ac:spMk id="83" creationId="{3D2938E4-31A7-1C21-7F69-B91808182D4D}"/>
          </ac:spMkLst>
        </pc:spChg>
        <pc:spChg chg="add mod">
          <ac:chgData name="JAEYEON KIM" userId="5fd88c3b828d6b87" providerId="LiveId" clId="{4DEEB11C-6F4E-434B-9DEA-240AA84EFB01}" dt="2026-05-26T08:00:58.432" v="1881" actId="13822"/>
          <ac:spMkLst>
            <pc:docMk/>
            <pc:sldMk cId="1144352769" sldId="295"/>
            <ac:spMk id="84" creationId="{99481C2E-8A13-C570-2312-F59ED482DFA4}"/>
          </ac:spMkLst>
        </pc:spChg>
        <pc:spChg chg="add mod">
          <ac:chgData name="JAEYEON KIM" userId="5fd88c3b828d6b87" providerId="LiveId" clId="{4DEEB11C-6F4E-434B-9DEA-240AA84EFB01}" dt="2026-05-26T08:00:39.527" v="1878" actId="1076"/>
          <ac:spMkLst>
            <pc:docMk/>
            <pc:sldMk cId="1144352769" sldId="295"/>
            <ac:spMk id="85" creationId="{7670DBAD-EE88-EFEC-438E-603FD7B35D16}"/>
          </ac:spMkLst>
        </pc:spChg>
        <pc:spChg chg="add mod">
          <ac:chgData name="JAEYEON KIM" userId="5fd88c3b828d6b87" providerId="LiveId" clId="{4DEEB11C-6F4E-434B-9DEA-240AA84EFB01}" dt="2026-05-26T08:01:10.003" v="1882" actId="207"/>
          <ac:spMkLst>
            <pc:docMk/>
            <pc:sldMk cId="1144352769" sldId="295"/>
            <ac:spMk id="86" creationId="{3CDFA1B0-4971-6570-A77F-3BF7725C8B46}"/>
          </ac:spMkLst>
        </pc:spChg>
        <pc:grpChg chg="add mod">
          <ac:chgData name="JAEYEON KIM" userId="5fd88c3b828d6b87" providerId="LiveId" clId="{4DEEB11C-6F4E-434B-9DEA-240AA84EFB01}" dt="2026-05-26T05:59:35.530" v="1251"/>
          <ac:grpSpMkLst>
            <pc:docMk/>
            <pc:sldMk cId="1144352769" sldId="295"/>
            <ac:grpSpMk id="2" creationId="{830EBE57-325A-4736-0224-AE1DADCB370D}"/>
          </ac:grpSpMkLst>
        </pc:grpChg>
        <pc:grpChg chg="mod">
          <ac:chgData name="JAEYEON KIM" userId="5fd88c3b828d6b87" providerId="LiveId" clId="{4DEEB11C-6F4E-434B-9DEA-240AA84EFB01}" dt="2026-05-26T05:59:35.530" v="1251"/>
          <ac:grpSpMkLst>
            <pc:docMk/>
            <pc:sldMk cId="1144352769" sldId="295"/>
            <ac:grpSpMk id="3" creationId="{7CE44995-F6E2-51DF-B12E-ED1F87644A46}"/>
          </ac:grpSpMkLst>
        </pc:grpChg>
        <pc:grpChg chg="add mod">
          <ac:chgData name="JAEYEON KIM" userId="5fd88c3b828d6b87" providerId="LiveId" clId="{4DEEB11C-6F4E-434B-9DEA-240AA84EFB01}" dt="2026-05-26T08:02:05.760" v="1894" actId="164"/>
          <ac:grpSpMkLst>
            <pc:docMk/>
            <pc:sldMk cId="1144352769" sldId="295"/>
            <ac:grpSpMk id="87" creationId="{25B1E07D-3B96-1695-7477-A43AFEC26110}"/>
          </ac:grpSpMkLst>
        </pc:grpChg>
        <pc:grpChg chg="add mod">
          <ac:chgData name="JAEYEON KIM" userId="5fd88c3b828d6b87" providerId="LiveId" clId="{4DEEB11C-6F4E-434B-9DEA-240AA84EFB01}" dt="2026-05-26T08:02:31.129" v="1899" actId="164"/>
          <ac:grpSpMkLst>
            <pc:docMk/>
            <pc:sldMk cId="1144352769" sldId="295"/>
            <ac:grpSpMk id="88" creationId="{533FA207-B9C0-9DF3-D159-C46DD55B575C}"/>
          </ac:grpSpMkLst>
        </pc:grpChg>
        <pc:grpChg chg="mod">
          <ac:chgData name="JAEYEON KIM" userId="5fd88c3b828d6b87" providerId="LiveId" clId="{4DEEB11C-6F4E-434B-9DEA-240AA84EFB01}" dt="2026-05-26T08:03:11.476" v="1902" actId="14100"/>
          <ac:grpSpMkLst>
            <pc:docMk/>
            <pc:sldMk cId="1144352769" sldId="295"/>
            <ac:grpSpMk id="89" creationId="{5B57A583-B59F-7A30-8A2D-14AB1B165B75}"/>
          </ac:grpSpMkLst>
        </pc:grpChg>
        <pc:grpChg chg="add mod">
          <ac:chgData name="JAEYEON KIM" userId="5fd88c3b828d6b87" providerId="LiveId" clId="{4DEEB11C-6F4E-434B-9DEA-240AA84EFB01}" dt="2026-05-26T08:04:13.347" v="1910" actId="1076"/>
          <ac:grpSpMkLst>
            <pc:docMk/>
            <pc:sldMk cId="1144352769" sldId="295"/>
            <ac:grpSpMk id="90" creationId="{3A022450-2D8E-7D7A-1617-7BB6A8424372}"/>
          </ac:grpSpMkLst>
        </pc:grpChg>
        <pc:grpChg chg="add mod">
          <ac:chgData name="JAEYEON KIM" userId="5fd88c3b828d6b87" providerId="LiveId" clId="{4DEEB11C-6F4E-434B-9DEA-240AA84EFB01}" dt="2026-05-26T08:04:29.560" v="1913" actId="1076"/>
          <ac:grpSpMkLst>
            <pc:docMk/>
            <pc:sldMk cId="1144352769" sldId="295"/>
            <ac:grpSpMk id="91" creationId="{3E0F19F1-D219-A460-AAB2-CA244EDA2349}"/>
          </ac:grpSpMkLst>
        </pc:grpChg>
      </pc:sldChg>
      <pc:sldChg chg="addSp delSp modSp new mod">
        <pc:chgData name="JAEYEON KIM" userId="5fd88c3b828d6b87" providerId="LiveId" clId="{4DEEB11C-6F4E-434B-9DEA-240AA84EFB01}" dt="2026-05-27T07:04:10.217" v="6080" actId="1076"/>
        <pc:sldMkLst>
          <pc:docMk/>
          <pc:sldMk cId="2162741341" sldId="296"/>
        </pc:sldMkLst>
        <pc:spChg chg="add del">
          <ac:chgData name="JAEYEON KIM" userId="5fd88c3b828d6b87" providerId="LiveId" clId="{4DEEB11C-6F4E-434B-9DEA-240AA84EFB01}" dt="2026-05-26T06:30:09.918" v="1358" actId="22"/>
          <ac:spMkLst>
            <pc:docMk/>
            <pc:sldMk cId="2162741341" sldId="296"/>
            <ac:spMk id="3" creationId="{D464EDCE-2E10-A525-A021-F3E4B03483A9}"/>
          </ac:spMkLst>
        </pc:spChg>
        <pc:spChg chg="mod">
          <ac:chgData name="JAEYEON KIM" userId="5fd88c3b828d6b87" providerId="LiveId" clId="{4DEEB11C-6F4E-434B-9DEA-240AA84EFB01}" dt="2026-05-27T06:42:46.845" v="5883" actId="1076"/>
          <ac:spMkLst>
            <pc:docMk/>
            <pc:sldMk cId="2162741341" sldId="296"/>
            <ac:spMk id="7" creationId="{37EE7CEB-2F65-544C-9B9D-5C03125BA995}"/>
          </ac:spMkLst>
        </pc:spChg>
        <pc:spChg chg="mod">
          <ac:chgData name="JAEYEON KIM" userId="5fd88c3b828d6b87" providerId="LiveId" clId="{4DEEB11C-6F4E-434B-9DEA-240AA84EFB01}" dt="2026-05-27T06:43:21.062" v="5892" actId="164"/>
          <ac:spMkLst>
            <pc:docMk/>
            <pc:sldMk cId="2162741341" sldId="296"/>
            <ac:spMk id="12" creationId="{2DA55843-8F76-35E9-4B4E-24429DA0692A}"/>
          </ac:spMkLst>
        </pc:spChg>
        <pc:spChg chg="mod">
          <ac:chgData name="JAEYEON KIM" userId="5fd88c3b828d6b87" providerId="LiveId" clId="{4DEEB11C-6F4E-434B-9DEA-240AA84EFB01}" dt="2026-05-27T06:43:21.062" v="5892" actId="164"/>
          <ac:spMkLst>
            <pc:docMk/>
            <pc:sldMk cId="2162741341" sldId="296"/>
            <ac:spMk id="13" creationId="{7D577393-3A17-7A03-A1FF-7339272E39C6}"/>
          </ac:spMkLst>
        </pc:spChg>
        <pc:spChg chg="mod">
          <ac:chgData name="JAEYEON KIM" userId="5fd88c3b828d6b87" providerId="LiveId" clId="{4DEEB11C-6F4E-434B-9DEA-240AA84EFB01}" dt="2026-05-27T06:43:21.062" v="5892" actId="164"/>
          <ac:spMkLst>
            <pc:docMk/>
            <pc:sldMk cId="2162741341" sldId="296"/>
            <ac:spMk id="14" creationId="{4F83A929-6830-6F7C-E401-F05BCD567B72}"/>
          </ac:spMkLst>
        </pc:spChg>
        <pc:spChg chg="mod">
          <ac:chgData name="JAEYEON KIM" userId="5fd88c3b828d6b87" providerId="LiveId" clId="{4DEEB11C-6F4E-434B-9DEA-240AA84EFB01}" dt="2026-05-27T06:43:21.062" v="5892" actId="164"/>
          <ac:spMkLst>
            <pc:docMk/>
            <pc:sldMk cId="2162741341" sldId="296"/>
            <ac:spMk id="15" creationId="{1B1FBB0A-5F90-BD38-15A0-4A79E088552C}"/>
          </ac:spMkLst>
        </pc:spChg>
        <pc:spChg chg="mod">
          <ac:chgData name="JAEYEON KIM" userId="5fd88c3b828d6b87" providerId="LiveId" clId="{4DEEB11C-6F4E-434B-9DEA-240AA84EFB01}" dt="2026-05-27T06:43:21.062" v="5892" actId="164"/>
          <ac:spMkLst>
            <pc:docMk/>
            <pc:sldMk cId="2162741341" sldId="296"/>
            <ac:spMk id="17" creationId="{21CB09E9-49B7-BB59-6ED8-10FB135864CE}"/>
          </ac:spMkLst>
        </pc:spChg>
        <pc:spChg chg="mod">
          <ac:chgData name="JAEYEON KIM" userId="5fd88c3b828d6b87" providerId="LiveId" clId="{4DEEB11C-6F4E-434B-9DEA-240AA84EFB01}" dt="2026-05-27T06:43:21.062" v="5892" actId="164"/>
          <ac:spMkLst>
            <pc:docMk/>
            <pc:sldMk cId="2162741341" sldId="296"/>
            <ac:spMk id="19" creationId="{600E81D4-7D43-C4AD-C8EA-C9A30EF4500F}"/>
          </ac:spMkLst>
        </pc:spChg>
        <pc:spChg chg="mod">
          <ac:chgData name="JAEYEON KIM" userId="5fd88c3b828d6b87" providerId="LiveId" clId="{4DEEB11C-6F4E-434B-9DEA-240AA84EFB01}" dt="2026-05-27T06:43:21.062" v="5892" actId="164"/>
          <ac:spMkLst>
            <pc:docMk/>
            <pc:sldMk cId="2162741341" sldId="296"/>
            <ac:spMk id="20" creationId="{F034A0E5-08FA-3700-A3E6-2ECCA9A5CD55}"/>
          </ac:spMkLst>
        </pc:spChg>
        <pc:spChg chg="mod">
          <ac:chgData name="JAEYEON KIM" userId="5fd88c3b828d6b87" providerId="LiveId" clId="{4DEEB11C-6F4E-434B-9DEA-240AA84EFB01}" dt="2026-05-27T06:43:21.062" v="5892" actId="164"/>
          <ac:spMkLst>
            <pc:docMk/>
            <pc:sldMk cId="2162741341" sldId="296"/>
            <ac:spMk id="21" creationId="{EF0E10C3-2B85-5485-11CF-D916EC67B601}"/>
          </ac:spMkLst>
        </pc:spChg>
        <pc:spChg chg="mod">
          <ac:chgData name="JAEYEON KIM" userId="5fd88c3b828d6b87" providerId="LiveId" clId="{4DEEB11C-6F4E-434B-9DEA-240AA84EFB01}" dt="2026-05-27T06:43:21.062" v="5892" actId="164"/>
          <ac:spMkLst>
            <pc:docMk/>
            <pc:sldMk cId="2162741341" sldId="296"/>
            <ac:spMk id="25" creationId="{41769E60-EB22-CD3C-7DE8-7B52DD3D0BEA}"/>
          </ac:spMkLst>
        </pc:spChg>
        <pc:spChg chg="mod">
          <ac:chgData name="JAEYEON KIM" userId="5fd88c3b828d6b87" providerId="LiveId" clId="{4DEEB11C-6F4E-434B-9DEA-240AA84EFB01}" dt="2026-05-27T06:43:21.062" v="5892" actId="164"/>
          <ac:spMkLst>
            <pc:docMk/>
            <pc:sldMk cId="2162741341" sldId="296"/>
            <ac:spMk id="26" creationId="{CCFEA9BC-2156-AF0E-8D58-2C5C8360C3FE}"/>
          </ac:spMkLst>
        </pc:spChg>
        <pc:spChg chg="mod">
          <ac:chgData name="JAEYEON KIM" userId="5fd88c3b828d6b87" providerId="LiveId" clId="{4DEEB11C-6F4E-434B-9DEA-240AA84EFB01}" dt="2026-05-26T06:48:18.983" v="1360" actId="27803"/>
          <ac:spMkLst>
            <pc:docMk/>
            <pc:sldMk cId="2162741341" sldId="296"/>
            <ac:spMk id="67" creationId="{DC981482-C734-67A9-C759-AB003CD88205}"/>
          </ac:spMkLst>
        </pc:spChg>
        <pc:spChg chg="mod">
          <ac:chgData name="JAEYEON KIM" userId="5fd88c3b828d6b87" providerId="LiveId" clId="{4DEEB11C-6F4E-434B-9DEA-240AA84EFB01}" dt="2026-05-26T06:48:18.983" v="1360" actId="27803"/>
          <ac:spMkLst>
            <pc:docMk/>
            <pc:sldMk cId="2162741341" sldId="296"/>
            <ac:spMk id="78" creationId="{B1233B3D-1531-8116-5767-8CED9B84F0B2}"/>
          </ac:spMkLst>
        </pc:spChg>
        <pc:spChg chg="mod">
          <ac:chgData name="JAEYEON KIM" userId="5fd88c3b828d6b87" providerId="LiveId" clId="{4DEEB11C-6F4E-434B-9DEA-240AA84EFB01}" dt="2026-05-26T06:48:18.983" v="1360" actId="27803"/>
          <ac:spMkLst>
            <pc:docMk/>
            <pc:sldMk cId="2162741341" sldId="296"/>
            <ac:spMk id="97" creationId="{4EDB9D40-EE0A-389A-FFC7-BE873EB9BACA}"/>
          </ac:spMkLst>
        </pc:spChg>
        <pc:spChg chg="mod">
          <ac:chgData name="JAEYEON KIM" userId="5fd88c3b828d6b87" providerId="LiveId" clId="{4DEEB11C-6F4E-434B-9DEA-240AA84EFB01}" dt="2026-05-26T06:48:18.983" v="1360" actId="27803"/>
          <ac:spMkLst>
            <pc:docMk/>
            <pc:sldMk cId="2162741341" sldId="296"/>
            <ac:spMk id="107" creationId="{8AFA7941-E9FE-B2F2-A203-8A73E86829DC}"/>
          </ac:spMkLst>
        </pc:spChg>
        <pc:spChg chg="mod">
          <ac:chgData name="JAEYEON KIM" userId="5fd88c3b828d6b87" providerId="LiveId" clId="{4DEEB11C-6F4E-434B-9DEA-240AA84EFB01}" dt="2026-05-26T06:48:18.983" v="1360" actId="27803"/>
          <ac:spMkLst>
            <pc:docMk/>
            <pc:sldMk cId="2162741341" sldId="296"/>
            <ac:spMk id="121" creationId="{AA179451-6B0F-D7E3-980D-C9372DE1E437}"/>
          </ac:spMkLst>
        </pc:spChg>
        <pc:spChg chg="mod">
          <ac:chgData name="JAEYEON KIM" userId="5fd88c3b828d6b87" providerId="LiveId" clId="{4DEEB11C-6F4E-434B-9DEA-240AA84EFB01}" dt="2026-05-27T07:03:05.621" v="6073" actId="20577"/>
          <ac:spMkLst>
            <pc:docMk/>
            <pc:sldMk cId="2162741341" sldId="296"/>
            <ac:spMk id="142" creationId="{25DB22B0-9583-2C55-D281-1BE42EC71F7F}"/>
          </ac:spMkLst>
        </pc:spChg>
        <pc:spChg chg="mod">
          <ac:chgData name="JAEYEON KIM" userId="5fd88c3b828d6b87" providerId="LiveId" clId="{4DEEB11C-6F4E-434B-9DEA-240AA84EFB01}" dt="2026-05-27T07:04:10.217" v="6080" actId="1076"/>
          <ac:spMkLst>
            <pc:docMk/>
            <pc:sldMk cId="2162741341" sldId="296"/>
            <ac:spMk id="146" creationId="{F857D230-3795-8565-3A9A-CF04868EC940}"/>
          </ac:spMkLst>
        </pc:spChg>
        <pc:spChg chg="mod">
          <ac:chgData name="JAEYEON KIM" userId="5fd88c3b828d6b87" providerId="LiveId" clId="{4DEEB11C-6F4E-434B-9DEA-240AA84EFB01}" dt="2026-05-26T06:48:18.983" v="1360" actId="27803"/>
          <ac:spMkLst>
            <pc:docMk/>
            <pc:sldMk cId="2162741341" sldId="296"/>
            <ac:spMk id="161" creationId="{C08AF646-33F6-48B7-5ED7-C8BC5AC493FF}"/>
          </ac:spMkLst>
        </pc:spChg>
        <pc:spChg chg="mod topLvl">
          <ac:chgData name="JAEYEON KIM" userId="5fd88c3b828d6b87" providerId="LiveId" clId="{4DEEB11C-6F4E-434B-9DEA-240AA84EFB01}" dt="2026-05-27T07:03:20.019" v="6076" actId="165"/>
          <ac:spMkLst>
            <pc:docMk/>
            <pc:sldMk cId="2162741341" sldId="296"/>
            <ac:spMk id="168" creationId="{95CDEAEE-72B0-1BF1-B81E-719A47393E3E}"/>
          </ac:spMkLst>
        </pc:spChg>
        <pc:spChg chg="mod topLvl">
          <ac:chgData name="JAEYEON KIM" userId="5fd88c3b828d6b87" providerId="LiveId" clId="{4DEEB11C-6F4E-434B-9DEA-240AA84EFB01}" dt="2026-05-27T07:03:20.019" v="6076" actId="165"/>
          <ac:spMkLst>
            <pc:docMk/>
            <pc:sldMk cId="2162741341" sldId="296"/>
            <ac:spMk id="169" creationId="{9F25C8B9-68A3-F3FC-FFE7-6D65F0C66EB7}"/>
          </ac:spMkLst>
        </pc:spChg>
        <pc:spChg chg="mod topLvl">
          <ac:chgData name="JAEYEON KIM" userId="5fd88c3b828d6b87" providerId="LiveId" clId="{4DEEB11C-6F4E-434B-9DEA-240AA84EFB01}" dt="2026-05-27T07:03:28.985" v="6079" actId="1076"/>
          <ac:spMkLst>
            <pc:docMk/>
            <pc:sldMk cId="2162741341" sldId="296"/>
            <ac:spMk id="170" creationId="{C17B5CD3-6E4C-13A3-A5B4-4AFFC6994750}"/>
          </ac:spMkLst>
        </pc:spChg>
        <pc:spChg chg="mod">
          <ac:chgData name="JAEYEON KIM" userId="5fd88c3b828d6b87" providerId="LiveId" clId="{4DEEB11C-6F4E-434B-9DEA-240AA84EFB01}" dt="2026-05-26T06:48:18.983" v="1360" actId="27803"/>
          <ac:spMkLst>
            <pc:docMk/>
            <pc:sldMk cId="2162741341" sldId="296"/>
            <ac:spMk id="304" creationId="{6AE261C6-D0FF-6C79-F8B6-89BF0E3D5C93}"/>
          </ac:spMkLst>
        </pc:spChg>
        <pc:spChg chg="mod">
          <ac:chgData name="JAEYEON KIM" userId="5fd88c3b828d6b87" providerId="LiveId" clId="{4DEEB11C-6F4E-434B-9DEA-240AA84EFB01}" dt="2026-05-26T06:48:18.983" v="1360" actId="27803"/>
          <ac:spMkLst>
            <pc:docMk/>
            <pc:sldMk cId="2162741341" sldId="296"/>
            <ac:spMk id="336" creationId="{2416EB16-1C63-CC26-0620-CCE4090AECB5}"/>
          </ac:spMkLst>
        </pc:spChg>
        <pc:spChg chg="mod">
          <ac:chgData name="JAEYEON KIM" userId="5fd88c3b828d6b87" providerId="LiveId" clId="{4DEEB11C-6F4E-434B-9DEA-240AA84EFB01}" dt="2026-05-26T06:48:18.983" v="1360" actId="27803"/>
          <ac:spMkLst>
            <pc:docMk/>
            <pc:sldMk cId="2162741341" sldId="296"/>
            <ac:spMk id="354" creationId="{089E49D4-E490-6269-930B-87DDC662E56C}"/>
          </ac:spMkLst>
        </pc:spChg>
        <pc:grpChg chg="add mod">
          <ac:chgData name="JAEYEON KIM" userId="5fd88c3b828d6b87" providerId="LiveId" clId="{4DEEB11C-6F4E-434B-9DEA-240AA84EFB01}" dt="2026-05-27T06:28:16.086" v="5780" actId="1076"/>
          <ac:grpSpMkLst>
            <pc:docMk/>
            <pc:sldMk cId="2162741341" sldId="296"/>
            <ac:grpSpMk id="2" creationId="{B53D1C7E-F889-2932-9B15-CCC9B9A058D6}"/>
          </ac:grpSpMkLst>
        </pc:grpChg>
        <pc:grpChg chg="mod">
          <ac:chgData name="JAEYEON KIM" userId="5fd88c3b828d6b87" providerId="LiveId" clId="{4DEEB11C-6F4E-434B-9DEA-240AA84EFB01}" dt="2026-05-27T06:28:10.300" v="5778" actId="164"/>
          <ac:grpSpMkLst>
            <pc:docMk/>
            <pc:sldMk cId="2162741341" sldId="296"/>
            <ac:grpSpMk id="139" creationId="{4EC50727-9E7F-57A8-BE97-FC201BDF573D}"/>
          </ac:grpSpMkLst>
        </pc:grpChg>
        <pc:grpChg chg="mod">
          <ac:chgData name="JAEYEON KIM" userId="5fd88c3b828d6b87" providerId="LiveId" clId="{4DEEB11C-6F4E-434B-9DEA-240AA84EFB01}" dt="2026-05-27T06:28:10.300" v="5778" actId="164"/>
          <ac:grpSpMkLst>
            <pc:docMk/>
            <pc:sldMk cId="2162741341" sldId="296"/>
            <ac:grpSpMk id="143" creationId="{243F4F2B-D9DD-46FC-CD4E-B7703921D38F}"/>
          </ac:grpSpMkLst>
        </pc:grpChg>
        <pc:grpChg chg="mod">
          <ac:chgData name="JAEYEON KIM" userId="5fd88c3b828d6b87" providerId="LiveId" clId="{4DEEB11C-6F4E-434B-9DEA-240AA84EFB01}" dt="2026-05-27T06:28:10.300" v="5778" actId="164"/>
          <ac:grpSpMkLst>
            <pc:docMk/>
            <pc:sldMk cId="2162741341" sldId="296"/>
            <ac:grpSpMk id="147" creationId="{7AED27BD-15F1-DC39-0E0D-5891E8CA1891}"/>
          </ac:grpSpMkLst>
        </pc:grpChg>
        <pc:grpChg chg="mod">
          <ac:chgData name="JAEYEON KIM" userId="5fd88c3b828d6b87" providerId="LiveId" clId="{4DEEB11C-6F4E-434B-9DEA-240AA84EFB01}" dt="2026-05-27T06:28:10.300" v="5778" actId="164"/>
          <ac:grpSpMkLst>
            <pc:docMk/>
            <pc:sldMk cId="2162741341" sldId="296"/>
            <ac:grpSpMk id="151" creationId="{C89DA3EF-6B4D-C466-1F0A-B97DE9C7B9BC}"/>
          </ac:grpSpMkLst>
        </pc:grpChg>
        <pc:grpChg chg="mod">
          <ac:chgData name="JAEYEON KIM" userId="5fd88c3b828d6b87" providerId="LiveId" clId="{4DEEB11C-6F4E-434B-9DEA-240AA84EFB01}" dt="2026-05-27T07:03:09.088" v="6074" actId="1076"/>
          <ac:grpSpMkLst>
            <pc:docMk/>
            <pc:sldMk cId="2162741341" sldId="296"/>
            <ac:grpSpMk id="163" creationId="{AAE9ABBD-60EC-2F9F-BE84-8F60ACA4DC0E}"/>
          </ac:grpSpMkLst>
        </pc:grpChg>
        <pc:grpChg chg="del">
          <ac:chgData name="JAEYEON KIM" userId="5fd88c3b828d6b87" providerId="LiveId" clId="{4DEEB11C-6F4E-434B-9DEA-240AA84EFB01}" dt="2026-05-27T07:03:20.019" v="6076" actId="165"/>
          <ac:grpSpMkLst>
            <pc:docMk/>
            <pc:sldMk cId="2162741341" sldId="296"/>
            <ac:grpSpMk id="167" creationId="{4DBFFB7B-0DFA-423E-AFAD-0F45CBEAA048}"/>
          </ac:grpSpMkLst>
        </pc:grpChg>
        <pc:picChg chg="add mod">
          <ac:chgData name="JAEYEON KIM" userId="5fd88c3b828d6b87" providerId="LiveId" clId="{4DEEB11C-6F4E-434B-9DEA-240AA84EFB01}" dt="2026-05-26T06:47:53.770" v="1359" actId="931"/>
          <ac:picMkLst>
            <pc:docMk/>
            <pc:sldMk cId="2162741341" sldId="296"/>
            <ac:picMk id="5" creationId="{C7A9AAF6-3DBE-423D-E663-4DC935EDB00C}"/>
          </ac:picMkLst>
        </pc:picChg>
      </pc:sldChg>
      <pc:sldChg chg="addSp modSp new mod">
        <pc:chgData name="JAEYEON KIM" userId="5fd88c3b828d6b87" providerId="LiveId" clId="{4DEEB11C-6F4E-434B-9DEA-240AA84EFB01}" dt="2026-05-26T06:48:41.976" v="1366" actId="931"/>
        <pc:sldMkLst>
          <pc:docMk/>
          <pc:sldMk cId="4274247667" sldId="297"/>
        </pc:sldMkLst>
        <pc:picChg chg="add mod">
          <ac:chgData name="JAEYEON KIM" userId="5fd88c3b828d6b87" providerId="LiveId" clId="{4DEEB11C-6F4E-434B-9DEA-240AA84EFB01}" dt="2026-05-26T06:48:41.976" v="1366" actId="931"/>
          <ac:picMkLst>
            <pc:docMk/>
            <pc:sldMk cId="4274247667" sldId="297"/>
            <ac:picMk id="3" creationId="{A7D50215-F7BA-290A-BC9D-39EF70B48517}"/>
          </ac:picMkLst>
        </pc:picChg>
      </pc:sldChg>
      <pc:sldChg chg="addSp delSp modSp add mod">
        <pc:chgData name="JAEYEON KIM" userId="5fd88c3b828d6b87" providerId="LiveId" clId="{4DEEB11C-6F4E-434B-9DEA-240AA84EFB01}" dt="2026-05-27T05:45:23.004" v="5472" actId="27803"/>
        <pc:sldMkLst>
          <pc:docMk/>
          <pc:sldMk cId="2565833911" sldId="298"/>
        </pc:sldMkLst>
        <pc:spChg chg="mod">
          <ac:chgData name="JAEYEON KIM" userId="5fd88c3b828d6b87" providerId="LiveId" clId="{4DEEB11C-6F4E-434B-9DEA-240AA84EFB01}" dt="2026-05-27T05:45:23.004" v="5472" actId="27803"/>
          <ac:spMkLst>
            <pc:docMk/>
            <pc:sldMk cId="2565833911" sldId="298"/>
            <ac:spMk id="28" creationId="{E76EBF8A-1E7A-F60D-21B7-3679C4664CD9}"/>
          </ac:spMkLst>
        </pc:spChg>
        <pc:spChg chg="mod">
          <ac:chgData name="JAEYEON KIM" userId="5fd88c3b828d6b87" providerId="LiveId" clId="{4DEEB11C-6F4E-434B-9DEA-240AA84EFB01}" dt="2026-05-27T05:45:23.004" v="5472" actId="27803"/>
          <ac:spMkLst>
            <pc:docMk/>
            <pc:sldMk cId="2565833911" sldId="298"/>
            <ac:spMk id="182" creationId="{7D4A63A2-8CC4-9816-2171-FA5268EB67A0}"/>
          </ac:spMkLst>
        </pc:spChg>
        <pc:spChg chg="mod">
          <ac:chgData name="JAEYEON KIM" userId="5fd88c3b828d6b87" providerId="LiveId" clId="{4DEEB11C-6F4E-434B-9DEA-240AA84EFB01}" dt="2026-05-27T05:45:23.004" v="5472" actId="27803"/>
          <ac:spMkLst>
            <pc:docMk/>
            <pc:sldMk cId="2565833911" sldId="298"/>
            <ac:spMk id="209" creationId="{5D2777F2-ED9A-610F-0707-6735B450E9ED}"/>
          </ac:spMkLst>
        </pc:spChg>
        <pc:spChg chg="mod">
          <ac:chgData name="JAEYEON KIM" userId="5fd88c3b828d6b87" providerId="LiveId" clId="{4DEEB11C-6F4E-434B-9DEA-240AA84EFB01}" dt="2026-05-27T05:45:23.004" v="5472" actId="27803"/>
          <ac:spMkLst>
            <pc:docMk/>
            <pc:sldMk cId="2565833911" sldId="298"/>
            <ac:spMk id="283" creationId="{229210FA-4CDD-A642-97C3-12255576B9DD}"/>
          </ac:spMkLst>
        </pc:spChg>
        <pc:spChg chg="mod">
          <ac:chgData name="JAEYEON KIM" userId="5fd88c3b828d6b87" providerId="LiveId" clId="{4DEEB11C-6F4E-434B-9DEA-240AA84EFB01}" dt="2026-05-27T05:45:23.004" v="5472" actId="27803"/>
          <ac:spMkLst>
            <pc:docMk/>
            <pc:sldMk cId="2565833911" sldId="298"/>
            <ac:spMk id="287" creationId="{7073B0C3-24AF-4AC8-3130-1515E1A363BE}"/>
          </ac:spMkLst>
        </pc:spChg>
        <pc:spChg chg="mod">
          <ac:chgData name="JAEYEON KIM" userId="5fd88c3b828d6b87" providerId="LiveId" clId="{4DEEB11C-6F4E-434B-9DEA-240AA84EFB01}" dt="2026-05-27T05:45:23.004" v="5472" actId="27803"/>
          <ac:spMkLst>
            <pc:docMk/>
            <pc:sldMk cId="2565833911" sldId="298"/>
            <ac:spMk id="316" creationId="{B02060D4-5BAD-0AA4-557B-9020A2DD9060}"/>
          </ac:spMkLst>
        </pc:spChg>
        <pc:spChg chg="mod">
          <ac:chgData name="JAEYEON KIM" userId="5fd88c3b828d6b87" providerId="LiveId" clId="{4DEEB11C-6F4E-434B-9DEA-240AA84EFB01}" dt="2026-05-27T05:45:23.004" v="5472" actId="27803"/>
          <ac:spMkLst>
            <pc:docMk/>
            <pc:sldMk cId="2565833911" sldId="298"/>
            <ac:spMk id="351" creationId="{548DB7A0-F2AB-A860-494C-438B271DC17C}"/>
          </ac:spMkLst>
        </pc:spChg>
        <pc:spChg chg="mod">
          <ac:chgData name="JAEYEON KIM" userId="5fd88c3b828d6b87" providerId="LiveId" clId="{4DEEB11C-6F4E-434B-9DEA-240AA84EFB01}" dt="2026-05-27T05:45:23.004" v="5472" actId="27803"/>
          <ac:spMkLst>
            <pc:docMk/>
            <pc:sldMk cId="2565833911" sldId="298"/>
            <ac:spMk id="360" creationId="{CB498D43-1943-2C03-76EB-ECAC98D667EC}"/>
          </ac:spMkLst>
        </pc:spChg>
        <pc:spChg chg="mod">
          <ac:chgData name="JAEYEON KIM" userId="5fd88c3b828d6b87" providerId="LiveId" clId="{4DEEB11C-6F4E-434B-9DEA-240AA84EFB01}" dt="2026-05-27T05:45:23.004" v="5472" actId="27803"/>
          <ac:spMkLst>
            <pc:docMk/>
            <pc:sldMk cId="2565833911" sldId="298"/>
            <ac:spMk id="388" creationId="{651EF6DA-5143-4D8C-61B1-4EEA305FE3F0}"/>
          </ac:spMkLst>
        </pc:spChg>
        <pc:spChg chg="mod">
          <ac:chgData name="JAEYEON KIM" userId="5fd88c3b828d6b87" providerId="LiveId" clId="{4DEEB11C-6F4E-434B-9DEA-240AA84EFB01}" dt="2026-05-27T05:45:23.004" v="5472" actId="27803"/>
          <ac:spMkLst>
            <pc:docMk/>
            <pc:sldMk cId="2565833911" sldId="298"/>
            <ac:spMk id="400" creationId="{A2E0AF7A-E7A8-197B-4C86-EDCD5B13654A}"/>
          </ac:spMkLst>
        </pc:spChg>
        <pc:picChg chg="add mod">
          <ac:chgData name="JAEYEON KIM" userId="5fd88c3b828d6b87" providerId="LiveId" clId="{4DEEB11C-6F4E-434B-9DEA-240AA84EFB01}" dt="2026-05-26T06:48:50.580" v="1367" actId="931"/>
          <ac:picMkLst>
            <pc:docMk/>
            <pc:sldMk cId="2565833911" sldId="298"/>
            <ac:picMk id="3" creationId="{6B54FC5F-80E2-65C6-98DA-4811E791C254}"/>
          </ac:picMkLst>
        </pc:picChg>
      </pc:sldChg>
      <pc:sldChg chg="addSp modSp add mod">
        <pc:chgData name="JAEYEON KIM" userId="5fd88c3b828d6b87" providerId="LiveId" clId="{4DEEB11C-6F4E-434B-9DEA-240AA84EFB01}" dt="2026-05-26T06:48:58.673" v="1368" actId="931"/>
        <pc:sldMkLst>
          <pc:docMk/>
          <pc:sldMk cId="3130665599" sldId="299"/>
        </pc:sldMkLst>
        <pc:picChg chg="add mod">
          <ac:chgData name="JAEYEON KIM" userId="5fd88c3b828d6b87" providerId="LiveId" clId="{4DEEB11C-6F4E-434B-9DEA-240AA84EFB01}" dt="2026-05-26T06:48:58.673" v="1368" actId="931"/>
          <ac:picMkLst>
            <pc:docMk/>
            <pc:sldMk cId="3130665599" sldId="299"/>
            <ac:picMk id="3" creationId="{A73676F5-2ECC-BB7C-3AC4-70A4BA311A40}"/>
          </ac:picMkLst>
        </pc:picChg>
      </pc:sldChg>
      <pc:sldChg chg="addSp modSp add mod">
        <pc:chgData name="JAEYEON KIM" userId="5fd88c3b828d6b87" providerId="LiveId" clId="{4DEEB11C-6F4E-434B-9DEA-240AA84EFB01}" dt="2026-05-26T06:49:06.019" v="1369" actId="931"/>
        <pc:sldMkLst>
          <pc:docMk/>
          <pc:sldMk cId="3306338290" sldId="300"/>
        </pc:sldMkLst>
        <pc:picChg chg="add mod">
          <ac:chgData name="JAEYEON KIM" userId="5fd88c3b828d6b87" providerId="LiveId" clId="{4DEEB11C-6F4E-434B-9DEA-240AA84EFB01}" dt="2026-05-26T06:49:06.019" v="1369" actId="931"/>
          <ac:picMkLst>
            <pc:docMk/>
            <pc:sldMk cId="3306338290" sldId="300"/>
            <ac:picMk id="3" creationId="{8EE1CF2F-5A2F-1779-DF59-C1972ED3E44D}"/>
          </ac:picMkLst>
        </pc:picChg>
      </pc:sldChg>
      <pc:sldChg chg="addSp delSp modSp add mod">
        <pc:chgData name="JAEYEON KIM" userId="5fd88c3b828d6b87" providerId="LiveId" clId="{4DEEB11C-6F4E-434B-9DEA-240AA84EFB01}" dt="2026-05-27T06:41:41.149" v="5875" actId="164"/>
        <pc:sldMkLst>
          <pc:docMk/>
          <pc:sldMk cId="196341016" sldId="301"/>
        </pc:sldMkLst>
        <pc:spChg chg="mod">
          <ac:chgData name="JAEYEON KIM" userId="5fd88c3b828d6b87" providerId="LiveId" clId="{4DEEB11C-6F4E-434B-9DEA-240AA84EFB01}" dt="2026-05-27T06:41:21.693" v="5874" actId="1076"/>
          <ac:spMkLst>
            <pc:docMk/>
            <pc:sldMk cId="196341016" sldId="301"/>
            <ac:spMk id="4" creationId="{B719A5ED-76AE-B787-8F34-3FB79DAE95B5}"/>
          </ac:spMkLst>
        </pc:spChg>
        <pc:spChg chg="mod">
          <ac:chgData name="JAEYEON KIM" userId="5fd88c3b828d6b87" providerId="LiveId" clId="{4DEEB11C-6F4E-434B-9DEA-240AA84EFB01}" dt="2026-05-27T06:41:11.830" v="5871" actId="1076"/>
          <ac:spMkLst>
            <pc:docMk/>
            <pc:sldMk cId="196341016" sldId="301"/>
            <ac:spMk id="8" creationId="{FEB065D1-818B-010D-6B9F-85615E5BF3C2}"/>
          </ac:spMkLst>
        </pc:spChg>
        <pc:spChg chg="mod">
          <ac:chgData name="JAEYEON KIM" userId="5fd88c3b828d6b87" providerId="LiveId" clId="{4DEEB11C-6F4E-434B-9DEA-240AA84EFB01}" dt="2026-05-27T06:41:41.149" v="5875" actId="164"/>
          <ac:spMkLst>
            <pc:docMk/>
            <pc:sldMk cId="196341016" sldId="301"/>
            <ac:spMk id="9" creationId="{6D5F21E3-09EE-B357-A317-F06078649397}"/>
          </ac:spMkLst>
        </pc:spChg>
        <pc:spChg chg="mod">
          <ac:chgData name="JAEYEON KIM" userId="5fd88c3b828d6b87" providerId="LiveId" clId="{4DEEB11C-6F4E-434B-9DEA-240AA84EFB01}" dt="2026-05-27T06:41:41.149" v="5875" actId="164"/>
          <ac:spMkLst>
            <pc:docMk/>
            <pc:sldMk cId="196341016" sldId="301"/>
            <ac:spMk id="10" creationId="{03108310-B958-3CDC-244F-B2CD84D38A0F}"/>
          </ac:spMkLst>
        </pc:spChg>
        <pc:spChg chg="mod">
          <ac:chgData name="JAEYEON KIM" userId="5fd88c3b828d6b87" providerId="LiveId" clId="{4DEEB11C-6F4E-434B-9DEA-240AA84EFB01}" dt="2026-05-27T06:40:55.240" v="5869" actId="164"/>
          <ac:spMkLst>
            <pc:docMk/>
            <pc:sldMk cId="196341016" sldId="301"/>
            <ac:spMk id="11" creationId="{5D040BD0-60C6-8FA2-FE68-5F72B99A61E3}"/>
          </ac:spMkLst>
        </pc:spChg>
        <pc:spChg chg="mod">
          <ac:chgData name="JAEYEON KIM" userId="5fd88c3b828d6b87" providerId="LiveId" clId="{4DEEB11C-6F4E-434B-9DEA-240AA84EFB01}" dt="2026-05-27T06:41:41.149" v="5875" actId="164"/>
          <ac:spMkLst>
            <pc:docMk/>
            <pc:sldMk cId="196341016" sldId="301"/>
            <ac:spMk id="13" creationId="{45168FF0-CABB-5492-98F7-B5838F2321B9}"/>
          </ac:spMkLst>
        </pc:spChg>
        <pc:spChg chg="mod">
          <ac:chgData name="JAEYEON KIM" userId="5fd88c3b828d6b87" providerId="LiveId" clId="{4DEEB11C-6F4E-434B-9DEA-240AA84EFB01}" dt="2026-05-27T06:40:55.240" v="5869" actId="164"/>
          <ac:spMkLst>
            <pc:docMk/>
            <pc:sldMk cId="196341016" sldId="301"/>
            <ac:spMk id="14" creationId="{1F8CB910-D695-64C4-4DE7-E8C4411838A2}"/>
          </ac:spMkLst>
        </pc:spChg>
        <pc:spChg chg="mod">
          <ac:chgData name="JAEYEON KIM" userId="5fd88c3b828d6b87" providerId="LiveId" clId="{4DEEB11C-6F4E-434B-9DEA-240AA84EFB01}" dt="2026-05-27T06:41:41.149" v="5875" actId="164"/>
          <ac:spMkLst>
            <pc:docMk/>
            <pc:sldMk cId="196341016" sldId="301"/>
            <ac:spMk id="15" creationId="{59C00AB5-9D83-056C-2F0A-E85561127CC5}"/>
          </ac:spMkLst>
        </pc:spChg>
        <pc:spChg chg="mod">
          <ac:chgData name="JAEYEON KIM" userId="5fd88c3b828d6b87" providerId="LiveId" clId="{4DEEB11C-6F4E-434B-9DEA-240AA84EFB01}" dt="2026-05-27T06:41:41.149" v="5875" actId="164"/>
          <ac:spMkLst>
            <pc:docMk/>
            <pc:sldMk cId="196341016" sldId="301"/>
            <ac:spMk id="16" creationId="{4F293E4E-1B81-7B7B-9542-8A8FC6A02D5D}"/>
          </ac:spMkLst>
        </pc:spChg>
        <pc:spChg chg="mod">
          <ac:chgData name="JAEYEON KIM" userId="5fd88c3b828d6b87" providerId="LiveId" clId="{4DEEB11C-6F4E-434B-9DEA-240AA84EFB01}" dt="2026-05-27T06:40:55.240" v="5869" actId="164"/>
          <ac:spMkLst>
            <pc:docMk/>
            <pc:sldMk cId="196341016" sldId="301"/>
            <ac:spMk id="17" creationId="{04200F97-E4AD-D090-271D-77899600CC61}"/>
          </ac:spMkLst>
        </pc:spChg>
        <pc:spChg chg="mod">
          <ac:chgData name="JAEYEON KIM" userId="5fd88c3b828d6b87" providerId="LiveId" clId="{4DEEB11C-6F4E-434B-9DEA-240AA84EFB01}" dt="2026-05-27T06:40:55.240" v="5869" actId="164"/>
          <ac:spMkLst>
            <pc:docMk/>
            <pc:sldMk cId="196341016" sldId="301"/>
            <ac:spMk id="18" creationId="{20DD0625-5AED-C1AA-8FE7-FF06F14BBB20}"/>
          </ac:spMkLst>
        </pc:spChg>
        <pc:spChg chg="mod">
          <ac:chgData name="JAEYEON KIM" userId="5fd88c3b828d6b87" providerId="LiveId" clId="{4DEEB11C-6F4E-434B-9DEA-240AA84EFB01}" dt="2026-05-27T06:41:41.149" v="5875" actId="164"/>
          <ac:spMkLst>
            <pc:docMk/>
            <pc:sldMk cId="196341016" sldId="301"/>
            <ac:spMk id="19" creationId="{315A4D56-87C4-2BB1-ED81-4C5C74D36AA8}"/>
          </ac:spMkLst>
        </pc:spChg>
        <pc:spChg chg="mod">
          <ac:chgData name="JAEYEON KIM" userId="5fd88c3b828d6b87" providerId="LiveId" clId="{4DEEB11C-6F4E-434B-9DEA-240AA84EFB01}" dt="2026-05-27T06:41:41.149" v="5875" actId="164"/>
          <ac:spMkLst>
            <pc:docMk/>
            <pc:sldMk cId="196341016" sldId="301"/>
            <ac:spMk id="20" creationId="{89D61602-079F-6B65-2FDE-34A1CE4457F2}"/>
          </ac:spMkLst>
        </pc:spChg>
        <pc:spChg chg="mod">
          <ac:chgData name="JAEYEON KIM" userId="5fd88c3b828d6b87" providerId="LiveId" clId="{4DEEB11C-6F4E-434B-9DEA-240AA84EFB01}" dt="2026-05-27T06:41:41.149" v="5875" actId="164"/>
          <ac:spMkLst>
            <pc:docMk/>
            <pc:sldMk cId="196341016" sldId="301"/>
            <ac:spMk id="21" creationId="{9365313E-CC3C-1E30-B7AB-10EFD7699A75}"/>
          </ac:spMkLst>
        </pc:spChg>
        <pc:spChg chg="mod">
          <ac:chgData name="JAEYEON KIM" userId="5fd88c3b828d6b87" providerId="LiveId" clId="{4DEEB11C-6F4E-434B-9DEA-240AA84EFB01}" dt="2026-05-27T06:41:41.149" v="5875" actId="164"/>
          <ac:spMkLst>
            <pc:docMk/>
            <pc:sldMk cId="196341016" sldId="301"/>
            <ac:spMk id="22" creationId="{C291F993-7972-6CA5-2C49-0E5D91273EC7}"/>
          </ac:spMkLst>
        </pc:spChg>
        <pc:spChg chg="mod">
          <ac:chgData name="JAEYEON KIM" userId="5fd88c3b828d6b87" providerId="LiveId" clId="{4DEEB11C-6F4E-434B-9DEA-240AA84EFB01}" dt="2026-05-27T06:40:55.240" v="5869" actId="164"/>
          <ac:spMkLst>
            <pc:docMk/>
            <pc:sldMk cId="196341016" sldId="301"/>
            <ac:spMk id="23" creationId="{4454E311-5C4E-D714-7B2E-3E11BE8E85F2}"/>
          </ac:spMkLst>
        </pc:spChg>
        <pc:spChg chg="mod">
          <ac:chgData name="JAEYEON KIM" userId="5fd88c3b828d6b87" providerId="LiveId" clId="{4DEEB11C-6F4E-434B-9DEA-240AA84EFB01}" dt="2026-05-27T06:40:55.240" v="5869" actId="164"/>
          <ac:spMkLst>
            <pc:docMk/>
            <pc:sldMk cId="196341016" sldId="301"/>
            <ac:spMk id="24" creationId="{805782DC-EEA8-BA57-AED4-1664148617B1}"/>
          </ac:spMkLst>
        </pc:spChg>
        <pc:spChg chg="mod">
          <ac:chgData name="JAEYEON KIM" userId="5fd88c3b828d6b87" providerId="LiveId" clId="{4DEEB11C-6F4E-434B-9DEA-240AA84EFB01}" dt="2026-05-27T06:41:41.149" v="5875" actId="164"/>
          <ac:spMkLst>
            <pc:docMk/>
            <pc:sldMk cId="196341016" sldId="301"/>
            <ac:spMk id="26" creationId="{E31DD2E4-58C9-408B-D917-6592A8B5DFB8}"/>
          </ac:spMkLst>
        </pc:spChg>
        <pc:spChg chg="mod">
          <ac:chgData name="JAEYEON KIM" userId="5fd88c3b828d6b87" providerId="LiveId" clId="{4DEEB11C-6F4E-434B-9DEA-240AA84EFB01}" dt="2026-05-27T06:39:00.437" v="5862" actId="27803"/>
          <ac:spMkLst>
            <pc:docMk/>
            <pc:sldMk cId="196341016" sldId="301"/>
            <ac:spMk id="45" creationId="{21ADCE34-A75C-2508-0337-9542AE646C89}"/>
          </ac:spMkLst>
        </pc:spChg>
        <pc:spChg chg="mod">
          <ac:chgData name="JAEYEON KIM" userId="5fd88c3b828d6b87" providerId="LiveId" clId="{4DEEB11C-6F4E-434B-9DEA-240AA84EFB01}" dt="2026-05-27T06:39:00.437" v="5862" actId="27803"/>
          <ac:spMkLst>
            <pc:docMk/>
            <pc:sldMk cId="196341016" sldId="301"/>
            <ac:spMk id="63" creationId="{A118D3F5-5216-EE02-98C6-790231AB5B3F}"/>
          </ac:spMkLst>
        </pc:spChg>
        <pc:spChg chg="mod">
          <ac:chgData name="JAEYEON KIM" userId="5fd88c3b828d6b87" providerId="LiveId" clId="{4DEEB11C-6F4E-434B-9DEA-240AA84EFB01}" dt="2026-05-27T06:39:00.437" v="5862" actId="27803"/>
          <ac:spMkLst>
            <pc:docMk/>
            <pc:sldMk cId="196341016" sldId="301"/>
            <ac:spMk id="70" creationId="{63FD04D3-149B-A91A-38D7-6AEE68D7267B}"/>
          </ac:spMkLst>
        </pc:spChg>
        <pc:spChg chg="mod">
          <ac:chgData name="JAEYEON KIM" userId="5fd88c3b828d6b87" providerId="LiveId" clId="{4DEEB11C-6F4E-434B-9DEA-240AA84EFB01}" dt="2026-05-27T06:39:00.437" v="5862" actId="27803"/>
          <ac:spMkLst>
            <pc:docMk/>
            <pc:sldMk cId="196341016" sldId="301"/>
            <ac:spMk id="76" creationId="{664433A6-F2AF-517C-49C7-995910F9601C}"/>
          </ac:spMkLst>
        </pc:spChg>
        <pc:spChg chg="mod">
          <ac:chgData name="JAEYEON KIM" userId="5fd88c3b828d6b87" providerId="LiveId" clId="{4DEEB11C-6F4E-434B-9DEA-240AA84EFB01}" dt="2026-05-27T06:39:00.437" v="5862" actId="27803"/>
          <ac:spMkLst>
            <pc:docMk/>
            <pc:sldMk cId="196341016" sldId="301"/>
            <ac:spMk id="82" creationId="{D284DA0E-EBCF-8F55-84DE-DB7A7B8C1F9D}"/>
          </ac:spMkLst>
        </pc:spChg>
        <pc:spChg chg="mod">
          <ac:chgData name="JAEYEON KIM" userId="5fd88c3b828d6b87" providerId="LiveId" clId="{4DEEB11C-6F4E-434B-9DEA-240AA84EFB01}" dt="2026-05-27T06:39:00.437" v="5862" actId="27803"/>
          <ac:spMkLst>
            <pc:docMk/>
            <pc:sldMk cId="196341016" sldId="301"/>
            <ac:spMk id="98" creationId="{36A83586-D5B3-8153-B9D0-93DF4FC3C81C}"/>
          </ac:spMkLst>
        </pc:spChg>
        <pc:spChg chg="mod">
          <ac:chgData name="JAEYEON KIM" userId="5fd88c3b828d6b87" providerId="LiveId" clId="{4DEEB11C-6F4E-434B-9DEA-240AA84EFB01}" dt="2026-05-27T06:39:00.437" v="5862" actId="27803"/>
          <ac:spMkLst>
            <pc:docMk/>
            <pc:sldMk cId="196341016" sldId="301"/>
            <ac:spMk id="112" creationId="{62816E30-BECA-9473-D9F4-547D190EC84F}"/>
          </ac:spMkLst>
        </pc:spChg>
        <pc:spChg chg="mod">
          <ac:chgData name="JAEYEON KIM" userId="5fd88c3b828d6b87" providerId="LiveId" clId="{4DEEB11C-6F4E-434B-9DEA-240AA84EFB01}" dt="2026-05-27T06:39:00.437" v="5862" actId="27803"/>
          <ac:spMkLst>
            <pc:docMk/>
            <pc:sldMk cId="196341016" sldId="301"/>
            <ac:spMk id="116" creationId="{1C5EC905-A792-8C00-A2D2-754EFE61BA5C}"/>
          </ac:spMkLst>
        </pc:spChg>
        <pc:spChg chg="mod">
          <ac:chgData name="JAEYEON KIM" userId="5fd88c3b828d6b87" providerId="LiveId" clId="{4DEEB11C-6F4E-434B-9DEA-240AA84EFB01}" dt="2026-05-27T06:39:00.437" v="5862" actId="27803"/>
          <ac:spMkLst>
            <pc:docMk/>
            <pc:sldMk cId="196341016" sldId="301"/>
            <ac:spMk id="126" creationId="{145BAD71-8D40-0F41-94E6-28AC52CE73A6}"/>
          </ac:spMkLst>
        </pc:spChg>
        <pc:picChg chg="add mod">
          <ac:chgData name="JAEYEON KIM" userId="5fd88c3b828d6b87" providerId="LiveId" clId="{4DEEB11C-6F4E-434B-9DEA-240AA84EFB01}" dt="2026-05-26T06:49:15.197" v="1370" actId="931"/>
          <ac:picMkLst>
            <pc:docMk/>
            <pc:sldMk cId="196341016" sldId="301"/>
            <ac:picMk id="3" creationId="{8A0724ED-EA54-7FAA-3766-A32C79739AE3}"/>
          </ac:picMkLst>
        </pc:picChg>
      </pc:sldChg>
      <pc:sldChg chg="addSp delSp modSp new mod">
        <pc:chgData name="JAEYEON KIM" userId="5fd88c3b828d6b87" providerId="LiveId" clId="{4DEEB11C-6F4E-434B-9DEA-240AA84EFB01}" dt="2026-05-27T06:30:14.913" v="5786" actId="27803"/>
        <pc:sldMkLst>
          <pc:docMk/>
          <pc:sldMk cId="1633054509" sldId="302"/>
        </pc:sldMkLst>
        <pc:spChg chg="mod">
          <ac:chgData name="JAEYEON KIM" userId="5fd88c3b828d6b87" providerId="LiveId" clId="{4DEEB11C-6F4E-434B-9DEA-240AA84EFB01}" dt="2026-05-27T06:30:14.913" v="5786" actId="27803"/>
          <ac:spMkLst>
            <pc:docMk/>
            <pc:sldMk cId="1633054509" sldId="302"/>
            <ac:spMk id="50" creationId="{B9A1FF13-3BED-02A7-7A07-C292CD58A23B}"/>
          </ac:spMkLst>
        </pc:spChg>
        <pc:spChg chg="mod">
          <ac:chgData name="JAEYEON KIM" userId="5fd88c3b828d6b87" providerId="LiveId" clId="{4DEEB11C-6F4E-434B-9DEA-240AA84EFB01}" dt="2026-05-27T06:30:14.913" v="5786" actId="27803"/>
          <ac:spMkLst>
            <pc:docMk/>
            <pc:sldMk cId="1633054509" sldId="302"/>
            <ac:spMk id="54" creationId="{FDFA47FE-A4AC-9C65-375E-343636B4B3E7}"/>
          </ac:spMkLst>
        </pc:spChg>
        <pc:spChg chg="mod">
          <ac:chgData name="JAEYEON KIM" userId="5fd88c3b828d6b87" providerId="LiveId" clId="{4DEEB11C-6F4E-434B-9DEA-240AA84EFB01}" dt="2026-05-27T06:30:14.913" v="5786" actId="27803"/>
          <ac:spMkLst>
            <pc:docMk/>
            <pc:sldMk cId="1633054509" sldId="302"/>
            <ac:spMk id="83" creationId="{3231E8F1-CDA5-5B48-0EA0-A12A5B31325B}"/>
          </ac:spMkLst>
        </pc:spChg>
        <pc:spChg chg="mod">
          <ac:chgData name="JAEYEON KIM" userId="5fd88c3b828d6b87" providerId="LiveId" clId="{4DEEB11C-6F4E-434B-9DEA-240AA84EFB01}" dt="2026-05-27T06:30:14.913" v="5786" actId="27803"/>
          <ac:spMkLst>
            <pc:docMk/>
            <pc:sldMk cId="1633054509" sldId="302"/>
            <ac:spMk id="86" creationId="{7023FECF-8662-7094-8C81-1CA6CE8C184B}"/>
          </ac:spMkLst>
        </pc:spChg>
        <pc:spChg chg="mod">
          <ac:chgData name="JAEYEON KIM" userId="5fd88c3b828d6b87" providerId="LiveId" clId="{4DEEB11C-6F4E-434B-9DEA-240AA84EFB01}" dt="2026-05-27T06:30:14.913" v="5786" actId="27803"/>
          <ac:spMkLst>
            <pc:docMk/>
            <pc:sldMk cId="1633054509" sldId="302"/>
            <ac:spMk id="96" creationId="{91D9D78F-A1B9-DBC5-54B0-E6C0958F57DF}"/>
          </ac:spMkLst>
        </pc:spChg>
        <pc:spChg chg="mod">
          <ac:chgData name="JAEYEON KIM" userId="5fd88c3b828d6b87" providerId="LiveId" clId="{4DEEB11C-6F4E-434B-9DEA-240AA84EFB01}" dt="2026-05-27T06:30:14.913" v="5786" actId="27803"/>
          <ac:spMkLst>
            <pc:docMk/>
            <pc:sldMk cId="1633054509" sldId="302"/>
            <ac:spMk id="125" creationId="{FA61A778-E108-3580-9936-CE2D51F78F7A}"/>
          </ac:spMkLst>
        </pc:spChg>
        <pc:spChg chg="mod">
          <ac:chgData name="JAEYEON KIM" userId="5fd88c3b828d6b87" providerId="LiveId" clId="{4DEEB11C-6F4E-434B-9DEA-240AA84EFB01}" dt="2026-05-27T06:30:14.913" v="5786" actId="27803"/>
          <ac:spMkLst>
            <pc:docMk/>
            <pc:sldMk cId="1633054509" sldId="302"/>
            <ac:spMk id="147" creationId="{C2421897-1D1D-B015-F8E3-297F03BA6C44}"/>
          </ac:spMkLst>
        </pc:spChg>
        <pc:spChg chg="mod">
          <ac:chgData name="JAEYEON KIM" userId="5fd88c3b828d6b87" providerId="LiveId" clId="{4DEEB11C-6F4E-434B-9DEA-240AA84EFB01}" dt="2026-05-27T06:30:14.913" v="5786" actId="27803"/>
          <ac:spMkLst>
            <pc:docMk/>
            <pc:sldMk cId="1633054509" sldId="302"/>
            <ac:spMk id="154" creationId="{908FE2E4-9762-CB6A-4B14-B5B3C2C6E7CB}"/>
          </ac:spMkLst>
        </pc:spChg>
        <pc:spChg chg="mod">
          <ac:chgData name="JAEYEON KIM" userId="5fd88c3b828d6b87" providerId="LiveId" clId="{4DEEB11C-6F4E-434B-9DEA-240AA84EFB01}" dt="2026-05-27T06:30:14.913" v="5786" actId="27803"/>
          <ac:spMkLst>
            <pc:docMk/>
            <pc:sldMk cId="1633054509" sldId="302"/>
            <ac:spMk id="161" creationId="{5C90C6F1-7580-6110-445E-F601A62C0589}"/>
          </ac:spMkLst>
        </pc:spChg>
        <pc:spChg chg="mod">
          <ac:chgData name="JAEYEON KIM" userId="5fd88c3b828d6b87" providerId="LiveId" clId="{4DEEB11C-6F4E-434B-9DEA-240AA84EFB01}" dt="2026-05-27T06:30:14.913" v="5786" actId="27803"/>
          <ac:spMkLst>
            <pc:docMk/>
            <pc:sldMk cId="1633054509" sldId="302"/>
            <ac:spMk id="182" creationId="{53B3268A-A451-3C6C-B019-6F5E0082CDA3}"/>
          </ac:spMkLst>
        </pc:spChg>
        <pc:picChg chg="add mod">
          <ac:chgData name="JAEYEON KIM" userId="5fd88c3b828d6b87" providerId="LiveId" clId="{4DEEB11C-6F4E-434B-9DEA-240AA84EFB01}" dt="2026-05-26T06:49:28.948" v="1376" actId="931"/>
          <ac:picMkLst>
            <pc:docMk/>
            <pc:sldMk cId="1633054509" sldId="302"/>
            <ac:picMk id="3" creationId="{3DAD8E99-7F59-4543-9550-F5DDB40968DA}"/>
          </ac:picMkLst>
        </pc:picChg>
      </pc:sldChg>
      <pc:sldChg chg="addSp delSp modSp add mod">
        <pc:chgData name="JAEYEON KIM" userId="5fd88c3b828d6b87" providerId="LiveId" clId="{4DEEB11C-6F4E-434B-9DEA-240AA84EFB01}" dt="2026-05-27T06:33:08.033" v="5803" actId="164"/>
        <pc:sldMkLst>
          <pc:docMk/>
          <pc:sldMk cId="2724513165" sldId="303"/>
        </pc:sldMkLst>
        <pc:spChg chg="mod">
          <ac:chgData name="JAEYEON KIM" userId="5fd88c3b828d6b87" providerId="LiveId" clId="{4DEEB11C-6F4E-434B-9DEA-240AA84EFB01}" dt="2026-05-27T06:28:51.092" v="5783" actId="27803"/>
          <ac:spMkLst>
            <pc:docMk/>
            <pc:sldMk cId="2724513165" sldId="303"/>
            <ac:spMk id="3" creationId="{49C17656-B6DD-81CD-31C9-1FE0A6D4D753}"/>
          </ac:spMkLst>
        </pc:spChg>
        <pc:spChg chg="mod">
          <ac:chgData name="JAEYEON KIM" userId="5fd88c3b828d6b87" providerId="LiveId" clId="{4DEEB11C-6F4E-434B-9DEA-240AA84EFB01}" dt="2026-05-27T06:33:08.033" v="5803" actId="164"/>
          <ac:spMkLst>
            <pc:docMk/>
            <pc:sldMk cId="2724513165" sldId="303"/>
            <ac:spMk id="10" creationId="{4C70F55D-0D48-A058-39CD-0A4725074AEB}"/>
          </ac:spMkLst>
        </pc:spChg>
        <pc:spChg chg="mod">
          <ac:chgData name="JAEYEON KIM" userId="5fd88c3b828d6b87" providerId="LiveId" clId="{4DEEB11C-6F4E-434B-9DEA-240AA84EFB01}" dt="2026-05-27T06:33:08.033" v="5803" actId="164"/>
          <ac:spMkLst>
            <pc:docMk/>
            <pc:sldMk cId="2724513165" sldId="303"/>
            <ac:spMk id="11" creationId="{EDD317C5-2C9C-FFFE-6EBD-0352764980EB}"/>
          </ac:spMkLst>
        </pc:spChg>
        <pc:spChg chg="mod">
          <ac:chgData name="JAEYEON KIM" userId="5fd88c3b828d6b87" providerId="LiveId" clId="{4DEEB11C-6F4E-434B-9DEA-240AA84EFB01}" dt="2026-05-27T06:33:08.033" v="5803" actId="164"/>
          <ac:spMkLst>
            <pc:docMk/>
            <pc:sldMk cId="2724513165" sldId="303"/>
            <ac:spMk id="12" creationId="{B0DC1524-25E5-B8FC-7009-90F033F5DF65}"/>
          </ac:spMkLst>
        </pc:spChg>
        <pc:spChg chg="mod">
          <ac:chgData name="JAEYEON KIM" userId="5fd88c3b828d6b87" providerId="LiveId" clId="{4DEEB11C-6F4E-434B-9DEA-240AA84EFB01}" dt="2026-05-27T06:33:08.033" v="5803" actId="164"/>
          <ac:spMkLst>
            <pc:docMk/>
            <pc:sldMk cId="2724513165" sldId="303"/>
            <ac:spMk id="13" creationId="{A85A3174-AE65-D63B-6222-3A1F0405EAD7}"/>
          </ac:spMkLst>
        </pc:spChg>
        <pc:spChg chg="mod">
          <ac:chgData name="JAEYEON KIM" userId="5fd88c3b828d6b87" providerId="LiveId" clId="{4DEEB11C-6F4E-434B-9DEA-240AA84EFB01}" dt="2026-05-27T06:28:51.092" v="5783" actId="27803"/>
          <ac:spMkLst>
            <pc:docMk/>
            <pc:sldMk cId="2724513165" sldId="303"/>
            <ac:spMk id="22" creationId="{E6C2E298-6794-84E8-3A38-A4E38484C82B}"/>
          </ac:spMkLst>
        </pc:spChg>
        <pc:spChg chg="mod">
          <ac:chgData name="JAEYEON KIM" userId="5fd88c3b828d6b87" providerId="LiveId" clId="{4DEEB11C-6F4E-434B-9DEA-240AA84EFB01}" dt="2026-05-27T06:28:51.092" v="5783" actId="27803"/>
          <ac:spMkLst>
            <pc:docMk/>
            <pc:sldMk cId="2724513165" sldId="303"/>
            <ac:spMk id="36" creationId="{DB700225-3AB3-27E0-6F52-D1712BA1DF83}"/>
          </ac:spMkLst>
        </pc:spChg>
        <pc:spChg chg="mod">
          <ac:chgData name="JAEYEON KIM" userId="5fd88c3b828d6b87" providerId="LiveId" clId="{4DEEB11C-6F4E-434B-9DEA-240AA84EFB01}" dt="2026-05-27T06:28:51.092" v="5783" actId="27803"/>
          <ac:spMkLst>
            <pc:docMk/>
            <pc:sldMk cId="2724513165" sldId="303"/>
            <ac:spMk id="41" creationId="{F5D80CFE-34F6-2ADA-B19C-39E6F8582D24}"/>
          </ac:spMkLst>
        </pc:spChg>
        <pc:spChg chg="mod">
          <ac:chgData name="JAEYEON KIM" userId="5fd88c3b828d6b87" providerId="LiveId" clId="{4DEEB11C-6F4E-434B-9DEA-240AA84EFB01}" dt="2026-05-27T06:28:51.092" v="5783" actId="27803"/>
          <ac:spMkLst>
            <pc:docMk/>
            <pc:sldMk cId="2724513165" sldId="303"/>
            <ac:spMk id="49" creationId="{FD30E8B6-DEDC-6A65-A7AF-F29CBAD8B2A8}"/>
          </ac:spMkLst>
        </pc:spChg>
        <pc:spChg chg="mod">
          <ac:chgData name="JAEYEON KIM" userId="5fd88c3b828d6b87" providerId="LiveId" clId="{4DEEB11C-6F4E-434B-9DEA-240AA84EFB01}" dt="2026-05-27T06:28:51.092" v="5783" actId="27803"/>
          <ac:spMkLst>
            <pc:docMk/>
            <pc:sldMk cId="2724513165" sldId="303"/>
            <ac:spMk id="51" creationId="{258443A8-CD20-8167-A1F0-507600D7C57A}"/>
          </ac:spMkLst>
        </pc:spChg>
        <pc:spChg chg="mod">
          <ac:chgData name="JAEYEON KIM" userId="5fd88c3b828d6b87" providerId="LiveId" clId="{4DEEB11C-6F4E-434B-9DEA-240AA84EFB01}" dt="2026-05-27T06:28:51.092" v="5783" actId="27803"/>
          <ac:spMkLst>
            <pc:docMk/>
            <pc:sldMk cId="2724513165" sldId="303"/>
            <ac:spMk id="59" creationId="{04AF87F3-1EB0-5331-131B-4EDB35D65112}"/>
          </ac:spMkLst>
        </pc:spChg>
        <pc:spChg chg="mod">
          <ac:chgData name="JAEYEON KIM" userId="5fd88c3b828d6b87" providerId="LiveId" clId="{4DEEB11C-6F4E-434B-9DEA-240AA84EFB01}" dt="2026-05-27T06:28:51.092" v="5783" actId="27803"/>
          <ac:spMkLst>
            <pc:docMk/>
            <pc:sldMk cId="2724513165" sldId="303"/>
            <ac:spMk id="60" creationId="{76F593CB-569B-882C-A4B8-9481DD52CEEE}"/>
          </ac:spMkLst>
        </pc:spChg>
        <pc:spChg chg="mod">
          <ac:chgData name="JAEYEON KIM" userId="5fd88c3b828d6b87" providerId="LiveId" clId="{4DEEB11C-6F4E-434B-9DEA-240AA84EFB01}" dt="2026-05-27T06:28:51.092" v="5783" actId="27803"/>
          <ac:spMkLst>
            <pc:docMk/>
            <pc:sldMk cId="2724513165" sldId="303"/>
            <ac:spMk id="92" creationId="{4DC65B96-CDE8-2A20-CB03-09EDCE8605EC}"/>
          </ac:spMkLst>
        </pc:spChg>
        <pc:spChg chg="mod">
          <ac:chgData name="JAEYEON KIM" userId="5fd88c3b828d6b87" providerId="LiveId" clId="{4DEEB11C-6F4E-434B-9DEA-240AA84EFB01}" dt="2026-05-27T06:28:51.092" v="5783" actId="27803"/>
          <ac:spMkLst>
            <pc:docMk/>
            <pc:sldMk cId="2724513165" sldId="303"/>
            <ac:spMk id="95" creationId="{A01D7895-948C-26B4-4F1D-E137A0C813B1}"/>
          </ac:spMkLst>
        </pc:spChg>
        <pc:grpChg chg="add mod">
          <ac:chgData name="JAEYEON KIM" userId="5fd88c3b828d6b87" providerId="LiveId" clId="{4DEEB11C-6F4E-434B-9DEA-240AA84EFB01}" dt="2026-05-27T06:33:08.033" v="5803" actId="164"/>
          <ac:grpSpMkLst>
            <pc:docMk/>
            <pc:sldMk cId="2724513165" sldId="303"/>
            <ac:grpSpMk id="96" creationId="{51205A65-7908-8B10-EFF2-DCC06E87833D}"/>
          </ac:grpSpMkLst>
        </pc:grpChg>
        <pc:picChg chg="add del mod">
          <ac:chgData name="JAEYEON KIM" userId="5fd88c3b828d6b87" providerId="LiveId" clId="{4DEEB11C-6F4E-434B-9DEA-240AA84EFB01}" dt="2026-05-26T06:49:39.601" v="1378" actId="478"/>
          <ac:picMkLst>
            <pc:docMk/>
            <pc:sldMk cId="2724513165" sldId="303"/>
            <ac:picMk id="3" creationId="{5B87AD09-3A7A-112C-28B8-664CF31B26BC}"/>
          </ac:picMkLst>
        </pc:picChg>
        <pc:picChg chg="add mod">
          <ac:chgData name="JAEYEON KIM" userId="5fd88c3b828d6b87" providerId="LiveId" clId="{4DEEB11C-6F4E-434B-9DEA-240AA84EFB01}" dt="2026-05-26T06:49:46.825" v="1379" actId="931"/>
          <ac:picMkLst>
            <pc:docMk/>
            <pc:sldMk cId="2724513165" sldId="303"/>
            <ac:picMk id="5" creationId="{86CB23A4-FFC7-3056-5791-049F4BFB0B8F}"/>
          </ac:picMkLst>
        </pc:picChg>
      </pc:sldChg>
      <pc:sldChg chg="addSp delSp modSp add mod">
        <pc:chgData name="JAEYEON KIM" userId="5fd88c3b828d6b87" providerId="LiveId" clId="{4DEEB11C-6F4E-434B-9DEA-240AA84EFB01}" dt="2026-05-27T06:36:16.990" v="5840" actId="164"/>
        <pc:sldMkLst>
          <pc:docMk/>
          <pc:sldMk cId="2116780028" sldId="304"/>
        </pc:sldMkLst>
        <pc:spChg chg="mod">
          <ac:chgData name="JAEYEON KIM" userId="5fd88c3b828d6b87" providerId="LiveId" clId="{4DEEB11C-6F4E-434B-9DEA-240AA84EFB01}" dt="2026-05-27T06:36:06.809" v="5839" actId="27803"/>
          <ac:spMkLst>
            <pc:docMk/>
            <pc:sldMk cId="2116780028" sldId="304"/>
            <ac:spMk id="7" creationId="{8E74B6BF-252E-5372-B718-1869F988E3CD}"/>
          </ac:spMkLst>
        </pc:spChg>
        <pc:spChg chg="mod">
          <ac:chgData name="JAEYEON KIM" userId="5fd88c3b828d6b87" providerId="LiveId" clId="{4DEEB11C-6F4E-434B-9DEA-240AA84EFB01}" dt="2026-05-27T06:36:16.990" v="5840" actId="164"/>
          <ac:spMkLst>
            <pc:docMk/>
            <pc:sldMk cId="2116780028" sldId="304"/>
            <ac:spMk id="8" creationId="{F206EC6F-6521-863F-BAF0-09243D69FFE7}"/>
          </ac:spMkLst>
        </pc:spChg>
        <pc:spChg chg="mod">
          <ac:chgData name="JAEYEON KIM" userId="5fd88c3b828d6b87" providerId="LiveId" clId="{4DEEB11C-6F4E-434B-9DEA-240AA84EFB01}" dt="2026-05-27T06:36:16.990" v="5840" actId="164"/>
          <ac:spMkLst>
            <pc:docMk/>
            <pc:sldMk cId="2116780028" sldId="304"/>
            <ac:spMk id="10" creationId="{4DE82EA2-0B9D-3C7B-DA7B-2C893DB9AB8C}"/>
          </ac:spMkLst>
        </pc:spChg>
        <pc:spChg chg="mod">
          <ac:chgData name="JAEYEON KIM" userId="5fd88c3b828d6b87" providerId="LiveId" clId="{4DEEB11C-6F4E-434B-9DEA-240AA84EFB01}" dt="2026-05-27T06:36:16.990" v="5840" actId="164"/>
          <ac:spMkLst>
            <pc:docMk/>
            <pc:sldMk cId="2116780028" sldId="304"/>
            <ac:spMk id="11" creationId="{87A72D17-7192-7DCD-9AF8-C7F058A6525B}"/>
          </ac:spMkLst>
        </pc:spChg>
        <pc:spChg chg="mod">
          <ac:chgData name="JAEYEON KIM" userId="5fd88c3b828d6b87" providerId="LiveId" clId="{4DEEB11C-6F4E-434B-9DEA-240AA84EFB01}" dt="2026-05-27T06:36:06.809" v="5839" actId="27803"/>
          <ac:spMkLst>
            <pc:docMk/>
            <pc:sldMk cId="2116780028" sldId="304"/>
            <ac:spMk id="16" creationId="{C3069ED1-5620-3A30-B9FF-4D0E4A2672E8}"/>
          </ac:spMkLst>
        </pc:spChg>
        <pc:spChg chg="mod">
          <ac:chgData name="JAEYEON KIM" userId="5fd88c3b828d6b87" providerId="LiveId" clId="{4DEEB11C-6F4E-434B-9DEA-240AA84EFB01}" dt="2026-05-27T06:36:06.809" v="5839" actId="27803"/>
          <ac:spMkLst>
            <pc:docMk/>
            <pc:sldMk cId="2116780028" sldId="304"/>
            <ac:spMk id="37" creationId="{EA6F4095-BE58-4C34-8ADB-83DD29ED41CF}"/>
          </ac:spMkLst>
        </pc:spChg>
        <pc:spChg chg="mod">
          <ac:chgData name="JAEYEON KIM" userId="5fd88c3b828d6b87" providerId="LiveId" clId="{4DEEB11C-6F4E-434B-9DEA-240AA84EFB01}" dt="2026-05-27T06:36:06.809" v="5839" actId="27803"/>
          <ac:spMkLst>
            <pc:docMk/>
            <pc:sldMk cId="2116780028" sldId="304"/>
            <ac:spMk id="39" creationId="{8DF6E532-11AB-C05F-6C37-0CF2C482AF9B}"/>
          </ac:spMkLst>
        </pc:spChg>
        <pc:spChg chg="mod">
          <ac:chgData name="JAEYEON KIM" userId="5fd88c3b828d6b87" providerId="LiveId" clId="{4DEEB11C-6F4E-434B-9DEA-240AA84EFB01}" dt="2026-05-27T06:36:06.809" v="5839" actId="27803"/>
          <ac:spMkLst>
            <pc:docMk/>
            <pc:sldMk cId="2116780028" sldId="304"/>
            <ac:spMk id="44" creationId="{D7037499-5ADD-3977-6907-A32AFDBD8595}"/>
          </ac:spMkLst>
        </pc:spChg>
        <pc:spChg chg="mod">
          <ac:chgData name="JAEYEON KIM" userId="5fd88c3b828d6b87" providerId="LiveId" clId="{4DEEB11C-6F4E-434B-9DEA-240AA84EFB01}" dt="2026-05-27T06:36:06.809" v="5839" actId="27803"/>
          <ac:spMkLst>
            <pc:docMk/>
            <pc:sldMk cId="2116780028" sldId="304"/>
            <ac:spMk id="51" creationId="{D18C20CE-AF67-37C7-98A9-946F19E48C3F}"/>
          </ac:spMkLst>
        </pc:spChg>
        <pc:spChg chg="mod">
          <ac:chgData name="JAEYEON KIM" userId="5fd88c3b828d6b87" providerId="LiveId" clId="{4DEEB11C-6F4E-434B-9DEA-240AA84EFB01}" dt="2026-05-27T06:36:06.809" v="5839" actId="27803"/>
          <ac:spMkLst>
            <pc:docMk/>
            <pc:sldMk cId="2116780028" sldId="304"/>
            <ac:spMk id="57" creationId="{CFA636CE-7AE5-2D1C-00DB-6C64872EE7F4}"/>
          </ac:spMkLst>
        </pc:spChg>
        <pc:spChg chg="mod">
          <ac:chgData name="JAEYEON KIM" userId="5fd88c3b828d6b87" providerId="LiveId" clId="{4DEEB11C-6F4E-434B-9DEA-240AA84EFB01}" dt="2026-05-27T06:36:06.809" v="5839" actId="27803"/>
          <ac:spMkLst>
            <pc:docMk/>
            <pc:sldMk cId="2116780028" sldId="304"/>
            <ac:spMk id="59" creationId="{D2629524-712E-8E05-7501-6AD85C3C7C7C}"/>
          </ac:spMkLst>
        </pc:spChg>
        <pc:spChg chg="mod">
          <ac:chgData name="JAEYEON KIM" userId="5fd88c3b828d6b87" providerId="LiveId" clId="{4DEEB11C-6F4E-434B-9DEA-240AA84EFB01}" dt="2026-05-27T06:36:06.809" v="5839" actId="27803"/>
          <ac:spMkLst>
            <pc:docMk/>
            <pc:sldMk cId="2116780028" sldId="304"/>
            <ac:spMk id="61" creationId="{0BFFE0C7-9145-7634-94D9-DEF0F246121E}"/>
          </ac:spMkLst>
        </pc:spChg>
        <pc:spChg chg="mod">
          <ac:chgData name="JAEYEON KIM" userId="5fd88c3b828d6b87" providerId="LiveId" clId="{4DEEB11C-6F4E-434B-9DEA-240AA84EFB01}" dt="2026-05-27T06:36:06.809" v="5839" actId="27803"/>
          <ac:spMkLst>
            <pc:docMk/>
            <pc:sldMk cId="2116780028" sldId="304"/>
            <ac:spMk id="112" creationId="{D37C7A14-B52E-ED4E-0CF6-AEE39E72A723}"/>
          </ac:spMkLst>
        </pc:spChg>
        <pc:grpChg chg="add mod">
          <ac:chgData name="JAEYEON KIM" userId="5fd88c3b828d6b87" providerId="LiveId" clId="{4DEEB11C-6F4E-434B-9DEA-240AA84EFB01}" dt="2026-05-27T06:36:16.990" v="5840" actId="164"/>
          <ac:grpSpMkLst>
            <pc:docMk/>
            <pc:sldMk cId="2116780028" sldId="304"/>
            <ac:grpSpMk id="127" creationId="{7356E0DB-44A1-2CB2-61D0-B9F0A6E84B8E}"/>
          </ac:grpSpMkLst>
        </pc:grpChg>
        <pc:picChg chg="add mod">
          <ac:chgData name="JAEYEON KIM" userId="5fd88c3b828d6b87" providerId="LiveId" clId="{4DEEB11C-6F4E-434B-9DEA-240AA84EFB01}" dt="2026-05-26T06:49:54.547" v="1380" actId="931"/>
          <ac:picMkLst>
            <pc:docMk/>
            <pc:sldMk cId="2116780028" sldId="304"/>
            <ac:picMk id="3" creationId="{84B3FA87-5018-970F-3AF1-DEEB6007F4C8}"/>
          </ac:picMkLst>
        </pc:picChg>
      </pc:sldChg>
      <pc:sldChg chg="addSp modSp add mod">
        <pc:chgData name="JAEYEON KIM" userId="5fd88c3b828d6b87" providerId="LiveId" clId="{4DEEB11C-6F4E-434B-9DEA-240AA84EFB01}" dt="2026-05-26T06:50:05.333" v="1381" actId="931"/>
        <pc:sldMkLst>
          <pc:docMk/>
          <pc:sldMk cId="1808033589" sldId="305"/>
        </pc:sldMkLst>
        <pc:picChg chg="add mod">
          <ac:chgData name="JAEYEON KIM" userId="5fd88c3b828d6b87" providerId="LiveId" clId="{4DEEB11C-6F4E-434B-9DEA-240AA84EFB01}" dt="2026-05-26T06:50:05.333" v="1381" actId="931"/>
          <ac:picMkLst>
            <pc:docMk/>
            <pc:sldMk cId="1808033589" sldId="305"/>
            <ac:picMk id="3" creationId="{A0D82842-9805-D674-9CED-8899B6C72A8D}"/>
          </ac:picMkLst>
        </pc:picChg>
      </pc:sldChg>
      <pc:sldChg chg="add">
        <pc:chgData name="JAEYEON KIM" userId="5fd88c3b828d6b87" providerId="LiveId" clId="{4DEEB11C-6F4E-434B-9DEA-240AA84EFB01}" dt="2026-05-26T06:49:21.015" v="1375"/>
        <pc:sldMkLst>
          <pc:docMk/>
          <pc:sldMk cId="219839110" sldId="306"/>
        </pc:sldMkLst>
      </pc:sldChg>
      <pc:sldChg chg="addSp delSp modSp add mod ord">
        <pc:chgData name="JAEYEON KIM" userId="5fd88c3b828d6b87" providerId="LiveId" clId="{4DEEB11C-6F4E-434B-9DEA-240AA84EFB01}" dt="2026-05-27T02:30:35.600" v="4007" actId="478"/>
        <pc:sldMkLst>
          <pc:docMk/>
          <pc:sldMk cId="3033095292" sldId="307"/>
        </pc:sldMkLst>
        <pc:spChg chg="del mod">
          <ac:chgData name="JAEYEON KIM" userId="5fd88c3b828d6b87" providerId="LiveId" clId="{4DEEB11C-6F4E-434B-9DEA-240AA84EFB01}" dt="2026-05-27T02:07:20.342" v="3404" actId="478"/>
          <ac:spMkLst>
            <pc:docMk/>
            <pc:sldMk cId="3033095292" sldId="307"/>
            <ac:spMk id="5" creationId="{7B3C1CAC-8911-2044-416D-DDA48B11F311}"/>
          </ac:spMkLst>
        </pc:spChg>
        <pc:spChg chg="add mod">
          <ac:chgData name="JAEYEON KIM" userId="5fd88c3b828d6b87" providerId="LiveId" clId="{4DEEB11C-6F4E-434B-9DEA-240AA84EFB01}" dt="2026-05-27T02:07:20.729" v="3405"/>
          <ac:spMkLst>
            <pc:docMk/>
            <pc:sldMk cId="3033095292" sldId="307"/>
            <ac:spMk id="11" creationId="{DA17EF55-6374-A829-7C6A-B8FAAA4535C7}"/>
          </ac:spMkLst>
        </pc:spChg>
        <pc:spChg chg="mod">
          <ac:chgData name="JAEYEON KIM" userId="5fd88c3b828d6b87" providerId="LiveId" clId="{4DEEB11C-6F4E-434B-9DEA-240AA84EFB01}" dt="2026-05-27T02:29:56.381" v="3961"/>
          <ac:spMkLst>
            <pc:docMk/>
            <pc:sldMk cId="3033095292" sldId="307"/>
            <ac:spMk id="13" creationId="{0388D85B-BD64-A611-CF17-B7BB1DB75C16}"/>
          </ac:spMkLst>
        </pc:spChg>
        <pc:spChg chg="mod">
          <ac:chgData name="JAEYEON KIM" userId="5fd88c3b828d6b87" providerId="LiveId" clId="{4DEEB11C-6F4E-434B-9DEA-240AA84EFB01}" dt="2026-05-27T02:29:56.381" v="3961"/>
          <ac:spMkLst>
            <pc:docMk/>
            <pc:sldMk cId="3033095292" sldId="307"/>
            <ac:spMk id="14" creationId="{64AB574A-9A79-225B-C8F6-859659981889}"/>
          </ac:spMkLst>
        </pc:spChg>
        <pc:spChg chg="mod">
          <ac:chgData name="JAEYEON KIM" userId="5fd88c3b828d6b87" providerId="LiveId" clId="{4DEEB11C-6F4E-434B-9DEA-240AA84EFB01}" dt="2026-05-27T02:30:14.280" v="4003" actId="2711"/>
          <ac:spMkLst>
            <pc:docMk/>
            <pc:sldMk cId="3033095292" sldId="307"/>
            <ac:spMk id="15" creationId="{3BB8E4D6-C8A0-631A-E3FD-D9F577E71AC5}"/>
          </ac:spMkLst>
        </pc:spChg>
        <pc:spChg chg="mod">
          <ac:chgData name="JAEYEON KIM" userId="5fd88c3b828d6b87" providerId="LiveId" clId="{4DEEB11C-6F4E-434B-9DEA-240AA84EFB01}" dt="2026-05-26T08:20:10.108" v="2077" actId="164"/>
          <ac:spMkLst>
            <pc:docMk/>
            <pc:sldMk cId="3033095292" sldId="307"/>
            <ac:spMk id="25" creationId="{E4A3E673-CF29-FDA6-725C-D56D26DDAA80}"/>
          </ac:spMkLst>
        </pc:spChg>
        <pc:spChg chg="mod">
          <ac:chgData name="JAEYEON KIM" userId="5fd88c3b828d6b87" providerId="LiveId" clId="{4DEEB11C-6F4E-434B-9DEA-240AA84EFB01}" dt="2026-05-26T08:20:10.108" v="2077" actId="164"/>
          <ac:spMkLst>
            <pc:docMk/>
            <pc:sldMk cId="3033095292" sldId="307"/>
            <ac:spMk id="29" creationId="{A2C77D9C-9695-F4C9-8E1E-10BF2EFD1F69}"/>
          </ac:spMkLst>
        </pc:spChg>
        <pc:spChg chg="mod">
          <ac:chgData name="JAEYEON KIM" userId="5fd88c3b828d6b87" providerId="LiveId" clId="{4DEEB11C-6F4E-434B-9DEA-240AA84EFB01}" dt="2026-05-26T08:20:10.108" v="2077" actId="164"/>
          <ac:spMkLst>
            <pc:docMk/>
            <pc:sldMk cId="3033095292" sldId="307"/>
            <ac:spMk id="30" creationId="{3582B57C-B0E9-BA10-EE8A-4225FFCF3F3C}"/>
          </ac:spMkLst>
        </pc:spChg>
        <pc:spChg chg="mod">
          <ac:chgData name="JAEYEON KIM" userId="5fd88c3b828d6b87" providerId="LiveId" clId="{4DEEB11C-6F4E-434B-9DEA-240AA84EFB01}" dt="2026-05-26T08:20:10.108" v="2077" actId="164"/>
          <ac:spMkLst>
            <pc:docMk/>
            <pc:sldMk cId="3033095292" sldId="307"/>
            <ac:spMk id="33" creationId="{70A829F0-9E84-8406-2346-6E8352A25444}"/>
          </ac:spMkLst>
        </pc:spChg>
        <pc:spChg chg="mod">
          <ac:chgData name="JAEYEON KIM" userId="5fd88c3b828d6b87" providerId="LiveId" clId="{4DEEB11C-6F4E-434B-9DEA-240AA84EFB01}" dt="2026-05-26T08:20:10.108" v="2077" actId="164"/>
          <ac:spMkLst>
            <pc:docMk/>
            <pc:sldMk cId="3033095292" sldId="307"/>
            <ac:spMk id="35" creationId="{8900D592-DAAE-0A53-401E-CB44D2C82A44}"/>
          </ac:spMkLst>
        </pc:spChg>
        <pc:spChg chg="mod">
          <ac:chgData name="JAEYEON KIM" userId="5fd88c3b828d6b87" providerId="LiveId" clId="{4DEEB11C-6F4E-434B-9DEA-240AA84EFB01}" dt="2026-05-26T08:20:10.108" v="2077" actId="164"/>
          <ac:spMkLst>
            <pc:docMk/>
            <pc:sldMk cId="3033095292" sldId="307"/>
            <ac:spMk id="39" creationId="{9ADC61B0-A027-4854-402C-A22AE6D87D1A}"/>
          </ac:spMkLst>
        </pc:spChg>
        <pc:spChg chg="mod">
          <ac:chgData name="JAEYEON KIM" userId="5fd88c3b828d6b87" providerId="LiveId" clId="{4DEEB11C-6F4E-434B-9DEA-240AA84EFB01}" dt="2026-05-26T08:20:10.108" v="2077" actId="164"/>
          <ac:spMkLst>
            <pc:docMk/>
            <pc:sldMk cId="3033095292" sldId="307"/>
            <ac:spMk id="43" creationId="{DE612783-EDD7-7737-C926-31A4927EFC63}"/>
          </ac:spMkLst>
        </pc:spChg>
        <pc:spChg chg="mod">
          <ac:chgData name="JAEYEON KIM" userId="5fd88c3b828d6b87" providerId="LiveId" clId="{4DEEB11C-6F4E-434B-9DEA-240AA84EFB01}" dt="2026-05-26T08:20:10.108" v="2077" actId="164"/>
          <ac:spMkLst>
            <pc:docMk/>
            <pc:sldMk cId="3033095292" sldId="307"/>
            <ac:spMk id="48" creationId="{9B031FFA-8291-2238-298C-3D3F0C927212}"/>
          </ac:spMkLst>
        </pc:spChg>
        <pc:spChg chg="mod">
          <ac:chgData name="JAEYEON KIM" userId="5fd88c3b828d6b87" providerId="LiveId" clId="{4DEEB11C-6F4E-434B-9DEA-240AA84EFB01}" dt="2026-05-26T08:20:10.108" v="2077" actId="164"/>
          <ac:spMkLst>
            <pc:docMk/>
            <pc:sldMk cId="3033095292" sldId="307"/>
            <ac:spMk id="51" creationId="{1536CF5B-5CC3-D19F-B1B9-32DAB7386637}"/>
          </ac:spMkLst>
        </pc:spChg>
        <pc:spChg chg="mod">
          <ac:chgData name="JAEYEON KIM" userId="5fd88c3b828d6b87" providerId="LiveId" clId="{4DEEB11C-6F4E-434B-9DEA-240AA84EFB01}" dt="2026-05-26T08:20:10.108" v="2077" actId="164"/>
          <ac:spMkLst>
            <pc:docMk/>
            <pc:sldMk cId="3033095292" sldId="307"/>
            <ac:spMk id="56" creationId="{780510AA-1D45-B797-DD94-A8C708CAAB62}"/>
          </ac:spMkLst>
        </pc:spChg>
        <pc:spChg chg="mod">
          <ac:chgData name="JAEYEON KIM" userId="5fd88c3b828d6b87" providerId="LiveId" clId="{4DEEB11C-6F4E-434B-9DEA-240AA84EFB01}" dt="2026-05-27T02:30:19.445" v="4004" actId="165"/>
          <ac:spMkLst>
            <pc:docMk/>
            <pc:sldMk cId="3033095292" sldId="307"/>
            <ac:spMk id="68" creationId="{59B0E4BD-18A4-1A61-5188-B19A7ED8AEEE}"/>
          </ac:spMkLst>
        </pc:spChg>
        <pc:spChg chg="mod">
          <ac:chgData name="JAEYEON KIM" userId="5fd88c3b828d6b87" providerId="LiveId" clId="{4DEEB11C-6F4E-434B-9DEA-240AA84EFB01}" dt="2026-05-27T02:30:19.445" v="4004" actId="165"/>
          <ac:spMkLst>
            <pc:docMk/>
            <pc:sldMk cId="3033095292" sldId="307"/>
            <ac:spMk id="70" creationId="{C4F587CF-0DBC-0112-1B46-2D04455D3ED6}"/>
          </ac:spMkLst>
        </pc:spChg>
        <pc:spChg chg="mod">
          <ac:chgData name="JAEYEON KIM" userId="5fd88c3b828d6b87" providerId="LiveId" clId="{4DEEB11C-6F4E-434B-9DEA-240AA84EFB01}" dt="2026-05-27T02:30:19.445" v="4004" actId="165"/>
          <ac:spMkLst>
            <pc:docMk/>
            <pc:sldMk cId="3033095292" sldId="307"/>
            <ac:spMk id="76" creationId="{3E1BEC01-44E7-9783-47F4-A4978B2E3BC7}"/>
          </ac:spMkLst>
        </pc:spChg>
        <pc:spChg chg="mod">
          <ac:chgData name="JAEYEON KIM" userId="5fd88c3b828d6b87" providerId="LiveId" clId="{4DEEB11C-6F4E-434B-9DEA-240AA84EFB01}" dt="2026-05-27T02:30:19.445" v="4004" actId="165"/>
          <ac:spMkLst>
            <pc:docMk/>
            <pc:sldMk cId="3033095292" sldId="307"/>
            <ac:spMk id="78" creationId="{56F36242-E838-C8BB-FAE5-59D9271B90B5}"/>
          </ac:spMkLst>
        </pc:spChg>
        <pc:spChg chg="mod">
          <ac:chgData name="JAEYEON KIM" userId="5fd88c3b828d6b87" providerId="LiveId" clId="{4DEEB11C-6F4E-434B-9DEA-240AA84EFB01}" dt="2026-05-27T02:30:19.445" v="4004" actId="165"/>
          <ac:spMkLst>
            <pc:docMk/>
            <pc:sldMk cId="3033095292" sldId="307"/>
            <ac:spMk id="81" creationId="{B827BAA7-0DD1-AC85-D4EA-5E1E1FA951D6}"/>
          </ac:spMkLst>
        </pc:spChg>
        <pc:spChg chg="mod">
          <ac:chgData name="JAEYEON KIM" userId="5fd88c3b828d6b87" providerId="LiveId" clId="{4DEEB11C-6F4E-434B-9DEA-240AA84EFB01}" dt="2026-05-27T02:30:19.445" v="4004" actId="165"/>
          <ac:spMkLst>
            <pc:docMk/>
            <pc:sldMk cId="3033095292" sldId="307"/>
            <ac:spMk id="84" creationId="{DF7FCA17-9A1F-5224-7FB0-8983F58C1A83}"/>
          </ac:spMkLst>
        </pc:spChg>
        <pc:spChg chg="mod">
          <ac:chgData name="JAEYEON KIM" userId="5fd88c3b828d6b87" providerId="LiveId" clId="{4DEEB11C-6F4E-434B-9DEA-240AA84EFB01}" dt="2026-05-27T02:30:19.445" v="4004" actId="165"/>
          <ac:spMkLst>
            <pc:docMk/>
            <pc:sldMk cId="3033095292" sldId="307"/>
            <ac:spMk id="85" creationId="{8E78CC5F-7088-374B-31FD-03ECD58E548F}"/>
          </ac:spMkLst>
        </pc:spChg>
        <pc:spChg chg="mod">
          <ac:chgData name="JAEYEON KIM" userId="5fd88c3b828d6b87" providerId="LiveId" clId="{4DEEB11C-6F4E-434B-9DEA-240AA84EFB01}" dt="2026-05-27T02:30:19.445" v="4004" actId="165"/>
          <ac:spMkLst>
            <pc:docMk/>
            <pc:sldMk cId="3033095292" sldId="307"/>
            <ac:spMk id="88" creationId="{31956558-3AAA-B7CF-9B3D-A1CCD657D7DB}"/>
          </ac:spMkLst>
        </pc:spChg>
        <pc:spChg chg="mod">
          <ac:chgData name="JAEYEON KIM" userId="5fd88c3b828d6b87" providerId="LiveId" clId="{4DEEB11C-6F4E-434B-9DEA-240AA84EFB01}" dt="2026-05-27T02:30:19.445" v="4004" actId="165"/>
          <ac:spMkLst>
            <pc:docMk/>
            <pc:sldMk cId="3033095292" sldId="307"/>
            <ac:spMk id="96" creationId="{3F888D46-2771-A4DE-8429-8E77D39DFB04}"/>
          </ac:spMkLst>
        </pc:spChg>
        <pc:spChg chg="mod">
          <ac:chgData name="JAEYEON KIM" userId="5fd88c3b828d6b87" providerId="LiveId" clId="{4DEEB11C-6F4E-434B-9DEA-240AA84EFB01}" dt="2026-05-27T02:30:19.445" v="4004" actId="165"/>
          <ac:spMkLst>
            <pc:docMk/>
            <pc:sldMk cId="3033095292" sldId="307"/>
            <ac:spMk id="98" creationId="{E1E5FA79-B471-69FE-0C57-DF0711183782}"/>
          </ac:spMkLst>
        </pc:spChg>
        <pc:grpChg chg="mod">
          <ac:chgData name="JAEYEON KIM" userId="5fd88c3b828d6b87" providerId="LiveId" clId="{4DEEB11C-6F4E-434B-9DEA-240AA84EFB01}" dt="2026-05-26T08:20:14.394" v="2097" actId="1036"/>
          <ac:grpSpMkLst>
            <pc:docMk/>
            <pc:sldMk cId="3033095292" sldId="307"/>
            <ac:grpSpMk id="9" creationId="{B475F3CB-4CA3-F7A0-7434-C4AC8418C987}"/>
          </ac:grpSpMkLst>
        </pc:grpChg>
        <pc:grpChg chg="add mod">
          <ac:chgData name="JAEYEON KIM" userId="5fd88c3b828d6b87" providerId="LiveId" clId="{4DEEB11C-6F4E-434B-9DEA-240AA84EFB01}" dt="2026-05-26T08:20:24.946" v="2123" actId="1036"/>
          <ac:grpSpMkLst>
            <pc:docMk/>
            <pc:sldMk cId="3033095292" sldId="307"/>
            <ac:grpSpMk id="10" creationId="{2DA0F150-C856-F3A7-F2DF-B76D346D1407}"/>
          </ac:grpSpMkLst>
        </pc:grpChg>
        <pc:grpChg chg="add mod">
          <ac:chgData name="JAEYEON KIM" userId="5fd88c3b828d6b87" providerId="LiveId" clId="{4DEEB11C-6F4E-434B-9DEA-240AA84EFB01}" dt="2026-05-27T02:30:32.411" v="4006" actId="1076"/>
          <ac:grpSpMkLst>
            <pc:docMk/>
            <pc:sldMk cId="3033095292" sldId="307"/>
            <ac:grpSpMk id="12" creationId="{C8C7E234-9D7B-3A0A-E335-90E0B28B283D}"/>
          </ac:grpSpMkLst>
        </pc:grpChg>
        <pc:grpChg chg="mod">
          <ac:chgData name="JAEYEON KIM" userId="5fd88c3b828d6b87" providerId="LiveId" clId="{4DEEB11C-6F4E-434B-9DEA-240AA84EFB01}" dt="2026-05-26T08:20:19.988" v="2098" actId="164"/>
          <ac:grpSpMkLst>
            <pc:docMk/>
            <pc:sldMk cId="3033095292" sldId="307"/>
            <ac:grpSpMk id="105" creationId="{4C878D75-5CDF-3AD8-9F6E-E43DE1704848}"/>
          </ac:grpSpMkLst>
        </pc:grpChg>
        <pc:grpChg chg="del mod">
          <ac:chgData name="JAEYEON KIM" userId="5fd88c3b828d6b87" providerId="LiveId" clId="{4DEEB11C-6F4E-434B-9DEA-240AA84EFB01}" dt="2026-05-27T02:30:35.600" v="4007" actId="478"/>
          <ac:grpSpMkLst>
            <pc:docMk/>
            <pc:sldMk cId="3033095292" sldId="307"/>
            <ac:grpSpMk id="106" creationId="{5808EC5A-53F0-B101-8129-D7EE837C894A}"/>
          </ac:grpSpMkLst>
        </pc:grpChg>
      </pc:sldChg>
      <pc:sldChg chg="addSp delSp modSp add mod">
        <pc:chgData name="JAEYEON KIM" userId="5fd88c3b828d6b87" providerId="LiveId" clId="{4DEEB11C-6F4E-434B-9DEA-240AA84EFB01}" dt="2026-05-27T04:26:08.617" v="4932" actId="20577"/>
        <pc:sldMkLst>
          <pc:docMk/>
          <pc:sldMk cId="3871140607" sldId="308"/>
        </pc:sldMkLst>
        <pc:spChg chg="mod">
          <ac:chgData name="JAEYEON KIM" userId="5fd88c3b828d6b87" providerId="LiveId" clId="{4DEEB11C-6F4E-434B-9DEA-240AA84EFB01}" dt="2026-05-27T02:10:26.021" v="3431" actId="207"/>
          <ac:spMkLst>
            <pc:docMk/>
            <pc:sldMk cId="3871140607" sldId="308"/>
            <ac:spMk id="5" creationId="{B0821FEC-4B31-A9D3-125D-D7AEB7F0AAD0}"/>
          </ac:spMkLst>
        </pc:spChg>
        <pc:spChg chg="mod">
          <ac:chgData name="JAEYEON KIM" userId="5fd88c3b828d6b87" providerId="LiveId" clId="{4DEEB11C-6F4E-434B-9DEA-240AA84EFB01}" dt="2026-05-27T02:13:20.660" v="3435"/>
          <ac:spMkLst>
            <pc:docMk/>
            <pc:sldMk cId="3871140607" sldId="308"/>
            <ac:spMk id="18" creationId="{6BDC4A72-1052-9DAA-0DE7-5D5D2A3F9D38}"/>
          </ac:spMkLst>
        </pc:spChg>
        <pc:spChg chg="del">
          <ac:chgData name="JAEYEON KIM" userId="5fd88c3b828d6b87" providerId="LiveId" clId="{4DEEB11C-6F4E-434B-9DEA-240AA84EFB01}" dt="2026-05-27T02:23:35.240" v="3869" actId="478"/>
          <ac:spMkLst>
            <pc:docMk/>
            <pc:sldMk cId="3871140607" sldId="308"/>
            <ac:spMk id="25" creationId="{CA65CB64-66E7-95B3-1C27-81E2BF6F227B}"/>
          </ac:spMkLst>
        </pc:spChg>
        <pc:spChg chg="del">
          <ac:chgData name="JAEYEON KIM" userId="5fd88c3b828d6b87" providerId="LiveId" clId="{4DEEB11C-6F4E-434B-9DEA-240AA84EFB01}" dt="2026-05-27T02:23:43.004" v="3874" actId="478"/>
          <ac:spMkLst>
            <pc:docMk/>
            <pc:sldMk cId="3871140607" sldId="308"/>
            <ac:spMk id="27" creationId="{3A053650-3032-A90B-B3CD-07BCAB207947}"/>
          </ac:spMkLst>
        </pc:spChg>
        <pc:spChg chg="del">
          <ac:chgData name="JAEYEON KIM" userId="5fd88c3b828d6b87" providerId="LiveId" clId="{4DEEB11C-6F4E-434B-9DEA-240AA84EFB01}" dt="2026-05-27T02:23:39.668" v="3870" actId="478"/>
          <ac:spMkLst>
            <pc:docMk/>
            <pc:sldMk cId="3871140607" sldId="308"/>
            <ac:spMk id="28" creationId="{B508B1C2-1746-6BC2-434C-C28B047DF94B}"/>
          </ac:spMkLst>
        </pc:spChg>
        <pc:spChg chg="del">
          <ac:chgData name="JAEYEON KIM" userId="5fd88c3b828d6b87" providerId="LiveId" clId="{4DEEB11C-6F4E-434B-9DEA-240AA84EFB01}" dt="2026-05-27T02:23:46.817" v="3877" actId="478"/>
          <ac:spMkLst>
            <pc:docMk/>
            <pc:sldMk cId="3871140607" sldId="308"/>
            <ac:spMk id="30" creationId="{CB906C17-1D40-0DD9-E136-D0F894A76C43}"/>
          </ac:spMkLst>
        </pc:spChg>
        <pc:spChg chg="del">
          <ac:chgData name="JAEYEON KIM" userId="5fd88c3b828d6b87" providerId="LiveId" clId="{4DEEB11C-6F4E-434B-9DEA-240AA84EFB01}" dt="2026-05-27T02:23:35.240" v="3869" actId="478"/>
          <ac:spMkLst>
            <pc:docMk/>
            <pc:sldMk cId="3871140607" sldId="308"/>
            <ac:spMk id="31" creationId="{0A199880-AE9C-E612-C286-6795B8BD24AE}"/>
          </ac:spMkLst>
        </pc:spChg>
        <pc:spChg chg="del">
          <ac:chgData name="JAEYEON KIM" userId="5fd88c3b828d6b87" providerId="LiveId" clId="{4DEEB11C-6F4E-434B-9DEA-240AA84EFB01}" dt="2026-05-27T02:23:35.240" v="3869" actId="478"/>
          <ac:spMkLst>
            <pc:docMk/>
            <pc:sldMk cId="3871140607" sldId="308"/>
            <ac:spMk id="32" creationId="{F835040D-72FB-38C0-2560-C65060957A62}"/>
          </ac:spMkLst>
        </pc:spChg>
        <pc:spChg chg="del">
          <ac:chgData name="JAEYEON KIM" userId="5fd88c3b828d6b87" providerId="LiveId" clId="{4DEEB11C-6F4E-434B-9DEA-240AA84EFB01}" dt="2026-05-27T02:23:35.240" v="3869" actId="478"/>
          <ac:spMkLst>
            <pc:docMk/>
            <pc:sldMk cId="3871140607" sldId="308"/>
            <ac:spMk id="33" creationId="{9573B755-4379-D751-D6E8-ED9365EDF64D}"/>
          </ac:spMkLst>
        </pc:spChg>
        <pc:spChg chg="del">
          <ac:chgData name="JAEYEON KIM" userId="5fd88c3b828d6b87" providerId="LiveId" clId="{4DEEB11C-6F4E-434B-9DEA-240AA84EFB01}" dt="2026-05-27T02:23:35.240" v="3869" actId="478"/>
          <ac:spMkLst>
            <pc:docMk/>
            <pc:sldMk cId="3871140607" sldId="308"/>
            <ac:spMk id="37" creationId="{4246A437-723D-8431-58AF-C8C92AA22DAD}"/>
          </ac:spMkLst>
        </pc:spChg>
        <pc:spChg chg="del">
          <ac:chgData name="JAEYEON KIM" userId="5fd88c3b828d6b87" providerId="LiveId" clId="{4DEEB11C-6F4E-434B-9DEA-240AA84EFB01}" dt="2026-05-27T02:23:35.240" v="3869" actId="478"/>
          <ac:spMkLst>
            <pc:docMk/>
            <pc:sldMk cId="3871140607" sldId="308"/>
            <ac:spMk id="38" creationId="{1F66B0E2-2274-DC64-F638-93BCB3B711C6}"/>
          </ac:spMkLst>
        </pc:spChg>
        <pc:spChg chg="del">
          <ac:chgData name="JAEYEON KIM" userId="5fd88c3b828d6b87" providerId="LiveId" clId="{4DEEB11C-6F4E-434B-9DEA-240AA84EFB01}" dt="2026-05-27T02:23:41.629" v="3873" actId="478"/>
          <ac:spMkLst>
            <pc:docMk/>
            <pc:sldMk cId="3871140607" sldId="308"/>
            <ac:spMk id="40" creationId="{F51D8DD7-C7C6-666E-F49C-8A6BE2E00528}"/>
          </ac:spMkLst>
        </pc:spChg>
        <pc:spChg chg="del">
          <ac:chgData name="JAEYEON KIM" userId="5fd88c3b828d6b87" providerId="LiveId" clId="{4DEEB11C-6F4E-434B-9DEA-240AA84EFB01}" dt="2026-05-27T02:23:40.113" v="3871" actId="478"/>
          <ac:spMkLst>
            <pc:docMk/>
            <pc:sldMk cId="3871140607" sldId="308"/>
            <ac:spMk id="41" creationId="{6026A0C3-0862-F5E9-3A4D-B2ACF0720861}"/>
          </ac:spMkLst>
        </pc:spChg>
        <pc:spChg chg="del mod">
          <ac:chgData name="JAEYEON KIM" userId="5fd88c3b828d6b87" providerId="LiveId" clId="{4DEEB11C-6F4E-434B-9DEA-240AA84EFB01}" dt="2026-05-27T02:23:53.755" v="3881" actId="478"/>
          <ac:spMkLst>
            <pc:docMk/>
            <pc:sldMk cId="3871140607" sldId="308"/>
            <ac:spMk id="42" creationId="{4342FE8B-E3A5-5AB4-3B6A-FEA393189883}"/>
          </ac:spMkLst>
        </pc:spChg>
        <pc:spChg chg="del">
          <ac:chgData name="JAEYEON KIM" userId="5fd88c3b828d6b87" providerId="LiveId" clId="{4DEEB11C-6F4E-434B-9DEA-240AA84EFB01}" dt="2026-05-27T02:23:35.240" v="3869" actId="478"/>
          <ac:spMkLst>
            <pc:docMk/>
            <pc:sldMk cId="3871140607" sldId="308"/>
            <ac:spMk id="43" creationId="{4A9A8062-5EE5-BA65-656C-BA7DF824EDCF}"/>
          </ac:spMkLst>
        </pc:spChg>
        <pc:spChg chg="del">
          <ac:chgData name="JAEYEON KIM" userId="5fd88c3b828d6b87" providerId="LiveId" clId="{4DEEB11C-6F4E-434B-9DEA-240AA84EFB01}" dt="2026-05-27T02:23:53.755" v="3881" actId="478"/>
          <ac:spMkLst>
            <pc:docMk/>
            <pc:sldMk cId="3871140607" sldId="308"/>
            <ac:spMk id="44" creationId="{F1EA1494-CD8E-2937-D204-2B1A4EE8142F}"/>
          </ac:spMkLst>
        </pc:spChg>
        <pc:spChg chg="del">
          <ac:chgData name="JAEYEON KIM" userId="5fd88c3b828d6b87" providerId="LiveId" clId="{4DEEB11C-6F4E-434B-9DEA-240AA84EFB01}" dt="2026-05-27T02:23:35.240" v="3869" actId="478"/>
          <ac:spMkLst>
            <pc:docMk/>
            <pc:sldMk cId="3871140607" sldId="308"/>
            <ac:spMk id="45" creationId="{FD32BF33-3A3C-DBC8-C6D9-264F8EC92A58}"/>
          </ac:spMkLst>
        </pc:spChg>
        <pc:spChg chg="del">
          <ac:chgData name="JAEYEON KIM" userId="5fd88c3b828d6b87" providerId="LiveId" clId="{4DEEB11C-6F4E-434B-9DEA-240AA84EFB01}" dt="2026-05-27T02:23:35.240" v="3869" actId="478"/>
          <ac:spMkLst>
            <pc:docMk/>
            <pc:sldMk cId="3871140607" sldId="308"/>
            <ac:spMk id="46" creationId="{9129E4BD-3E70-5E3D-6FA8-1F655F589D1D}"/>
          </ac:spMkLst>
        </pc:spChg>
        <pc:spChg chg="del">
          <ac:chgData name="JAEYEON KIM" userId="5fd88c3b828d6b87" providerId="LiveId" clId="{4DEEB11C-6F4E-434B-9DEA-240AA84EFB01}" dt="2026-05-27T02:23:35.240" v="3869" actId="478"/>
          <ac:spMkLst>
            <pc:docMk/>
            <pc:sldMk cId="3871140607" sldId="308"/>
            <ac:spMk id="53" creationId="{3AC61AD1-42F4-0021-E24D-439F1F3E3E65}"/>
          </ac:spMkLst>
        </pc:spChg>
        <pc:spChg chg="del">
          <ac:chgData name="JAEYEON KIM" userId="5fd88c3b828d6b87" providerId="LiveId" clId="{4DEEB11C-6F4E-434B-9DEA-240AA84EFB01}" dt="2026-05-27T02:23:53.755" v="3881" actId="478"/>
          <ac:spMkLst>
            <pc:docMk/>
            <pc:sldMk cId="3871140607" sldId="308"/>
            <ac:spMk id="54" creationId="{1A540525-10EB-932C-7F17-64C444E28897}"/>
          </ac:spMkLst>
        </pc:spChg>
        <pc:spChg chg="del">
          <ac:chgData name="JAEYEON KIM" userId="5fd88c3b828d6b87" providerId="LiveId" clId="{4DEEB11C-6F4E-434B-9DEA-240AA84EFB01}" dt="2026-05-27T02:23:53.755" v="3881" actId="478"/>
          <ac:spMkLst>
            <pc:docMk/>
            <pc:sldMk cId="3871140607" sldId="308"/>
            <ac:spMk id="55" creationId="{1C69FE92-6AC9-6C9F-F9FC-B45C83E6E03F}"/>
          </ac:spMkLst>
        </pc:spChg>
        <pc:spChg chg="del">
          <ac:chgData name="JAEYEON KIM" userId="5fd88c3b828d6b87" providerId="LiveId" clId="{4DEEB11C-6F4E-434B-9DEA-240AA84EFB01}" dt="2026-05-27T02:23:53.755" v="3881" actId="478"/>
          <ac:spMkLst>
            <pc:docMk/>
            <pc:sldMk cId="3871140607" sldId="308"/>
            <ac:spMk id="56" creationId="{E1BD13DD-FA65-AAEF-6AD5-CAE9BA8F69D6}"/>
          </ac:spMkLst>
        </pc:spChg>
        <pc:spChg chg="mod">
          <ac:chgData name="JAEYEON KIM" userId="5fd88c3b828d6b87" providerId="LiveId" clId="{4DEEB11C-6F4E-434B-9DEA-240AA84EFB01}" dt="2026-05-27T02:14:48.870" v="3486" actId="207"/>
          <ac:spMkLst>
            <pc:docMk/>
            <pc:sldMk cId="3871140607" sldId="308"/>
            <ac:spMk id="59" creationId="{2914EC21-D979-70F5-C116-B762721A21CF}"/>
          </ac:spMkLst>
        </pc:spChg>
        <pc:spChg chg="mod">
          <ac:chgData name="JAEYEON KIM" userId="5fd88c3b828d6b87" providerId="LiveId" clId="{4DEEB11C-6F4E-434B-9DEA-240AA84EFB01}" dt="2026-05-27T02:13:20.660" v="3435"/>
          <ac:spMkLst>
            <pc:docMk/>
            <pc:sldMk cId="3871140607" sldId="308"/>
            <ac:spMk id="110" creationId="{D799B61B-3F85-126B-1774-65D5EF8A5ABB}"/>
          </ac:spMkLst>
        </pc:spChg>
        <pc:spChg chg="mod">
          <ac:chgData name="JAEYEON KIM" userId="5fd88c3b828d6b87" providerId="LiveId" clId="{4DEEB11C-6F4E-434B-9DEA-240AA84EFB01}" dt="2026-05-27T02:13:20.660" v="3435"/>
          <ac:spMkLst>
            <pc:docMk/>
            <pc:sldMk cId="3871140607" sldId="308"/>
            <ac:spMk id="116" creationId="{0A4D3C2E-5AB4-2B7C-A8CE-D0F4BEF60BB2}"/>
          </ac:spMkLst>
        </pc:spChg>
        <pc:spChg chg="mod">
          <ac:chgData name="JAEYEON KIM" userId="5fd88c3b828d6b87" providerId="LiveId" clId="{4DEEB11C-6F4E-434B-9DEA-240AA84EFB01}" dt="2026-05-27T02:13:20.660" v="3435"/>
          <ac:spMkLst>
            <pc:docMk/>
            <pc:sldMk cId="3871140607" sldId="308"/>
            <ac:spMk id="120" creationId="{541EEC41-F94E-FBB7-098F-4548E5D44411}"/>
          </ac:spMkLst>
        </pc:spChg>
        <pc:spChg chg="mod">
          <ac:chgData name="JAEYEON KIM" userId="5fd88c3b828d6b87" providerId="LiveId" clId="{4DEEB11C-6F4E-434B-9DEA-240AA84EFB01}" dt="2026-05-27T02:13:20.660" v="3435"/>
          <ac:spMkLst>
            <pc:docMk/>
            <pc:sldMk cId="3871140607" sldId="308"/>
            <ac:spMk id="125" creationId="{F37EC86F-D620-56C1-0762-C26B723CC583}"/>
          </ac:spMkLst>
        </pc:spChg>
        <pc:spChg chg="mod">
          <ac:chgData name="JAEYEON KIM" userId="5fd88c3b828d6b87" providerId="LiveId" clId="{4DEEB11C-6F4E-434B-9DEA-240AA84EFB01}" dt="2026-05-27T02:13:20.660" v="3435"/>
          <ac:spMkLst>
            <pc:docMk/>
            <pc:sldMk cId="3871140607" sldId="308"/>
            <ac:spMk id="130" creationId="{DE3BFD43-158C-B81A-DED9-A09B0296D74F}"/>
          </ac:spMkLst>
        </pc:spChg>
        <pc:spChg chg="mod">
          <ac:chgData name="JAEYEON KIM" userId="5fd88c3b828d6b87" providerId="LiveId" clId="{4DEEB11C-6F4E-434B-9DEA-240AA84EFB01}" dt="2026-05-27T02:13:20.660" v="3435"/>
          <ac:spMkLst>
            <pc:docMk/>
            <pc:sldMk cId="3871140607" sldId="308"/>
            <ac:spMk id="132" creationId="{D3CFF8F5-4EF6-C7B7-B123-2F9D5087F033}"/>
          </ac:spMkLst>
        </pc:spChg>
        <pc:spChg chg="mod">
          <ac:chgData name="JAEYEON KIM" userId="5fd88c3b828d6b87" providerId="LiveId" clId="{4DEEB11C-6F4E-434B-9DEA-240AA84EFB01}" dt="2026-05-27T02:13:20.660" v="3435"/>
          <ac:spMkLst>
            <pc:docMk/>
            <pc:sldMk cId="3871140607" sldId="308"/>
            <ac:spMk id="138" creationId="{863600B5-E4CB-47B6-F71B-F4E347702BB2}"/>
          </ac:spMkLst>
        </pc:spChg>
        <pc:spChg chg="mod">
          <ac:chgData name="JAEYEON KIM" userId="5fd88c3b828d6b87" providerId="LiveId" clId="{4DEEB11C-6F4E-434B-9DEA-240AA84EFB01}" dt="2026-05-27T02:13:20.660" v="3435"/>
          <ac:spMkLst>
            <pc:docMk/>
            <pc:sldMk cId="3871140607" sldId="308"/>
            <ac:spMk id="160" creationId="{4EE32F0E-3F87-E5C8-F687-EC234C44CCC7}"/>
          </ac:spMkLst>
        </pc:spChg>
        <pc:spChg chg="mod">
          <ac:chgData name="JAEYEON KIM" userId="5fd88c3b828d6b87" providerId="LiveId" clId="{4DEEB11C-6F4E-434B-9DEA-240AA84EFB01}" dt="2026-05-27T02:13:20.660" v="3435"/>
          <ac:spMkLst>
            <pc:docMk/>
            <pc:sldMk cId="3871140607" sldId="308"/>
            <ac:spMk id="163" creationId="{9105A2DB-79A9-FC5D-1132-CA7829B23CD8}"/>
          </ac:spMkLst>
        </pc:spChg>
        <pc:spChg chg="mod">
          <ac:chgData name="JAEYEON KIM" userId="5fd88c3b828d6b87" providerId="LiveId" clId="{4DEEB11C-6F4E-434B-9DEA-240AA84EFB01}" dt="2026-05-27T02:15:59.431" v="3492" actId="13822"/>
          <ac:spMkLst>
            <pc:docMk/>
            <pc:sldMk cId="3871140607" sldId="308"/>
            <ac:spMk id="168" creationId="{9700A312-C6AF-60A0-5782-FDE7715D820B}"/>
          </ac:spMkLst>
        </pc:spChg>
        <pc:spChg chg="mod">
          <ac:chgData name="JAEYEON KIM" userId="5fd88c3b828d6b87" providerId="LiveId" clId="{4DEEB11C-6F4E-434B-9DEA-240AA84EFB01}" dt="2026-05-27T02:15:59.431" v="3492" actId="13822"/>
          <ac:spMkLst>
            <pc:docMk/>
            <pc:sldMk cId="3871140607" sldId="308"/>
            <ac:spMk id="169" creationId="{57C1ED40-6BFA-05BD-0179-9742E4163C44}"/>
          </ac:spMkLst>
        </pc:spChg>
        <pc:spChg chg="mod">
          <ac:chgData name="JAEYEON KIM" userId="5fd88c3b828d6b87" providerId="LiveId" clId="{4DEEB11C-6F4E-434B-9DEA-240AA84EFB01}" dt="2026-05-27T02:15:59.431" v="3492" actId="13822"/>
          <ac:spMkLst>
            <pc:docMk/>
            <pc:sldMk cId="3871140607" sldId="308"/>
            <ac:spMk id="170" creationId="{881515F8-7058-0BFC-7D0F-07D3B607F0AD}"/>
          </ac:spMkLst>
        </pc:spChg>
        <pc:spChg chg="mod topLvl">
          <ac:chgData name="JAEYEON KIM" userId="5fd88c3b828d6b87" providerId="LiveId" clId="{4DEEB11C-6F4E-434B-9DEA-240AA84EFB01}" dt="2026-05-27T02:15:59.431" v="3492" actId="13822"/>
          <ac:spMkLst>
            <pc:docMk/>
            <pc:sldMk cId="3871140607" sldId="308"/>
            <ac:spMk id="171" creationId="{106AA938-4E3E-5056-9F12-C6BAF573E15D}"/>
          </ac:spMkLst>
        </pc:spChg>
        <pc:spChg chg="mod">
          <ac:chgData name="JAEYEON KIM" userId="5fd88c3b828d6b87" providerId="LiveId" clId="{4DEEB11C-6F4E-434B-9DEA-240AA84EFB01}" dt="2026-05-27T02:15:59.431" v="3492" actId="13822"/>
          <ac:spMkLst>
            <pc:docMk/>
            <pc:sldMk cId="3871140607" sldId="308"/>
            <ac:spMk id="172" creationId="{E3A87DDB-9EC2-C745-67DB-66EED1227A75}"/>
          </ac:spMkLst>
        </pc:spChg>
        <pc:spChg chg="mod">
          <ac:chgData name="JAEYEON KIM" userId="5fd88c3b828d6b87" providerId="LiveId" clId="{4DEEB11C-6F4E-434B-9DEA-240AA84EFB01}" dt="2026-05-27T02:31:28.523" v="4099" actId="165"/>
          <ac:spMkLst>
            <pc:docMk/>
            <pc:sldMk cId="3871140607" sldId="308"/>
            <ac:spMk id="174" creationId="{3C81B941-0964-6A0E-2B49-9CC595300C77}"/>
          </ac:spMkLst>
        </pc:spChg>
        <pc:spChg chg="mod">
          <ac:chgData name="JAEYEON KIM" userId="5fd88c3b828d6b87" providerId="LiveId" clId="{4DEEB11C-6F4E-434B-9DEA-240AA84EFB01}" dt="2026-05-27T02:31:28.523" v="4099" actId="165"/>
          <ac:spMkLst>
            <pc:docMk/>
            <pc:sldMk cId="3871140607" sldId="308"/>
            <ac:spMk id="175" creationId="{7A183434-AE26-F14E-FFF3-BDEBEF286D42}"/>
          </ac:spMkLst>
        </pc:spChg>
        <pc:spChg chg="mod topLvl">
          <ac:chgData name="JAEYEON KIM" userId="5fd88c3b828d6b87" providerId="LiveId" clId="{4DEEB11C-6F4E-434B-9DEA-240AA84EFB01}" dt="2026-05-27T02:18:52.358" v="3732" actId="165"/>
          <ac:spMkLst>
            <pc:docMk/>
            <pc:sldMk cId="3871140607" sldId="308"/>
            <ac:spMk id="188" creationId="{FF352F6B-0D71-A179-94F9-143E2A2C64FA}"/>
          </ac:spMkLst>
        </pc:spChg>
        <pc:spChg chg="mod topLvl">
          <ac:chgData name="JAEYEON KIM" userId="5fd88c3b828d6b87" providerId="LiveId" clId="{4DEEB11C-6F4E-434B-9DEA-240AA84EFB01}" dt="2026-05-27T02:18:52.358" v="3732" actId="165"/>
          <ac:spMkLst>
            <pc:docMk/>
            <pc:sldMk cId="3871140607" sldId="308"/>
            <ac:spMk id="189" creationId="{4FC5F0C6-DF4C-0C25-5FC1-3C59152B0B2D}"/>
          </ac:spMkLst>
        </pc:spChg>
        <pc:spChg chg="mod">
          <ac:chgData name="JAEYEON KIM" userId="5fd88c3b828d6b87" providerId="LiveId" clId="{4DEEB11C-6F4E-434B-9DEA-240AA84EFB01}" dt="2026-05-27T02:31:28.523" v="4099" actId="165"/>
          <ac:spMkLst>
            <pc:docMk/>
            <pc:sldMk cId="3871140607" sldId="308"/>
            <ac:spMk id="192" creationId="{ADF816C8-A186-8532-7FD1-B333CE45F6B1}"/>
          </ac:spMkLst>
        </pc:spChg>
        <pc:spChg chg="mod topLvl">
          <ac:chgData name="JAEYEON KIM" userId="5fd88c3b828d6b87" providerId="LiveId" clId="{4DEEB11C-6F4E-434B-9DEA-240AA84EFB01}" dt="2026-05-27T02:31:28.523" v="4099" actId="165"/>
          <ac:spMkLst>
            <pc:docMk/>
            <pc:sldMk cId="3871140607" sldId="308"/>
            <ac:spMk id="194" creationId="{1474E247-5535-B2EB-AF78-74D303E8F1EB}"/>
          </ac:spMkLst>
        </pc:spChg>
        <pc:spChg chg="mod">
          <ac:chgData name="JAEYEON KIM" userId="5fd88c3b828d6b87" providerId="LiveId" clId="{4DEEB11C-6F4E-434B-9DEA-240AA84EFB01}" dt="2026-05-27T02:16:58.256" v="3538" actId="2711"/>
          <ac:spMkLst>
            <pc:docMk/>
            <pc:sldMk cId="3871140607" sldId="308"/>
            <ac:spMk id="198" creationId="{2CB4FD89-FF8E-09F0-30B5-F841B85B3F4A}"/>
          </ac:spMkLst>
        </pc:spChg>
        <pc:spChg chg="mod topLvl">
          <ac:chgData name="JAEYEON KIM" userId="5fd88c3b828d6b87" providerId="LiveId" clId="{4DEEB11C-6F4E-434B-9DEA-240AA84EFB01}" dt="2026-05-27T02:18:52.358" v="3732" actId="165"/>
          <ac:spMkLst>
            <pc:docMk/>
            <pc:sldMk cId="3871140607" sldId="308"/>
            <ac:spMk id="202" creationId="{1B32E47F-E5CF-F78F-B66D-77E7545AE859}"/>
          </ac:spMkLst>
        </pc:spChg>
        <pc:spChg chg="mod">
          <ac:chgData name="JAEYEON KIM" userId="5fd88c3b828d6b87" providerId="LiveId" clId="{4DEEB11C-6F4E-434B-9DEA-240AA84EFB01}" dt="2026-05-27T02:31:28.523" v="4099" actId="165"/>
          <ac:spMkLst>
            <pc:docMk/>
            <pc:sldMk cId="3871140607" sldId="308"/>
            <ac:spMk id="203" creationId="{7575B265-26E5-0D2F-F37A-97BDA015B5F7}"/>
          </ac:spMkLst>
        </pc:spChg>
        <pc:spChg chg="mod topLvl">
          <ac:chgData name="JAEYEON KIM" userId="5fd88c3b828d6b87" providerId="LiveId" clId="{4DEEB11C-6F4E-434B-9DEA-240AA84EFB01}" dt="2026-05-27T02:24:09.461" v="3886" actId="20577"/>
          <ac:spMkLst>
            <pc:docMk/>
            <pc:sldMk cId="3871140607" sldId="308"/>
            <ac:spMk id="204" creationId="{F67EAC02-0E57-95CF-3C1E-A4258BAB1814}"/>
          </ac:spMkLst>
        </pc:spChg>
        <pc:spChg chg="mod">
          <ac:chgData name="JAEYEON KIM" userId="5fd88c3b828d6b87" providerId="LiveId" clId="{4DEEB11C-6F4E-434B-9DEA-240AA84EFB01}" dt="2026-05-27T02:31:28.523" v="4099" actId="165"/>
          <ac:spMkLst>
            <pc:docMk/>
            <pc:sldMk cId="3871140607" sldId="308"/>
            <ac:spMk id="207" creationId="{BE6B4DB3-18B8-0D83-8262-CA242052ACB5}"/>
          </ac:spMkLst>
        </pc:spChg>
        <pc:spChg chg="del mod">
          <ac:chgData name="JAEYEON KIM" userId="5fd88c3b828d6b87" providerId="LiveId" clId="{4DEEB11C-6F4E-434B-9DEA-240AA84EFB01}" dt="2026-05-27T02:18:11.428" v="3616" actId="478"/>
          <ac:spMkLst>
            <pc:docMk/>
            <pc:sldMk cId="3871140607" sldId="308"/>
            <ac:spMk id="208" creationId="{3EB48514-2507-0AFB-875A-707C67923C81}"/>
          </ac:spMkLst>
        </pc:spChg>
        <pc:spChg chg="mod">
          <ac:chgData name="JAEYEON KIM" userId="5fd88c3b828d6b87" providerId="LiveId" clId="{4DEEB11C-6F4E-434B-9DEA-240AA84EFB01}" dt="2026-05-27T02:31:28.523" v="4099" actId="165"/>
          <ac:spMkLst>
            <pc:docMk/>
            <pc:sldMk cId="3871140607" sldId="308"/>
            <ac:spMk id="210" creationId="{7D4A6D8C-6214-39ED-F1D3-9C19D2486559}"/>
          </ac:spMkLst>
        </pc:spChg>
        <pc:spChg chg="mod topLvl">
          <ac:chgData name="JAEYEON KIM" userId="5fd88c3b828d6b87" providerId="LiveId" clId="{4DEEB11C-6F4E-434B-9DEA-240AA84EFB01}" dt="2026-05-27T02:18:52.358" v="3732" actId="165"/>
          <ac:spMkLst>
            <pc:docMk/>
            <pc:sldMk cId="3871140607" sldId="308"/>
            <ac:spMk id="215" creationId="{64581714-04B0-F7D4-7E89-D88F03C80C30}"/>
          </ac:spMkLst>
        </pc:spChg>
        <pc:spChg chg="mod topLvl">
          <ac:chgData name="JAEYEON KIM" userId="5fd88c3b828d6b87" providerId="LiveId" clId="{4DEEB11C-6F4E-434B-9DEA-240AA84EFB01}" dt="2026-05-27T02:18:52.358" v="3732" actId="165"/>
          <ac:spMkLst>
            <pc:docMk/>
            <pc:sldMk cId="3871140607" sldId="308"/>
            <ac:spMk id="217" creationId="{1F206E55-A0CC-EB8C-E7A7-C23B64BCC18F}"/>
          </ac:spMkLst>
        </pc:spChg>
        <pc:spChg chg="del mod">
          <ac:chgData name="JAEYEON KIM" userId="5fd88c3b828d6b87" providerId="LiveId" clId="{4DEEB11C-6F4E-434B-9DEA-240AA84EFB01}" dt="2026-05-27T02:18:09.859" v="3615" actId="478"/>
          <ac:spMkLst>
            <pc:docMk/>
            <pc:sldMk cId="3871140607" sldId="308"/>
            <ac:spMk id="218" creationId="{52DF654D-1E6F-26B5-76F9-567CCF6C0800}"/>
          </ac:spMkLst>
        </pc:spChg>
        <pc:spChg chg="mod topLvl">
          <ac:chgData name="JAEYEON KIM" userId="5fd88c3b828d6b87" providerId="LiveId" clId="{4DEEB11C-6F4E-434B-9DEA-240AA84EFB01}" dt="2026-05-27T02:18:52.358" v="3732" actId="165"/>
          <ac:spMkLst>
            <pc:docMk/>
            <pc:sldMk cId="3871140607" sldId="308"/>
            <ac:spMk id="227" creationId="{42E7B71E-6E23-A89E-1E6E-9D80F1AC0E3F}"/>
          </ac:spMkLst>
        </pc:spChg>
        <pc:spChg chg="del mod">
          <ac:chgData name="JAEYEON KIM" userId="5fd88c3b828d6b87" providerId="LiveId" clId="{4DEEB11C-6F4E-434B-9DEA-240AA84EFB01}" dt="2026-05-27T02:18:08.560" v="3614" actId="478"/>
          <ac:spMkLst>
            <pc:docMk/>
            <pc:sldMk cId="3871140607" sldId="308"/>
            <ac:spMk id="228" creationId="{D7CBE824-B9F7-9CC0-9A6F-18FEE4646657}"/>
          </ac:spMkLst>
        </pc:spChg>
        <pc:spChg chg="del">
          <ac:chgData name="JAEYEON KIM" userId="5fd88c3b828d6b87" providerId="LiveId" clId="{4DEEB11C-6F4E-434B-9DEA-240AA84EFB01}" dt="2026-05-27T02:17:15.701" v="3539" actId="478"/>
          <ac:spMkLst>
            <pc:docMk/>
            <pc:sldMk cId="3871140607" sldId="308"/>
            <ac:spMk id="230" creationId="{839E4BA2-594D-CEA2-0EFD-EF0E47E07583}"/>
          </ac:spMkLst>
        </pc:spChg>
        <pc:spChg chg="del">
          <ac:chgData name="JAEYEON KIM" userId="5fd88c3b828d6b87" providerId="LiveId" clId="{4DEEB11C-6F4E-434B-9DEA-240AA84EFB01}" dt="2026-05-27T02:17:36.543" v="3565" actId="478"/>
          <ac:spMkLst>
            <pc:docMk/>
            <pc:sldMk cId="3871140607" sldId="308"/>
            <ac:spMk id="232" creationId="{8EC8C3E7-7055-4424-4D39-AF526CC9337C}"/>
          </ac:spMkLst>
        </pc:spChg>
        <pc:spChg chg="del">
          <ac:chgData name="JAEYEON KIM" userId="5fd88c3b828d6b87" providerId="LiveId" clId="{4DEEB11C-6F4E-434B-9DEA-240AA84EFB01}" dt="2026-05-27T02:17:46.542" v="3583" actId="478"/>
          <ac:spMkLst>
            <pc:docMk/>
            <pc:sldMk cId="3871140607" sldId="308"/>
            <ac:spMk id="234" creationId="{A8BE94B5-8E9B-DC9B-F903-0E0089568B01}"/>
          </ac:spMkLst>
        </pc:spChg>
        <pc:spChg chg="del">
          <ac:chgData name="JAEYEON KIM" userId="5fd88c3b828d6b87" providerId="LiveId" clId="{4DEEB11C-6F4E-434B-9DEA-240AA84EFB01}" dt="2026-05-27T02:17:54.679" v="3596" actId="478"/>
          <ac:spMkLst>
            <pc:docMk/>
            <pc:sldMk cId="3871140607" sldId="308"/>
            <ac:spMk id="236" creationId="{91FF4463-2F09-B944-6619-0522BA1E3E9C}"/>
          </ac:spMkLst>
        </pc:spChg>
        <pc:spChg chg="del mod">
          <ac:chgData name="JAEYEON KIM" userId="5fd88c3b828d6b87" providerId="LiveId" clId="{4DEEB11C-6F4E-434B-9DEA-240AA84EFB01}" dt="2026-05-27T02:18:06.502" v="3613" actId="478"/>
          <ac:spMkLst>
            <pc:docMk/>
            <pc:sldMk cId="3871140607" sldId="308"/>
            <ac:spMk id="238" creationId="{F2AAA709-C845-F2B5-0128-4295B29FDB86}"/>
          </ac:spMkLst>
        </pc:spChg>
        <pc:spChg chg="del mod topLvl">
          <ac:chgData name="JAEYEON KIM" userId="5fd88c3b828d6b87" providerId="LiveId" clId="{4DEEB11C-6F4E-434B-9DEA-240AA84EFB01}" dt="2026-05-27T02:18:55.021" v="3733" actId="478"/>
          <ac:spMkLst>
            <pc:docMk/>
            <pc:sldMk cId="3871140607" sldId="308"/>
            <ac:spMk id="239" creationId="{7BFCA6D3-D39E-5A71-E32F-009C7CD3D8FB}"/>
          </ac:spMkLst>
        </pc:spChg>
        <pc:spChg chg="mod topLvl">
          <ac:chgData name="JAEYEON KIM" userId="5fd88c3b828d6b87" providerId="LiveId" clId="{4DEEB11C-6F4E-434B-9DEA-240AA84EFB01}" dt="2026-05-27T02:31:28.523" v="4099" actId="165"/>
          <ac:spMkLst>
            <pc:docMk/>
            <pc:sldMk cId="3871140607" sldId="308"/>
            <ac:spMk id="240" creationId="{9F9DD826-FBA2-F7BB-0B07-40D649AC482F}"/>
          </ac:spMkLst>
        </pc:spChg>
        <pc:spChg chg="del">
          <ac:chgData name="JAEYEON KIM" userId="5fd88c3b828d6b87" providerId="LiveId" clId="{4DEEB11C-6F4E-434B-9DEA-240AA84EFB01}" dt="2026-05-27T02:18:55.681" v="3734" actId="478"/>
          <ac:spMkLst>
            <pc:docMk/>
            <pc:sldMk cId="3871140607" sldId="308"/>
            <ac:spMk id="241" creationId="{D428B705-941E-28EA-2292-24026FEAEDCE}"/>
          </ac:spMkLst>
        </pc:spChg>
        <pc:spChg chg="mod">
          <ac:chgData name="JAEYEON KIM" userId="5fd88c3b828d6b87" providerId="LiveId" clId="{4DEEB11C-6F4E-434B-9DEA-240AA84EFB01}" dt="2026-05-27T02:17:42.948" v="3582" actId="1035"/>
          <ac:spMkLst>
            <pc:docMk/>
            <pc:sldMk cId="3871140607" sldId="308"/>
            <ac:spMk id="242" creationId="{818DA4BC-FF3C-A7C6-274B-CD19B40AD7D2}"/>
          </ac:spMkLst>
        </pc:spChg>
        <pc:spChg chg="del">
          <ac:chgData name="JAEYEON KIM" userId="5fd88c3b828d6b87" providerId="LiveId" clId="{4DEEB11C-6F4E-434B-9DEA-240AA84EFB01}" dt="2026-05-27T02:18:56.538" v="3735" actId="478"/>
          <ac:spMkLst>
            <pc:docMk/>
            <pc:sldMk cId="3871140607" sldId="308"/>
            <ac:spMk id="243" creationId="{39C6D651-DAB0-6D98-18D1-C44801F6DB3A}"/>
          </ac:spMkLst>
        </pc:spChg>
        <pc:spChg chg="mod">
          <ac:chgData name="JAEYEON KIM" userId="5fd88c3b828d6b87" providerId="LiveId" clId="{4DEEB11C-6F4E-434B-9DEA-240AA84EFB01}" dt="2026-05-27T02:17:50.803" v="3595" actId="1035"/>
          <ac:spMkLst>
            <pc:docMk/>
            <pc:sldMk cId="3871140607" sldId="308"/>
            <ac:spMk id="244" creationId="{76DE8DAC-0431-5B0F-7EAA-A819C5AB1D32}"/>
          </ac:spMkLst>
        </pc:spChg>
        <pc:spChg chg="del">
          <ac:chgData name="JAEYEON KIM" userId="5fd88c3b828d6b87" providerId="LiveId" clId="{4DEEB11C-6F4E-434B-9DEA-240AA84EFB01}" dt="2026-05-27T02:18:57.206" v="3736" actId="478"/>
          <ac:spMkLst>
            <pc:docMk/>
            <pc:sldMk cId="3871140607" sldId="308"/>
            <ac:spMk id="245" creationId="{5DC3176A-B11B-F401-F600-20659391B169}"/>
          </ac:spMkLst>
        </pc:spChg>
        <pc:spChg chg="mod">
          <ac:chgData name="JAEYEON KIM" userId="5fd88c3b828d6b87" providerId="LiveId" clId="{4DEEB11C-6F4E-434B-9DEA-240AA84EFB01}" dt="2026-05-27T02:17:59.686" v="3612" actId="1035"/>
          <ac:spMkLst>
            <pc:docMk/>
            <pc:sldMk cId="3871140607" sldId="308"/>
            <ac:spMk id="246" creationId="{42026D1A-10E7-1DF4-6697-1D61732C3D8C}"/>
          </ac:spMkLst>
        </pc:spChg>
        <pc:spChg chg="del">
          <ac:chgData name="JAEYEON KIM" userId="5fd88c3b828d6b87" providerId="LiveId" clId="{4DEEB11C-6F4E-434B-9DEA-240AA84EFB01}" dt="2026-05-27T02:18:58.090" v="3737" actId="478"/>
          <ac:spMkLst>
            <pc:docMk/>
            <pc:sldMk cId="3871140607" sldId="308"/>
            <ac:spMk id="247" creationId="{AB5DA525-5B5C-F7C6-139F-02A5137E0AC7}"/>
          </ac:spMkLst>
        </pc:spChg>
        <pc:spChg chg="mod">
          <ac:chgData name="JAEYEON KIM" userId="5fd88c3b828d6b87" providerId="LiveId" clId="{4DEEB11C-6F4E-434B-9DEA-240AA84EFB01}" dt="2026-05-27T02:31:28.523" v="4099" actId="165"/>
          <ac:spMkLst>
            <pc:docMk/>
            <pc:sldMk cId="3871140607" sldId="308"/>
            <ac:spMk id="248" creationId="{4AE2E041-D17C-5BEB-64C3-F24F6A5E335E}"/>
          </ac:spMkLst>
        </pc:spChg>
        <pc:spChg chg="add del">
          <ac:chgData name="JAEYEON KIM" userId="5fd88c3b828d6b87" providerId="LiveId" clId="{4DEEB11C-6F4E-434B-9DEA-240AA84EFB01}" dt="2026-05-27T02:17:19.373" v="3541" actId="22"/>
          <ac:spMkLst>
            <pc:docMk/>
            <pc:sldMk cId="3871140607" sldId="308"/>
            <ac:spMk id="250" creationId="{530CF613-9629-BEA9-CCDE-C159E68BA4A2}"/>
          </ac:spMkLst>
        </pc:spChg>
        <pc:spChg chg="add mod">
          <ac:chgData name="JAEYEON KIM" userId="5fd88c3b828d6b87" providerId="LiveId" clId="{4DEEB11C-6F4E-434B-9DEA-240AA84EFB01}" dt="2026-05-27T02:17:22.789" v="3542"/>
          <ac:spMkLst>
            <pc:docMk/>
            <pc:sldMk cId="3871140607" sldId="308"/>
            <ac:spMk id="251" creationId="{69E81E33-4EFC-0978-190E-2216F9307774}"/>
          </ac:spMkLst>
        </pc:spChg>
        <pc:spChg chg="add mod">
          <ac:chgData name="JAEYEON KIM" userId="5fd88c3b828d6b87" providerId="LiveId" clId="{4DEEB11C-6F4E-434B-9DEA-240AA84EFB01}" dt="2026-05-27T02:18:30.653" v="3686" actId="1036"/>
          <ac:spMkLst>
            <pc:docMk/>
            <pc:sldMk cId="3871140607" sldId="308"/>
            <ac:spMk id="252" creationId="{F4124F2E-B381-615F-E8B6-0C19B09F0ED4}"/>
          </ac:spMkLst>
        </pc:spChg>
        <pc:spChg chg="add mod">
          <ac:chgData name="JAEYEON KIM" userId="5fd88c3b828d6b87" providerId="LiveId" clId="{4DEEB11C-6F4E-434B-9DEA-240AA84EFB01}" dt="2026-05-27T02:18:31.707" v="3687"/>
          <ac:spMkLst>
            <pc:docMk/>
            <pc:sldMk cId="3871140607" sldId="308"/>
            <ac:spMk id="253" creationId="{235C7694-6DE1-D70F-FA96-B48D8F222F08}"/>
          </ac:spMkLst>
        </pc:spChg>
        <pc:spChg chg="add mod">
          <ac:chgData name="JAEYEON KIM" userId="5fd88c3b828d6b87" providerId="LiveId" clId="{4DEEB11C-6F4E-434B-9DEA-240AA84EFB01}" dt="2026-05-27T02:31:28.523" v="4099" actId="165"/>
          <ac:spMkLst>
            <pc:docMk/>
            <pc:sldMk cId="3871140607" sldId="308"/>
            <ac:spMk id="254" creationId="{C5F742E8-F67E-3473-D826-4582262A1AB2}"/>
          </ac:spMkLst>
        </pc:spChg>
        <pc:spChg chg="mod">
          <ac:chgData name="JAEYEON KIM" userId="5fd88c3b828d6b87" providerId="LiveId" clId="{4DEEB11C-6F4E-434B-9DEA-240AA84EFB01}" dt="2026-05-27T02:31:38.871" v="4102" actId="165"/>
          <ac:spMkLst>
            <pc:docMk/>
            <pc:sldMk cId="3871140607" sldId="308"/>
            <ac:spMk id="260" creationId="{3735BE3A-94B1-EAE8-D814-64D48B627497}"/>
          </ac:spMkLst>
        </pc:spChg>
        <pc:spChg chg="mod">
          <ac:chgData name="JAEYEON KIM" userId="5fd88c3b828d6b87" providerId="LiveId" clId="{4DEEB11C-6F4E-434B-9DEA-240AA84EFB01}" dt="2026-05-27T02:31:38.871" v="4102" actId="165"/>
          <ac:spMkLst>
            <pc:docMk/>
            <pc:sldMk cId="3871140607" sldId="308"/>
            <ac:spMk id="261" creationId="{588CE33A-2F4A-2B39-AB71-E641A5701E2E}"/>
          </ac:spMkLst>
        </pc:spChg>
        <pc:spChg chg="mod">
          <ac:chgData name="JAEYEON KIM" userId="5fd88c3b828d6b87" providerId="LiveId" clId="{4DEEB11C-6F4E-434B-9DEA-240AA84EFB01}" dt="2026-05-27T02:31:38.871" v="4102" actId="165"/>
          <ac:spMkLst>
            <pc:docMk/>
            <pc:sldMk cId="3871140607" sldId="308"/>
            <ac:spMk id="262" creationId="{75AD7C84-804A-CD0F-6B2C-92D8B9655795}"/>
          </ac:spMkLst>
        </pc:spChg>
        <pc:spChg chg="mod">
          <ac:chgData name="JAEYEON KIM" userId="5fd88c3b828d6b87" providerId="LiveId" clId="{4DEEB11C-6F4E-434B-9DEA-240AA84EFB01}" dt="2026-05-27T02:31:38.871" v="4102" actId="165"/>
          <ac:spMkLst>
            <pc:docMk/>
            <pc:sldMk cId="3871140607" sldId="308"/>
            <ac:spMk id="263" creationId="{03BAE6BA-E6FC-23B9-4E0F-32EC394C55EF}"/>
          </ac:spMkLst>
        </pc:spChg>
        <pc:spChg chg="mod">
          <ac:chgData name="JAEYEON KIM" userId="5fd88c3b828d6b87" providerId="LiveId" clId="{4DEEB11C-6F4E-434B-9DEA-240AA84EFB01}" dt="2026-05-27T02:31:38.871" v="4102" actId="165"/>
          <ac:spMkLst>
            <pc:docMk/>
            <pc:sldMk cId="3871140607" sldId="308"/>
            <ac:spMk id="264" creationId="{303E519C-3DC4-48E2-5F4E-8481CA3F6EB6}"/>
          </ac:spMkLst>
        </pc:spChg>
        <pc:spChg chg="mod">
          <ac:chgData name="JAEYEON KIM" userId="5fd88c3b828d6b87" providerId="LiveId" clId="{4DEEB11C-6F4E-434B-9DEA-240AA84EFB01}" dt="2026-05-27T02:31:38.871" v="4102" actId="165"/>
          <ac:spMkLst>
            <pc:docMk/>
            <pc:sldMk cId="3871140607" sldId="308"/>
            <ac:spMk id="265" creationId="{863BF674-4114-C5E8-8E8D-CD5B4880C40B}"/>
          </ac:spMkLst>
        </pc:spChg>
        <pc:spChg chg="mod">
          <ac:chgData name="JAEYEON KIM" userId="5fd88c3b828d6b87" providerId="LiveId" clId="{4DEEB11C-6F4E-434B-9DEA-240AA84EFB01}" dt="2026-05-27T02:31:38.871" v="4102" actId="165"/>
          <ac:spMkLst>
            <pc:docMk/>
            <pc:sldMk cId="3871140607" sldId="308"/>
            <ac:spMk id="267" creationId="{818E961F-DC66-9191-00B8-A8FECF173D5D}"/>
          </ac:spMkLst>
        </pc:spChg>
        <pc:spChg chg="mod">
          <ac:chgData name="JAEYEON KIM" userId="5fd88c3b828d6b87" providerId="LiveId" clId="{4DEEB11C-6F4E-434B-9DEA-240AA84EFB01}" dt="2026-05-27T02:31:38.871" v="4102" actId="165"/>
          <ac:spMkLst>
            <pc:docMk/>
            <pc:sldMk cId="3871140607" sldId="308"/>
            <ac:spMk id="269" creationId="{3BEAFF2B-8930-350D-C703-0592CB5F7B94}"/>
          </ac:spMkLst>
        </pc:spChg>
        <pc:spChg chg="mod">
          <ac:chgData name="JAEYEON KIM" userId="5fd88c3b828d6b87" providerId="LiveId" clId="{4DEEB11C-6F4E-434B-9DEA-240AA84EFB01}" dt="2026-05-27T02:31:38.871" v="4102" actId="165"/>
          <ac:spMkLst>
            <pc:docMk/>
            <pc:sldMk cId="3871140607" sldId="308"/>
            <ac:spMk id="270" creationId="{B5D70D87-07E2-2FF0-496C-0B176334ABFF}"/>
          </ac:spMkLst>
        </pc:spChg>
        <pc:spChg chg="mod">
          <ac:chgData name="JAEYEON KIM" userId="5fd88c3b828d6b87" providerId="LiveId" clId="{4DEEB11C-6F4E-434B-9DEA-240AA84EFB01}" dt="2026-05-27T02:31:38.871" v="4102" actId="165"/>
          <ac:spMkLst>
            <pc:docMk/>
            <pc:sldMk cId="3871140607" sldId="308"/>
            <ac:spMk id="272" creationId="{C741D6B5-70BB-03BD-8D16-4F8A1FE301CF}"/>
          </ac:spMkLst>
        </pc:spChg>
        <pc:spChg chg="mod">
          <ac:chgData name="JAEYEON KIM" userId="5fd88c3b828d6b87" providerId="LiveId" clId="{4DEEB11C-6F4E-434B-9DEA-240AA84EFB01}" dt="2026-05-27T02:30:51.512" v="4008"/>
          <ac:spMkLst>
            <pc:docMk/>
            <pc:sldMk cId="3871140607" sldId="308"/>
            <ac:spMk id="276" creationId="{55F2BCF2-862E-6B9C-9FFD-A8EF7567363D}"/>
          </ac:spMkLst>
        </pc:spChg>
        <pc:spChg chg="mod">
          <ac:chgData name="JAEYEON KIM" userId="5fd88c3b828d6b87" providerId="LiveId" clId="{4DEEB11C-6F4E-434B-9DEA-240AA84EFB01}" dt="2026-05-27T02:30:51.512" v="4008"/>
          <ac:spMkLst>
            <pc:docMk/>
            <pc:sldMk cId="3871140607" sldId="308"/>
            <ac:spMk id="277" creationId="{409E2625-D904-0A96-029B-B65891A225F6}"/>
          </ac:spMkLst>
        </pc:spChg>
        <pc:spChg chg="mod">
          <ac:chgData name="JAEYEON KIM" userId="5fd88c3b828d6b87" providerId="LiveId" clId="{4DEEB11C-6F4E-434B-9DEA-240AA84EFB01}" dt="2026-05-27T02:31:23.025" v="4098"/>
          <ac:spMkLst>
            <pc:docMk/>
            <pc:sldMk cId="3871140607" sldId="308"/>
            <ac:spMk id="278" creationId="{386BA8C4-7EEB-02DE-21C2-DE18563C6CAD}"/>
          </ac:spMkLst>
        </pc:spChg>
        <pc:spChg chg="mod">
          <ac:chgData name="JAEYEON KIM" userId="5fd88c3b828d6b87" providerId="LiveId" clId="{4DEEB11C-6F4E-434B-9DEA-240AA84EFB01}" dt="2026-05-27T02:30:52.618" v="4009"/>
          <ac:spMkLst>
            <pc:docMk/>
            <pc:sldMk cId="3871140607" sldId="308"/>
            <ac:spMk id="280" creationId="{54BB776B-C5BB-BE98-07F6-7AF18E1C5BFC}"/>
          </ac:spMkLst>
        </pc:spChg>
        <pc:spChg chg="mod">
          <ac:chgData name="JAEYEON KIM" userId="5fd88c3b828d6b87" providerId="LiveId" clId="{4DEEB11C-6F4E-434B-9DEA-240AA84EFB01}" dt="2026-05-27T02:30:52.618" v="4009"/>
          <ac:spMkLst>
            <pc:docMk/>
            <pc:sldMk cId="3871140607" sldId="308"/>
            <ac:spMk id="281" creationId="{28B81D2F-FCEF-2FB2-5D32-DD16B57681A0}"/>
          </ac:spMkLst>
        </pc:spChg>
        <pc:spChg chg="mod">
          <ac:chgData name="JAEYEON KIM" userId="5fd88c3b828d6b87" providerId="LiveId" clId="{4DEEB11C-6F4E-434B-9DEA-240AA84EFB01}" dt="2026-05-27T04:26:08.617" v="4932" actId="20577"/>
          <ac:spMkLst>
            <pc:docMk/>
            <pc:sldMk cId="3871140607" sldId="308"/>
            <ac:spMk id="282" creationId="{00A516BC-2E23-148B-97AF-2B8BFB8FC2A4}"/>
          </ac:spMkLst>
        </pc:spChg>
        <pc:grpChg chg="del mod">
          <ac:chgData name="JAEYEON KIM" userId="5fd88c3b828d6b87" providerId="LiveId" clId="{4DEEB11C-6F4E-434B-9DEA-240AA84EFB01}" dt="2026-05-27T02:13:56.996" v="3441" actId="478"/>
          <ac:grpSpMkLst>
            <pc:docMk/>
            <pc:sldMk cId="3871140607" sldId="308"/>
            <ac:grpSpMk id="9" creationId="{782F1EAB-B10B-BC0E-7E48-791BF4088927}"/>
          </ac:grpSpMkLst>
        </pc:grpChg>
        <pc:grpChg chg="add del mod">
          <ac:chgData name="JAEYEON KIM" userId="5fd88c3b828d6b87" providerId="LiveId" clId="{4DEEB11C-6F4E-434B-9DEA-240AA84EFB01}" dt="2026-05-27T02:32:27.611" v="4110" actId="1076"/>
          <ac:grpSpMkLst>
            <pc:docMk/>
            <pc:sldMk cId="3871140607" sldId="308"/>
            <ac:grpSpMk id="24" creationId="{117D0A52-2999-3157-98BD-FBC0A18AD70F}"/>
          </ac:grpSpMkLst>
        </pc:grpChg>
        <pc:grpChg chg="del">
          <ac:chgData name="JAEYEON KIM" userId="5fd88c3b828d6b87" providerId="LiveId" clId="{4DEEB11C-6F4E-434B-9DEA-240AA84EFB01}" dt="2026-05-27T02:14:54.958" v="3487" actId="478"/>
          <ac:grpSpMkLst>
            <pc:docMk/>
            <pc:sldMk cId="3871140607" sldId="308"/>
            <ac:grpSpMk id="105" creationId="{5EB03F5C-3865-8011-6ECD-7731B72134DD}"/>
          </ac:grpSpMkLst>
        </pc:grpChg>
        <pc:grpChg chg="del mod">
          <ac:chgData name="JAEYEON KIM" userId="5fd88c3b828d6b87" providerId="LiveId" clId="{4DEEB11C-6F4E-434B-9DEA-240AA84EFB01}" dt="2026-05-27T02:31:30.626" v="4100" actId="478"/>
          <ac:grpSpMkLst>
            <pc:docMk/>
            <pc:sldMk cId="3871140607" sldId="308"/>
            <ac:grpSpMk id="106" creationId="{214E0487-760D-01AF-63AC-D6FC438AB4AB}"/>
          </ac:grpSpMkLst>
        </pc:grpChg>
        <pc:grpChg chg="mod">
          <ac:chgData name="JAEYEON KIM" userId="5fd88c3b828d6b87" providerId="LiveId" clId="{4DEEB11C-6F4E-434B-9DEA-240AA84EFB01}" dt="2026-05-27T02:15:03.885" v="3489" actId="14100"/>
          <ac:grpSpMkLst>
            <pc:docMk/>
            <pc:sldMk cId="3871140607" sldId="308"/>
            <ac:grpSpMk id="167" creationId="{6A822AD4-D37C-9D7A-7CAC-CF708DF403D5}"/>
          </ac:grpSpMkLst>
        </pc:grpChg>
        <pc:grpChg chg="mod">
          <ac:chgData name="JAEYEON KIM" userId="5fd88c3b828d6b87" providerId="LiveId" clId="{4DEEB11C-6F4E-434B-9DEA-240AA84EFB01}" dt="2026-05-27T02:32:34.205" v="4111" actId="164"/>
          <ac:grpSpMkLst>
            <pc:docMk/>
            <pc:sldMk cId="3871140607" sldId="308"/>
            <ac:grpSpMk id="255" creationId="{239197C0-50FF-EE8C-702F-DEB1D207EBD6}"/>
          </ac:grpSpMkLst>
        </pc:grpChg>
        <pc:grpChg chg="add mod">
          <ac:chgData name="JAEYEON KIM" userId="5fd88c3b828d6b87" providerId="LiveId" clId="{4DEEB11C-6F4E-434B-9DEA-240AA84EFB01}" dt="2026-05-27T02:24:05.781" v="3883" actId="1076"/>
          <ac:grpSpMkLst>
            <pc:docMk/>
            <pc:sldMk cId="3871140607" sldId="308"/>
            <ac:grpSpMk id="256" creationId="{6986805E-4F6C-38C2-9A31-ABE3FB18F68F}"/>
          </ac:grpSpMkLst>
        </pc:grpChg>
        <pc:grpChg chg="del">
          <ac:chgData name="JAEYEON KIM" userId="5fd88c3b828d6b87" providerId="LiveId" clId="{4DEEB11C-6F4E-434B-9DEA-240AA84EFB01}" dt="2026-05-27T02:31:40.541" v="4103" actId="478"/>
          <ac:grpSpMkLst>
            <pc:docMk/>
            <pc:sldMk cId="3871140607" sldId="308"/>
            <ac:grpSpMk id="258" creationId="{D3E544E6-CDEA-455B-6B85-92C1BD4518C5}"/>
          </ac:grpSpMkLst>
        </pc:grpChg>
        <pc:grpChg chg="mod">
          <ac:chgData name="JAEYEON KIM" userId="5fd88c3b828d6b87" providerId="LiveId" clId="{4DEEB11C-6F4E-434B-9DEA-240AA84EFB01}" dt="2026-05-27T02:32:54.981" v="4114" actId="164"/>
          <ac:grpSpMkLst>
            <pc:docMk/>
            <pc:sldMk cId="3871140607" sldId="308"/>
            <ac:grpSpMk id="259" creationId="{B7D1135F-1E29-BED4-5A6C-4F0366E4F41D}"/>
          </ac:grpSpMkLst>
        </pc:grpChg>
        <pc:grpChg chg="add mod">
          <ac:chgData name="JAEYEON KIM" userId="5fd88c3b828d6b87" providerId="LiveId" clId="{4DEEB11C-6F4E-434B-9DEA-240AA84EFB01}" dt="2026-05-27T02:32:34.205" v="4111" actId="164"/>
          <ac:grpSpMkLst>
            <pc:docMk/>
            <pc:sldMk cId="3871140607" sldId="308"/>
            <ac:grpSpMk id="275" creationId="{8BEDA29E-130F-614A-131C-7D91474D1FCC}"/>
          </ac:grpSpMkLst>
        </pc:grpChg>
        <pc:grpChg chg="add mod">
          <ac:chgData name="JAEYEON KIM" userId="5fd88c3b828d6b87" providerId="LiveId" clId="{4DEEB11C-6F4E-434B-9DEA-240AA84EFB01}" dt="2026-05-27T02:32:54.981" v="4114" actId="164"/>
          <ac:grpSpMkLst>
            <pc:docMk/>
            <pc:sldMk cId="3871140607" sldId="308"/>
            <ac:grpSpMk id="279" creationId="{49824D97-BF90-A178-EA7A-74208FDF5A9B}"/>
          </ac:grpSpMkLst>
        </pc:grpChg>
        <pc:grpChg chg="add mod">
          <ac:chgData name="JAEYEON KIM" userId="5fd88c3b828d6b87" providerId="LiveId" clId="{4DEEB11C-6F4E-434B-9DEA-240AA84EFB01}" dt="2026-05-27T02:32:34.205" v="4111" actId="164"/>
          <ac:grpSpMkLst>
            <pc:docMk/>
            <pc:sldMk cId="3871140607" sldId="308"/>
            <ac:grpSpMk id="283" creationId="{9B292EEB-D74A-D80D-9453-56E7271FDB99}"/>
          </ac:grpSpMkLst>
        </pc:grpChg>
        <pc:grpChg chg="add mod">
          <ac:chgData name="JAEYEON KIM" userId="5fd88c3b828d6b87" providerId="LiveId" clId="{4DEEB11C-6F4E-434B-9DEA-240AA84EFB01}" dt="2026-05-27T02:32:54.981" v="4114" actId="164"/>
          <ac:grpSpMkLst>
            <pc:docMk/>
            <pc:sldMk cId="3871140607" sldId="308"/>
            <ac:grpSpMk id="284" creationId="{736F9F89-7A4C-55F5-5492-1238C159B141}"/>
          </ac:grpSpMkLst>
        </pc:grpChg>
      </pc:sldChg>
      <pc:sldChg chg="addSp delSp modSp add mod">
        <pc:chgData name="JAEYEON KIM" userId="5fd88c3b828d6b87" providerId="LiveId" clId="{4DEEB11C-6F4E-434B-9DEA-240AA84EFB01}" dt="2026-05-27T04:38:43.620" v="5469" actId="1076"/>
        <pc:sldMkLst>
          <pc:docMk/>
          <pc:sldMk cId="2229733357" sldId="309"/>
        </pc:sldMkLst>
        <pc:spChg chg="mod">
          <ac:chgData name="JAEYEON KIM" userId="5fd88c3b828d6b87" providerId="LiveId" clId="{4DEEB11C-6F4E-434B-9DEA-240AA84EFB01}" dt="2026-05-27T01:25:05.047" v="2528" actId="20577"/>
          <ac:spMkLst>
            <pc:docMk/>
            <pc:sldMk cId="2229733357" sldId="309"/>
            <ac:spMk id="5" creationId="{876F4A92-9337-296C-6763-13A2CBFF34A3}"/>
          </ac:spMkLst>
        </pc:spChg>
        <pc:spChg chg="mod">
          <ac:chgData name="JAEYEON KIM" userId="5fd88c3b828d6b87" providerId="LiveId" clId="{4DEEB11C-6F4E-434B-9DEA-240AA84EFB01}" dt="2026-05-27T02:19:37.167" v="3747"/>
          <ac:spMkLst>
            <pc:docMk/>
            <pc:sldMk cId="2229733357" sldId="309"/>
            <ac:spMk id="10" creationId="{9F016E9F-E6C2-D624-E0DA-3CD6E49475CD}"/>
          </ac:spMkLst>
        </pc:spChg>
        <pc:spChg chg="mod">
          <ac:chgData name="JAEYEON KIM" userId="5fd88c3b828d6b87" providerId="LiveId" clId="{4DEEB11C-6F4E-434B-9DEA-240AA84EFB01}" dt="2026-05-27T04:27:23.906" v="5022" actId="165"/>
          <ac:spMkLst>
            <pc:docMk/>
            <pc:sldMk cId="2229733357" sldId="309"/>
            <ac:spMk id="11" creationId="{097D71CF-0E52-411C-D7DA-360DDA9B998A}"/>
          </ac:spMkLst>
        </pc:spChg>
        <pc:spChg chg="mod">
          <ac:chgData name="JAEYEON KIM" userId="5fd88c3b828d6b87" providerId="LiveId" clId="{4DEEB11C-6F4E-434B-9DEA-240AA84EFB01}" dt="2026-05-27T02:20:28.317" v="3793" actId="2711"/>
          <ac:spMkLst>
            <pc:docMk/>
            <pc:sldMk cId="2229733357" sldId="309"/>
            <ac:spMk id="12" creationId="{7592A8B4-0249-6240-793E-795CCFF0D9FA}"/>
          </ac:spMkLst>
        </pc:spChg>
        <pc:spChg chg="mod">
          <ac:chgData name="JAEYEON KIM" userId="5fd88c3b828d6b87" providerId="LiveId" clId="{4DEEB11C-6F4E-434B-9DEA-240AA84EFB01}" dt="2026-05-27T02:21:18.073" v="3798" actId="13822"/>
          <ac:spMkLst>
            <pc:docMk/>
            <pc:sldMk cId="2229733357" sldId="309"/>
            <ac:spMk id="14" creationId="{2AA4F4E8-180D-6F04-9FB4-D19ADE41E6AF}"/>
          </ac:spMkLst>
        </pc:spChg>
        <pc:spChg chg="mod topLvl">
          <ac:chgData name="JAEYEON KIM" userId="5fd88c3b828d6b87" providerId="LiveId" clId="{4DEEB11C-6F4E-434B-9DEA-240AA84EFB01}" dt="2026-05-27T04:27:23.906" v="5022" actId="165"/>
          <ac:spMkLst>
            <pc:docMk/>
            <pc:sldMk cId="2229733357" sldId="309"/>
            <ac:spMk id="15" creationId="{0064A5F7-573A-FFDF-B1C7-ED6E57249521}"/>
          </ac:spMkLst>
        </pc:spChg>
        <pc:spChg chg="mod topLvl">
          <ac:chgData name="JAEYEON KIM" userId="5fd88c3b828d6b87" providerId="LiveId" clId="{4DEEB11C-6F4E-434B-9DEA-240AA84EFB01}" dt="2026-05-27T04:27:23.906" v="5022" actId="165"/>
          <ac:spMkLst>
            <pc:docMk/>
            <pc:sldMk cId="2229733357" sldId="309"/>
            <ac:spMk id="16" creationId="{644D2A40-E260-5D44-F8FD-C089F43D0341}"/>
          </ac:spMkLst>
        </pc:spChg>
        <pc:spChg chg="mod topLvl">
          <ac:chgData name="JAEYEON KIM" userId="5fd88c3b828d6b87" providerId="LiveId" clId="{4DEEB11C-6F4E-434B-9DEA-240AA84EFB01}" dt="2026-05-27T04:27:23.906" v="5022" actId="165"/>
          <ac:spMkLst>
            <pc:docMk/>
            <pc:sldMk cId="2229733357" sldId="309"/>
            <ac:spMk id="17" creationId="{D7CA82E2-2F5D-CE35-D253-7F89F8170429}"/>
          </ac:spMkLst>
        </pc:spChg>
        <pc:spChg chg="mod topLvl">
          <ac:chgData name="JAEYEON KIM" userId="5fd88c3b828d6b87" providerId="LiveId" clId="{4DEEB11C-6F4E-434B-9DEA-240AA84EFB01}" dt="2026-05-27T04:27:23.906" v="5022" actId="165"/>
          <ac:spMkLst>
            <pc:docMk/>
            <pc:sldMk cId="2229733357" sldId="309"/>
            <ac:spMk id="18" creationId="{87BA4D80-88EC-0FC2-1916-950F77523EDA}"/>
          </ac:spMkLst>
        </pc:spChg>
        <pc:spChg chg="mod topLvl">
          <ac:chgData name="JAEYEON KIM" userId="5fd88c3b828d6b87" providerId="LiveId" clId="{4DEEB11C-6F4E-434B-9DEA-240AA84EFB01}" dt="2026-05-27T04:27:23.906" v="5022" actId="165"/>
          <ac:spMkLst>
            <pc:docMk/>
            <pc:sldMk cId="2229733357" sldId="309"/>
            <ac:spMk id="19" creationId="{1121174F-B256-4024-2BA4-88AADE2237AA}"/>
          </ac:spMkLst>
        </pc:spChg>
        <pc:spChg chg="mod topLvl">
          <ac:chgData name="JAEYEON KIM" userId="5fd88c3b828d6b87" providerId="LiveId" clId="{4DEEB11C-6F4E-434B-9DEA-240AA84EFB01}" dt="2026-05-27T04:27:23.906" v="5022" actId="165"/>
          <ac:spMkLst>
            <pc:docMk/>
            <pc:sldMk cId="2229733357" sldId="309"/>
            <ac:spMk id="20" creationId="{35D16961-5A1B-49D4-C1C4-579901F88B05}"/>
          </ac:spMkLst>
        </pc:spChg>
        <pc:spChg chg="mod topLvl">
          <ac:chgData name="JAEYEON KIM" userId="5fd88c3b828d6b87" providerId="LiveId" clId="{4DEEB11C-6F4E-434B-9DEA-240AA84EFB01}" dt="2026-05-27T04:27:23.906" v="5022" actId="165"/>
          <ac:spMkLst>
            <pc:docMk/>
            <pc:sldMk cId="2229733357" sldId="309"/>
            <ac:spMk id="21" creationId="{E381BCFA-1A5E-6B8A-F10E-C69CB47481AD}"/>
          </ac:spMkLst>
        </pc:spChg>
        <pc:spChg chg="mod">
          <ac:chgData name="JAEYEON KIM" userId="5fd88c3b828d6b87" providerId="LiveId" clId="{4DEEB11C-6F4E-434B-9DEA-240AA84EFB01}" dt="2026-05-27T02:22:23.165" v="3860" actId="164"/>
          <ac:spMkLst>
            <pc:docMk/>
            <pc:sldMk cId="2229733357" sldId="309"/>
            <ac:spMk id="22" creationId="{45A971B1-E2AE-FE6F-B15E-C22A163E96A9}"/>
          </ac:spMkLst>
        </pc:spChg>
        <pc:spChg chg="del">
          <ac:chgData name="JAEYEON KIM" userId="5fd88c3b828d6b87" providerId="LiveId" clId="{4DEEB11C-6F4E-434B-9DEA-240AA84EFB01}" dt="2026-05-27T02:19:31.283" v="3746" actId="478"/>
          <ac:spMkLst>
            <pc:docMk/>
            <pc:sldMk cId="2229733357" sldId="309"/>
            <ac:spMk id="25" creationId="{902FE802-F6E7-155F-1606-378C29BB694A}"/>
          </ac:spMkLst>
        </pc:spChg>
        <pc:spChg chg="del">
          <ac:chgData name="JAEYEON KIM" userId="5fd88c3b828d6b87" providerId="LiveId" clId="{4DEEB11C-6F4E-434B-9DEA-240AA84EFB01}" dt="2026-05-27T02:19:30.732" v="3745" actId="478"/>
          <ac:spMkLst>
            <pc:docMk/>
            <pc:sldMk cId="2229733357" sldId="309"/>
            <ac:spMk id="26" creationId="{82159A52-6070-75B6-B4FA-2C4A250E19A9}"/>
          </ac:spMkLst>
        </pc:spChg>
        <pc:spChg chg="del">
          <ac:chgData name="JAEYEON KIM" userId="5fd88c3b828d6b87" providerId="LiveId" clId="{4DEEB11C-6F4E-434B-9DEA-240AA84EFB01}" dt="2026-05-27T02:19:29.041" v="3743" actId="478"/>
          <ac:spMkLst>
            <pc:docMk/>
            <pc:sldMk cId="2229733357" sldId="309"/>
            <ac:spMk id="27" creationId="{6AD6CA1B-C9C9-6D19-32A6-F06C63EBF356}"/>
          </ac:spMkLst>
        </pc:spChg>
        <pc:spChg chg="del">
          <ac:chgData name="JAEYEON KIM" userId="5fd88c3b828d6b87" providerId="LiveId" clId="{4DEEB11C-6F4E-434B-9DEA-240AA84EFB01}" dt="2026-05-27T02:19:27.676" v="3741" actId="478"/>
          <ac:spMkLst>
            <pc:docMk/>
            <pc:sldMk cId="2229733357" sldId="309"/>
            <ac:spMk id="28" creationId="{B83652E3-51E4-D329-E1F5-016BE75EADD3}"/>
          </ac:spMkLst>
        </pc:spChg>
        <pc:spChg chg="del mod">
          <ac:chgData name="JAEYEON KIM" userId="5fd88c3b828d6b87" providerId="LiveId" clId="{4DEEB11C-6F4E-434B-9DEA-240AA84EFB01}" dt="2026-05-27T02:19:30.205" v="3744" actId="478"/>
          <ac:spMkLst>
            <pc:docMk/>
            <pc:sldMk cId="2229733357" sldId="309"/>
            <ac:spMk id="30" creationId="{CACFD3D7-AFEB-FD48-907D-7544F18941E2}"/>
          </ac:spMkLst>
        </pc:spChg>
        <pc:spChg chg="del">
          <ac:chgData name="JAEYEON KIM" userId="5fd88c3b828d6b87" providerId="LiveId" clId="{4DEEB11C-6F4E-434B-9DEA-240AA84EFB01}" dt="2026-05-27T02:19:24.058" v="3739" actId="478"/>
          <ac:spMkLst>
            <pc:docMk/>
            <pc:sldMk cId="2229733357" sldId="309"/>
            <ac:spMk id="31" creationId="{6CE07305-C6C1-B0D5-E929-0E162C9C7845}"/>
          </ac:spMkLst>
        </pc:spChg>
        <pc:spChg chg="del">
          <ac:chgData name="JAEYEON KIM" userId="5fd88c3b828d6b87" providerId="LiveId" clId="{4DEEB11C-6F4E-434B-9DEA-240AA84EFB01}" dt="2026-05-27T02:19:24.058" v="3739" actId="478"/>
          <ac:spMkLst>
            <pc:docMk/>
            <pc:sldMk cId="2229733357" sldId="309"/>
            <ac:spMk id="33" creationId="{8CB08A8F-C721-7707-F5EA-B8FFE850F335}"/>
          </ac:spMkLst>
        </pc:spChg>
        <pc:spChg chg="del">
          <ac:chgData name="JAEYEON KIM" userId="5fd88c3b828d6b87" providerId="LiveId" clId="{4DEEB11C-6F4E-434B-9DEA-240AA84EFB01}" dt="2026-05-27T02:19:24.058" v="3739" actId="478"/>
          <ac:spMkLst>
            <pc:docMk/>
            <pc:sldMk cId="2229733357" sldId="309"/>
            <ac:spMk id="34" creationId="{3971BC14-F83C-EAFB-663D-93ABD61580E9}"/>
          </ac:spMkLst>
        </pc:spChg>
        <pc:spChg chg="del">
          <ac:chgData name="JAEYEON KIM" userId="5fd88c3b828d6b87" providerId="LiveId" clId="{4DEEB11C-6F4E-434B-9DEA-240AA84EFB01}" dt="2026-05-27T02:19:24.058" v="3739" actId="478"/>
          <ac:spMkLst>
            <pc:docMk/>
            <pc:sldMk cId="2229733357" sldId="309"/>
            <ac:spMk id="35" creationId="{BC77837A-D269-B190-6ADC-78E0B715DD6B}"/>
          </ac:spMkLst>
        </pc:spChg>
        <pc:spChg chg="del">
          <ac:chgData name="JAEYEON KIM" userId="5fd88c3b828d6b87" providerId="LiveId" clId="{4DEEB11C-6F4E-434B-9DEA-240AA84EFB01}" dt="2026-05-27T02:19:24.058" v="3739" actId="478"/>
          <ac:spMkLst>
            <pc:docMk/>
            <pc:sldMk cId="2229733357" sldId="309"/>
            <ac:spMk id="38" creationId="{65C1416B-A7B0-193E-C8F2-218690D8FAE8}"/>
          </ac:spMkLst>
        </pc:spChg>
        <pc:spChg chg="del">
          <ac:chgData name="JAEYEON KIM" userId="5fd88c3b828d6b87" providerId="LiveId" clId="{4DEEB11C-6F4E-434B-9DEA-240AA84EFB01}" dt="2026-05-27T02:19:24.058" v="3739" actId="478"/>
          <ac:spMkLst>
            <pc:docMk/>
            <pc:sldMk cId="2229733357" sldId="309"/>
            <ac:spMk id="39" creationId="{C9B27355-07D0-B981-601E-66ECF3442671}"/>
          </ac:spMkLst>
        </pc:spChg>
        <pc:spChg chg="del">
          <ac:chgData name="JAEYEON KIM" userId="5fd88c3b828d6b87" providerId="LiveId" clId="{4DEEB11C-6F4E-434B-9DEA-240AA84EFB01}" dt="2026-05-27T02:19:26.311" v="3740" actId="478"/>
          <ac:spMkLst>
            <pc:docMk/>
            <pc:sldMk cId="2229733357" sldId="309"/>
            <ac:spMk id="40" creationId="{21886093-B789-449A-885A-84E873AA9A2C}"/>
          </ac:spMkLst>
        </pc:spChg>
        <pc:spChg chg="del">
          <ac:chgData name="JAEYEON KIM" userId="5fd88c3b828d6b87" providerId="LiveId" clId="{4DEEB11C-6F4E-434B-9DEA-240AA84EFB01}" dt="2026-05-27T02:19:26.311" v="3740" actId="478"/>
          <ac:spMkLst>
            <pc:docMk/>
            <pc:sldMk cId="2229733357" sldId="309"/>
            <ac:spMk id="41" creationId="{5A1DA98A-BA19-3322-6ED0-8CA09FAA8111}"/>
          </ac:spMkLst>
        </pc:spChg>
        <pc:spChg chg="del">
          <ac:chgData name="JAEYEON KIM" userId="5fd88c3b828d6b87" providerId="LiveId" clId="{4DEEB11C-6F4E-434B-9DEA-240AA84EFB01}" dt="2026-05-27T02:19:26.311" v="3740" actId="478"/>
          <ac:spMkLst>
            <pc:docMk/>
            <pc:sldMk cId="2229733357" sldId="309"/>
            <ac:spMk id="42" creationId="{1A02F330-F91E-1317-A3EA-2554CB803DD3}"/>
          </ac:spMkLst>
        </pc:spChg>
        <pc:spChg chg="del">
          <ac:chgData name="JAEYEON KIM" userId="5fd88c3b828d6b87" providerId="LiveId" clId="{4DEEB11C-6F4E-434B-9DEA-240AA84EFB01}" dt="2026-05-27T02:19:26.311" v="3740" actId="478"/>
          <ac:spMkLst>
            <pc:docMk/>
            <pc:sldMk cId="2229733357" sldId="309"/>
            <ac:spMk id="44" creationId="{59D19BE3-72B2-525D-D887-0268B2C87E55}"/>
          </ac:spMkLst>
        </pc:spChg>
        <pc:spChg chg="del">
          <ac:chgData name="JAEYEON KIM" userId="5fd88c3b828d6b87" providerId="LiveId" clId="{4DEEB11C-6F4E-434B-9DEA-240AA84EFB01}" dt="2026-05-27T02:19:24.058" v="3739" actId="478"/>
          <ac:spMkLst>
            <pc:docMk/>
            <pc:sldMk cId="2229733357" sldId="309"/>
            <ac:spMk id="45" creationId="{28BFCBD5-42CD-A0E1-DBEC-16719F977308}"/>
          </ac:spMkLst>
        </pc:spChg>
        <pc:spChg chg="del">
          <ac:chgData name="JAEYEON KIM" userId="5fd88c3b828d6b87" providerId="LiveId" clId="{4DEEB11C-6F4E-434B-9DEA-240AA84EFB01}" dt="2026-05-27T02:19:24.058" v="3739" actId="478"/>
          <ac:spMkLst>
            <pc:docMk/>
            <pc:sldMk cId="2229733357" sldId="309"/>
            <ac:spMk id="46" creationId="{C4636BCA-76E1-86FB-6BC9-DE5BEAC17B48}"/>
          </ac:spMkLst>
        </pc:spChg>
        <pc:spChg chg="del">
          <ac:chgData name="JAEYEON KIM" userId="5fd88c3b828d6b87" providerId="LiveId" clId="{4DEEB11C-6F4E-434B-9DEA-240AA84EFB01}" dt="2026-05-27T02:19:24.058" v="3739" actId="478"/>
          <ac:spMkLst>
            <pc:docMk/>
            <pc:sldMk cId="2229733357" sldId="309"/>
            <ac:spMk id="51" creationId="{67D03598-6410-E5E0-64AC-9B98572F8F0A}"/>
          </ac:spMkLst>
        </pc:spChg>
        <pc:spChg chg="del">
          <ac:chgData name="JAEYEON KIM" userId="5fd88c3b828d6b87" providerId="LiveId" clId="{4DEEB11C-6F4E-434B-9DEA-240AA84EFB01}" dt="2026-05-27T02:19:24.058" v="3739" actId="478"/>
          <ac:spMkLst>
            <pc:docMk/>
            <pc:sldMk cId="2229733357" sldId="309"/>
            <ac:spMk id="52" creationId="{8F88D24E-3887-67FD-F42A-EC33F7B7E817}"/>
          </ac:spMkLst>
        </pc:spChg>
        <pc:spChg chg="del">
          <ac:chgData name="JAEYEON KIM" userId="5fd88c3b828d6b87" providerId="LiveId" clId="{4DEEB11C-6F4E-434B-9DEA-240AA84EFB01}" dt="2026-05-27T02:19:26.311" v="3740" actId="478"/>
          <ac:spMkLst>
            <pc:docMk/>
            <pc:sldMk cId="2229733357" sldId="309"/>
            <ac:spMk id="54" creationId="{66FBAEF0-D10C-135C-71AE-9481616B66AA}"/>
          </ac:spMkLst>
        </pc:spChg>
        <pc:spChg chg="del">
          <ac:chgData name="JAEYEON KIM" userId="5fd88c3b828d6b87" providerId="LiveId" clId="{4DEEB11C-6F4E-434B-9DEA-240AA84EFB01}" dt="2026-05-27T02:19:26.311" v="3740" actId="478"/>
          <ac:spMkLst>
            <pc:docMk/>
            <pc:sldMk cId="2229733357" sldId="309"/>
            <ac:spMk id="55" creationId="{8D7BC582-7E01-9F22-A801-9CBE3ED385DD}"/>
          </ac:spMkLst>
        </pc:spChg>
        <pc:spChg chg="del">
          <ac:chgData name="JAEYEON KIM" userId="5fd88c3b828d6b87" providerId="LiveId" clId="{4DEEB11C-6F4E-434B-9DEA-240AA84EFB01}" dt="2026-05-27T02:19:26.311" v="3740" actId="478"/>
          <ac:spMkLst>
            <pc:docMk/>
            <pc:sldMk cId="2229733357" sldId="309"/>
            <ac:spMk id="56" creationId="{B4DC181A-DB6D-4F57-1F0B-57CF6C4C5D2D}"/>
          </ac:spMkLst>
        </pc:spChg>
        <pc:spChg chg="mod topLvl">
          <ac:chgData name="JAEYEON KIM" userId="5fd88c3b828d6b87" providerId="LiveId" clId="{4DEEB11C-6F4E-434B-9DEA-240AA84EFB01}" dt="2026-05-27T04:27:23.906" v="5022" actId="165"/>
          <ac:spMkLst>
            <pc:docMk/>
            <pc:sldMk cId="2229733357" sldId="309"/>
            <ac:spMk id="100" creationId="{289BF266-8F9D-BC5B-3F4C-CC2448F211FF}"/>
          </ac:spMkLst>
        </pc:spChg>
        <pc:spChg chg="mod topLvl">
          <ac:chgData name="JAEYEON KIM" userId="5fd88c3b828d6b87" providerId="LiveId" clId="{4DEEB11C-6F4E-434B-9DEA-240AA84EFB01}" dt="2026-05-27T04:27:23.906" v="5022" actId="165"/>
          <ac:spMkLst>
            <pc:docMk/>
            <pc:sldMk cId="2229733357" sldId="309"/>
            <ac:spMk id="103" creationId="{B479F292-D56A-3B50-EF9F-9493C80E3F6C}"/>
          </ac:spMkLst>
        </pc:spChg>
        <pc:spChg chg="del">
          <ac:chgData name="JAEYEON KIM" userId="5fd88c3b828d6b87" providerId="LiveId" clId="{4DEEB11C-6F4E-434B-9DEA-240AA84EFB01}" dt="2026-05-27T02:22:05.832" v="3831" actId="478"/>
          <ac:spMkLst>
            <pc:docMk/>
            <pc:sldMk cId="2229733357" sldId="309"/>
            <ac:spMk id="108" creationId="{1FC36DB3-2B9D-D798-7AEA-E8F372EDF54D}"/>
          </ac:spMkLst>
        </pc:spChg>
        <pc:spChg chg="del mod">
          <ac:chgData name="JAEYEON KIM" userId="5fd88c3b828d6b87" providerId="LiveId" clId="{4DEEB11C-6F4E-434B-9DEA-240AA84EFB01}" dt="2026-05-27T02:22:04.723" v="3830" actId="478"/>
          <ac:spMkLst>
            <pc:docMk/>
            <pc:sldMk cId="2229733357" sldId="309"/>
            <ac:spMk id="109" creationId="{6A7748D8-295D-3E33-653E-24867E9D6850}"/>
          </ac:spMkLst>
        </pc:spChg>
        <pc:spChg chg="del mod topLvl">
          <ac:chgData name="JAEYEON KIM" userId="5fd88c3b828d6b87" providerId="LiveId" clId="{4DEEB11C-6F4E-434B-9DEA-240AA84EFB01}" dt="2026-05-27T02:22:07.179" v="3833" actId="478"/>
          <ac:spMkLst>
            <pc:docMk/>
            <pc:sldMk cId="2229733357" sldId="309"/>
            <ac:spMk id="110" creationId="{168A522F-CDC9-C53F-07B7-7C234CBB2599}"/>
          </ac:spMkLst>
        </pc:spChg>
        <pc:spChg chg="del mod">
          <ac:chgData name="JAEYEON KIM" userId="5fd88c3b828d6b87" providerId="LiveId" clId="{4DEEB11C-6F4E-434B-9DEA-240AA84EFB01}" dt="2026-05-27T02:22:06.608" v="3832" actId="478"/>
          <ac:spMkLst>
            <pc:docMk/>
            <pc:sldMk cId="2229733357" sldId="309"/>
            <ac:spMk id="111" creationId="{CEDB2BA6-00C9-A4A8-EED4-63E3DB0842AF}"/>
          </ac:spMkLst>
        </pc:spChg>
        <pc:spChg chg="add del mod">
          <ac:chgData name="JAEYEON KIM" userId="5fd88c3b828d6b87" providerId="LiveId" clId="{4DEEB11C-6F4E-434B-9DEA-240AA84EFB01}" dt="2026-05-27T04:31:26.753" v="5135" actId="478"/>
          <ac:spMkLst>
            <pc:docMk/>
            <pc:sldMk cId="2229733357" sldId="309"/>
            <ac:spMk id="114" creationId="{0A81AF97-1ACC-86AD-921C-EA7F2B8DACE6}"/>
          </ac:spMkLst>
        </pc:spChg>
        <pc:spChg chg="mod">
          <ac:chgData name="JAEYEON KIM" userId="5fd88c3b828d6b87" providerId="LiveId" clId="{4DEEB11C-6F4E-434B-9DEA-240AA84EFB01}" dt="2026-05-27T04:26:33.497" v="4933"/>
          <ac:spMkLst>
            <pc:docMk/>
            <pc:sldMk cId="2229733357" sldId="309"/>
            <ac:spMk id="116" creationId="{1C465ED0-B60F-59A3-6689-7ACB7BADDC59}"/>
          </ac:spMkLst>
        </pc:spChg>
        <pc:spChg chg="mod">
          <ac:chgData name="JAEYEON KIM" userId="5fd88c3b828d6b87" providerId="LiveId" clId="{4DEEB11C-6F4E-434B-9DEA-240AA84EFB01}" dt="2026-05-27T04:26:36.539" v="4935" actId="1076"/>
          <ac:spMkLst>
            <pc:docMk/>
            <pc:sldMk cId="2229733357" sldId="309"/>
            <ac:spMk id="117" creationId="{6DB72F41-AE4B-FEAA-D7DE-2143E5FCC508}"/>
          </ac:spMkLst>
        </pc:spChg>
        <pc:spChg chg="mod">
          <ac:chgData name="JAEYEON KIM" userId="5fd88c3b828d6b87" providerId="LiveId" clId="{4DEEB11C-6F4E-434B-9DEA-240AA84EFB01}" dt="2026-05-27T04:28:01.947" v="5033" actId="20577"/>
          <ac:spMkLst>
            <pc:docMk/>
            <pc:sldMk cId="2229733357" sldId="309"/>
            <ac:spMk id="118" creationId="{68F77B0F-FF95-6A08-EF46-DD6E0AD3F37F}"/>
          </ac:spMkLst>
        </pc:spChg>
        <pc:spChg chg="mod">
          <ac:chgData name="JAEYEON KIM" userId="5fd88c3b828d6b87" providerId="LiveId" clId="{4DEEB11C-6F4E-434B-9DEA-240AA84EFB01}" dt="2026-05-27T04:28:40.084" v="5039" actId="13822"/>
          <ac:spMkLst>
            <pc:docMk/>
            <pc:sldMk cId="2229733357" sldId="309"/>
            <ac:spMk id="120" creationId="{DDD262F4-2204-26C5-6A7F-7DF93F35E22C}"/>
          </ac:spMkLst>
        </pc:spChg>
        <pc:spChg chg="mod">
          <ac:chgData name="JAEYEON KIM" userId="5fd88c3b828d6b87" providerId="LiveId" clId="{4DEEB11C-6F4E-434B-9DEA-240AA84EFB01}" dt="2026-05-27T04:29:50.651" v="5076" actId="164"/>
          <ac:spMkLst>
            <pc:docMk/>
            <pc:sldMk cId="2229733357" sldId="309"/>
            <ac:spMk id="122" creationId="{8FEE8568-C6AB-FAFC-B13B-14F06CC78FB3}"/>
          </ac:spMkLst>
        </pc:spChg>
        <pc:spChg chg="mod topLvl">
          <ac:chgData name="JAEYEON KIM" userId="5fd88c3b828d6b87" providerId="LiveId" clId="{4DEEB11C-6F4E-434B-9DEA-240AA84EFB01}" dt="2026-05-27T04:29:50.651" v="5076" actId="164"/>
          <ac:spMkLst>
            <pc:docMk/>
            <pc:sldMk cId="2229733357" sldId="309"/>
            <ac:spMk id="124" creationId="{01510891-79BE-3222-037F-013AD7E8FB8B}"/>
          </ac:spMkLst>
        </pc:spChg>
        <pc:spChg chg="mod topLvl">
          <ac:chgData name="JAEYEON KIM" userId="5fd88c3b828d6b87" providerId="LiveId" clId="{4DEEB11C-6F4E-434B-9DEA-240AA84EFB01}" dt="2026-05-27T04:29:50.651" v="5076" actId="164"/>
          <ac:spMkLst>
            <pc:docMk/>
            <pc:sldMk cId="2229733357" sldId="309"/>
            <ac:spMk id="127" creationId="{D75DACF9-E1D7-3474-B053-E950172415C0}"/>
          </ac:spMkLst>
        </pc:spChg>
        <pc:spChg chg="mod">
          <ac:chgData name="JAEYEON KIM" userId="5fd88c3b828d6b87" providerId="LiveId" clId="{4DEEB11C-6F4E-434B-9DEA-240AA84EFB01}" dt="2026-05-27T04:29:05.076" v="5061" actId="2711"/>
          <ac:spMkLst>
            <pc:docMk/>
            <pc:sldMk cId="2229733357" sldId="309"/>
            <ac:spMk id="129" creationId="{DB46D335-BF9D-CF93-40ED-4DEF3E9CE8EA}"/>
          </ac:spMkLst>
        </pc:spChg>
        <pc:spChg chg="mod topLvl">
          <ac:chgData name="JAEYEON KIM" userId="5fd88c3b828d6b87" providerId="LiveId" clId="{4DEEB11C-6F4E-434B-9DEA-240AA84EFB01}" dt="2026-05-27T04:29:50.651" v="5076" actId="164"/>
          <ac:spMkLst>
            <pc:docMk/>
            <pc:sldMk cId="2229733357" sldId="309"/>
            <ac:spMk id="131" creationId="{40414574-84B3-CFF0-490D-4A7E034675DB}"/>
          </ac:spMkLst>
        </pc:spChg>
        <pc:spChg chg="mod topLvl">
          <ac:chgData name="JAEYEON KIM" userId="5fd88c3b828d6b87" providerId="LiveId" clId="{4DEEB11C-6F4E-434B-9DEA-240AA84EFB01}" dt="2026-05-27T04:29:50.651" v="5076" actId="164"/>
          <ac:spMkLst>
            <pc:docMk/>
            <pc:sldMk cId="2229733357" sldId="309"/>
            <ac:spMk id="132" creationId="{75E3C37E-8108-5A60-4530-6924167D0F82}"/>
          </ac:spMkLst>
        </pc:spChg>
        <pc:spChg chg="mod topLvl">
          <ac:chgData name="JAEYEON KIM" userId="5fd88c3b828d6b87" providerId="LiveId" clId="{4DEEB11C-6F4E-434B-9DEA-240AA84EFB01}" dt="2026-05-27T04:29:50.651" v="5076" actId="164"/>
          <ac:spMkLst>
            <pc:docMk/>
            <pc:sldMk cId="2229733357" sldId="309"/>
            <ac:spMk id="133" creationId="{82B097F1-9886-C9D0-8031-7ACDDFE47AE4}"/>
          </ac:spMkLst>
        </pc:spChg>
        <pc:spChg chg="mod">
          <ac:chgData name="JAEYEON KIM" userId="5fd88c3b828d6b87" providerId="LiveId" clId="{4DEEB11C-6F4E-434B-9DEA-240AA84EFB01}" dt="2026-05-27T04:29:50.651" v="5076" actId="164"/>
          <ac:spMkLst>
            <pc:docMk/>
            <pc:sldMk cId="2229733357" sldId="309"/>
            <ac:spMk id="134" creationId="{4ADAB53B-994F-6755-6FB7-08FBAD0EE1E8}"/>
          </ac:spMkLst>
        </pc:spChg>
        <pc:spChg chg="mod topLvl">
          <ac:chgData name="JAEYEON KIM" userId="5fd88c3b828d6b87" providerId="LiveId" clId="{4DEEB11C-6F4E-434B-9DEA-240AA84EFB01}" dt="2026-05-27T04:29:50.651" v="5076" actId="164"/>
          <ac:spMkLst>
            <pc:docMk/>
            <pc:sldMk cId="2229733357" sldId="309"/>
            <ac:spMk id="136" creationId="{6203A175-B8AB-291D-77CB-87024A4768E3}"/>
          </ac:spMkLst>
        </pc:spChg>
        <pc:spChg chg="mod topLvl">
          <ac:chgData name="JAEYEON KIM" userId="5fd88c3b828d6b87" providerId="LiveId" clId="{4DEEB11C-6F4E-434B-9DEA-240AA84EFB01}" dt="2026-05-27T04:32:07.914" v="5161" actId="20577"/>
          <ac:spMkLst>
            <pc:docMk/>
            <pc:sldMk cId="2229733357" sldId="309"/>
            <ac:spMk id="137" creationId="{FE99D2FC-2082-62D6-B61E-724000E9A449}"/>
          </ac:spMkLst>
        </pc:spChg>
        <pc:spChg chg="mod topLvl">
          <ac:chgData name="JAEYEON KIM" userId="5fd88c3b828d6b87" providerId="LiveId" clId="{4DEEB11C-6F4E-434B-9DEA-240AA84EFB01}" dt="2026-05-27T04:29:50.651" v="5076" actId="164"/>
          <ac:spMkLst>
            <pc:docMk/>
            <pc:sldMk cId="2229733357" sldId="309"/>
            <ac:spMk id="143" creationId="{3B8B0F44-6409-79D3-2702-A9704D8E5E82}"/>
          </ac:spMkLst>
        </pc:spChg>
        <pc:spChg chg="del">
          <ac:chgData name="JAEYEON KIM" userId="5fd88c3b828d6b87" providerId="LiveId" clId="{4DEEB11C-6F4E-434B-9DEA-240AA84EFB01}" dt="2026-05-27T04:29:39.826" v="5075" actId="478"/>
          <ac:spMkLst>
            <pc:docMk/>
            <pc:sldMk cId="2229733357" sldId="309"/>
            <ac:spMk id="144" creationId="{D02445DD-1DC9-BD09-089A-9BED366150E2}"/>
          </ac:spMkLst>
        </pc:spChg>
        <pc:spChg chg="del mod topLvl">
          <ac:chgData name="JAEYEON KIM" userId="5fd88c3b828d6b87" providerId="LiveId" clId="{4DEEB11C-6F4E-434B-9DEA-240AA84EFB01}" dt="2026-05-27T04:29:39.112" v="5074" actId="478"/>
          <ac:spMkLst>
            <pc:docMk/>
            <pc:sldMk cId="2229733357" sldId="309"/>
            <ac:spMk id="145" creationId="{92F2DA41-BE81-07D5-830F-9F03D8931355}"/>
          </ac:spMkLst>
        </pc:spChg>
        <pc:spChg chg="del">
          <ac:chgData name="JAEYEON KIM" userId="5fd88c3b828d6b87" providerId="LiveId" clId="{4DEEB11C-6F4E-434B-9DEA-240AA84EFB01}" dt="2026-05-27T04:29:38.330" v="5073" actId="478"/>
          <ac:spMkLst>
            <pc:docMk/>
            <pc:sldMk cId="2229733357" sldId="309"/>
            <ac:spMk id="146" creationId="{FD0A655D-E21B-891C-CA03-33BA9DC6CEC2}"/>
          </ac:spMkLst>
        </pc:spChg>
        <pc:spChg chg="del">
          <ac:chgData name="JAEYEON KIM" userId="5fd88c3b828d6b87" providerId="LiveId" clId="{4DEEB11C-6F4E-434B-9DEA-240AA84EFB01}" dt="2026-05-27T04:29:37.582" v="5072" actId="478"/>
          <ac:spMkLst>
            <pc:docMk/>
            <pc:sldMk cId="2229733357" sldId="309"/>
            <ac:spMk id="147" creationId="{C27BA85A-FB59-0537-98C6-AA156612458B}"/>
          </ac:spMkLst>
        </pc:spChg>
        <pc:spChg chg="del">
          <ac:chgData name="JAEYEON KIM" userId="5fd88c3b828d6b87" providerId="LiveId" clId="{4DEEB11C-6F4E-434B-9DEA-240AA84EFB01}" dt="2026-05-27T04:29:36.753" v="5071" actId="478"/>
          <ac:spMkLst>
            <pc:docMk/>
            <pc:sldMk cId="2229733357" sldId="309"/>
            <ac:spMk id="148" creationId="{9A9FEB2C-8925-DB7A-4036-38DB824AB7C3}"/>
          </ac:spMkLst>
        </pc:spChg>
        <pc:spChg chg="del mod topLvl">
          <ac:chgData name="JAEYEON KIM" userId="5fd88c3b828d6b87" providerId="LiveId" clId="{4DEEB11C-6F4E-434B-9DEA-240AA84EFB01}" dt="2026-05-27T04:29:35.810" v="5070" actId="478"/>
          <ac:spMkLst>
            <pc:docMk/>
            <pc:sldMk cId="2229733357" sldId="309"/>
            <ac:spMk id="149" creationId="{679D1F08-297C-15B0-08AC-11817AE4FC0D}"/>
          </ac:spMkLst>
        </pc:spChg>
        <pc:spChg chg="mod">
          <ac:chgData name="JAEYEON KIM" userId="5fd88c3b828d6b87" providerId="LiveId" clId="{4DEEB11C-6F4E-434B-9DEA-240AA84EFB01}" dt="2026-05-27T04:30:19.572" v="5078"/>
          <ac:spMkLst>
            <pc:docMk/>
            <pc:sldMk cId="2229733357" sldId="309"/>
            <ac:spMk id="152" creationId="{A2CBD63E-B211-30E7-6F51-4806739720D2}"/>
          </ac:spMkLst>
        </pc:spChg>
        <pc:spChg chg="mod">
          <ac:chgData name="JAEYEON KIM" userId="5fd88c3b828d6b87" providerId="LiveId" clId="{4DEEB11C-6F4E-434B-9DEA-240AA84EFB01}" dt="2026-05-27T04:30:19.572" v="5078"/>
          <ac:spMkLst>
            <pc:docMk/>
            <pc:sldMk cId="2229733357" sldId="309"/>
            <ac:spMk id="153" creationId="{D2EFD0E5-F492-6113-E8F2-A97185083D5F}"/>
          </ac:spMkLst>
        </pc:spChg>
        <pc:spChg chg="mod">
          <ac:chgData name="JAEYEON KIM" userId="5fd88c3b828d6b87" providerId="LiveId" clId="{4DEEB11C-6F4E-434B-9DEA-240AA84EFB01}" dt="2026-05-27T04:30:47.087" v="5129" actId="20577"/>
          <ac:spMkLst>
            <pc:docMk/>
            <pc:sldMk cId="2229733357" sldId="309"/>
            <ac:spMk id="154" creationId="{0E6BA0C7-958B-9C0C-E707-FF16B34AA470}"/>
          </ac:spMkLst>
        </pc:spChg>
        <pc:spChg chg="add mod">
          <ac:chgData name="JAEYEON KIM" userId="5fd88c3b828d6b87" providerId="LiveId" clId="{4DEEB11C-6F4E-434B-9DEA-240AA84EFB01}" dt="2026-05-27T04:31:01.213" v="5131"/>
          <ac:spMkLst>
            <pc:docMk/>
            <pc:sldMk cId="2229733357" sldId="309"/>
            <ac:spMk id="155" creationId="{852EB61B-ED8D-7398-9EBF-A43D3B981C4D}"/>
          </ac:spMkLst>
        </pc:spChg>
        <pc:spChg chg="add mod topLvl">
          <ac:chgData name="JAEYEON KIM" userId="5fd88c3b828d6b87" providerId="LiveId" clId="{4DEEB11C-6F4E-434B-9DEA-240AA84EFB01}" dt="2026-05-27T04:38:19.987" v="5441" actId="164"/>
          <ac:spMkLst>
            <pc:docMk/>
            <pc:sldMk cId="2229733357" sldId="309"/>
            <ac:spMk id="156" creationId="{C027B11A-3672-CE0C-EF80-5BC94279AA55}"/>
          </ac:spMkLst>
        </pc:spChg>
        <pc:spChg chg="add mod topLvl">
          <ac:chgData name="JAEYEON KIM" userId="5fd88c3b828d6b87" providerId="LiveId" clId="{4DEEB11C-6F4E-434B-9DEA-240AA84EFB01}" dt="2026-05-27T04:38:19.987" v="5441" actId="164"/>
          <ac:spMkLst>
            <pc:docMk/>
            <pc:sldMk cId="2229733357" sldId="309"/>
            <ac:spMk id="157" creationId="{C49DB34C-FF22-9060-6682-4132FEEF9E6F}"/>
          </ac:spMkLst>
        </pc:spChg>
        <pc:spChg chg="add mod topLvl">
          <ac:chgData name="JAEYEON KIM" userId="5fd88c3b828d6b87" providerId="LiveId" clId="{4DEEB11C-6F4E-434B-9DEA-240AA84EFB01}" dt="2026-05-27T04:38:19.987" v="5441" actId="164"/>
          <ac:spMkLst>
            <pc:docMk/>
            <pc:sldMk cId="2229733357" sldId="309"/>
            <ac:spMk id="158" creationId="{25CC7846-D3F0-DAF1-18FB-32648D5DF102}"/>
          </ac:spMkLst>
        </pc:spChg>
        <pc:spChg chg="add mod topLvl">
          <ac:chgData name="JAEYEON KIM" userId="5fd88c3b828d6b87" providerId="LiveId" clId="{4DEEB11C-6F4E-434B-9DEA-240AA84EFB01}" dt="2026-05-27T04:38:19.987" v="5441" actId="164"/>
          <ac:spMkLst>
            <pc:docMk/>
            <pc:sldMk cId="2229733357" sldId="309"/>
            <ac:spMk id="159" creationId="{BF26750D-1609-1737-90A9-FA1ACF610887}"/>
          </ac:spMkLst>
        </pc:spChg>
        <pc:spChg chg="add mod">
          <ac:chgData name="JAEYEON KIM" userId="5fd88c3b828d6b87" providerId="LiveId" clId="{4DEEB11C-6F4E-434B-9DEA-240AA84EFB01}" dt="2026-05-27T04:33:12.679" v="5168"/>
          <ac:spMkLst>
            <pc:docMk/>
            <pc:sldMk cId="2229733357" sldId="309"/>
            <ac:spMk id="160" creationId="{B7172261-F0CE-75EF-4030-B03F476957C8}"/>
          </ac:spMkLst>
        </pc:spChg>
        <pc:spChg chg="mod topLvl">
          <ac:chgData name="JAEYEON KIM" userId="5fd88c3b828d6b87" providerId="LiveId" clId="{4DEEB11C-6F4E-434B-9DEA-240AA84EFB01}" dt="2026-05-27T04:38:24.682" v="5442" actId="164"/>
          <ac:spMkLst>
            <pc:docMk/>
            <pc:sldMk cId="2229733357" sldId="309"/>
            <ac:spMk id="163" creationId="{F16CD9AB-0640-E3CB-0750-DAE958529198}"/>
          </ac:spMkLst>
        </pc:spChg>
        <pc:spChg chg="mod topLvl">
          <ac:chgData name="JAEYEON KIM" userId="5fd88c3b828d6b87" providerId="LiveId" clId="{4DEEB11C-6F4E-434B-9DEA-240AA84EFB01}" dt="2026-05-27T04:38:24.682" v="5442" actId="164"/>
          <ac:spMkLst>
            <pc:docMk/>
            <pc:sldMk cId="2229733357" sldId="309"/>
            <ac:spMk id="164" creationId="{1E5E1E1B-BEA2-5FB8-4AB0-1FD06B37EFD5}"/>
          </ac:spMkLst>
        </pc:spChg>
        <pc:spChg chg="mod topLvl">
          <ac:chgData name="JAEYEON KIM" userId="5fd88c3b828d6b87" providerId="LiveId" clId="{4DEEB11C-6F4E-434B-9DEA-240AA84EFB01}" dt="2026-05-27T04:38:24.682" v="5442" actId="164"/>
          <ac:spMkLst>
            <pc:docMk/>
            <pc:sldMk cId="2229733357" sldId="309"/>
            <ac:spMk id="165" creationId="{E4A9A295-3F31-F65D-FB76-FF43C67EFFE9}"/>
          </ac:spMkLst>
        </pc:spChg>
        <pc:spChg chg="mod topLvl">
          <ac:chgData name="JAEYEON KIM" userId="5fd88c3b828d6b87" providerId="LiveId" clId="{4DEEB11C-6F4E-434B-9DEA-240AA84EFB01}" dt="2026-05-27T04:38:24.682" v="5442" actId="164"/>
          <ac:spMkLst>
            <pc:docMk/>
            <pc:sldMk cId="2229733357" sldId="309"/>
            <ac:spMk id="166" creationId="{DB1EB3FD-C05D-0A02-15BF-C34EF66591D6}"/>
          </ac:spMkLst>
        </pc:spChg>
        <pc:grpChg chg="add del mod">
          <ac:chgData name="JAEYEON KIM" userId="5fd88c3b828d6b87" providerId="LiveId" clId="{4DEEB11C-6F4E-434B-9DEA-240AA84EFB01}" dt="2026-05-27T04:27:28.455" v="5023" actId="21"/>
          <ac:grpSpMkLst>
            <pc:docMk/>
            <pc:sldMk cId="2229733357" sldId="309"/>
            <ac:grpSpMk id="9" creationId="{64274B11-2565-4676-83AF-F9441236E95D}"/>
          </ac:grpSpMkLst>
        </pc:grpChg>
        <pc:grpChg chg="mod">
          <ac:chgData name="JAEYEON KIM" userId="5fd88c3b828d6b87" providerId="LiveId" clId="{4DEEB11C-6F4E-434B-9DEA-240AA84EFB01}" dt="2026-05-27T02:20:57.915" v="3796" actId="1076"/>
          <ac:grpSpMkLst>
            <pc:docMk/>
            <pc:sldMk cId="2229733357" sldId="309"/>
            <ac:grpSpMk id="13" creationId="{38BDA97A-4116-1259-7262-3D6F063176DC}"/>
          </ac:grpSpMkLst>
        </pc:grpChg>
        <pc:grpChg chg="del mod">
          <ac:chgData name="JAEYEON KIM" userId="5fd88c3b828d6b87" providerId="LiveId" clId="{4DEEB11C-6F4E-434B-9DEA-240AA84EFB01}" dt="2026-05-27T04:30:16.288" v="5077" actId="478"/>
          <ac:grpSpMkLst>
            <pc:docMk/>
            <pc:sldMk cId="2229733357" sldId="309"/>
            <ac:grpSpMk id="105" creationId="{A8479F5C-D92C-E011-40EF-6313CF5E0C08}"/>
          </ac:grpSpMkLst>
        </pc:grpChg>
        <pc:grpChg chg="del mod">
          <ac:chgData name="JAEYEON KIM" userId="5fd88c3b828d6b87" providerId="LiveId" clId="{4DEEB11C-6F4E-434B-9DEA-240AA84EFB01}" dt="2026-05-27T04:30:26.857" v="5080" actId="478"/>
          <ac:grpSpMkLst>
            <pc:docMk/>
            <pc:sldMk cId="2229733357" sldId="309"/>
            <ac:grpSpMk id="106" creationId="{728B3398-E960-9E1D-4FEF-AFCF457B70A6}"/>
          </ac:grpSpMkLst>
        </pc:grpChg>
        <pc:grpChg chg="del mod">
          <ac:chgData name="JAEYEON KIM" userId="5fd88c3b828d6b87" providerId="LiveId" clId="{4DEEB11C-6F4E-434B-9DEA-240AA84EFB01}" dt="2026-05-27T04:28:04.280" v="5034" actId="478"/>
          <ac:grpSpMkLst>
            <pc:docMk/>
            <pc:sldMk cId="2229733357" sldId="309"/>
            <ac:grpSpMk id="112" creationId="{52BFCF71-9FDC-ED5C-F828-A776E9FD53CE}"/>
          </ac:grpSpMkLst>
        </pc:grpChg>
        <pc:grpChg chg="add mod">
          <ac:chgData name="JAEYEON KIM" userId="5fd88c3b828d6b87" providerId="LiveId" clId="{4DEEB11C-6F4E-434B-9DEA-240AA84EFB01}" dt="2026-05-27T02:24:17.947" v="3887" actId="164"/>
          <ac:grpSpMkLst>
            <pc:docMk/>
            <pc:sldMk cId="2229733357" sldId="309"/>
            <ac:grpSpMk id="113" creationId="{5674B473-B3E6-606B-342E-7F3D25697B55}"/>
          </ac:grpSpMkLst>
        </pc:grpChg>
        <pc:grpChg chg="add mod">
          <ac:chgData name="JAEYEON KIM" userId="5fd88c3b828d6b87" providerId="LiveId" clId="{4DEEB11C-6F4E-434B-9DEA-240AA84EFB01}" dt="2026-05-27T04:35:10.501" v="5406" actId="164"/>
          <ac:grpSpMkLst>
            <pc:docMk/>
            <pc:sldMk cId="2229733357" sldId="309"/>
            <ac:grpSpMk id="115" creationId="{12F27DE8-8C92-F18A-BFDF-46006A112336}"/>
          </ac:grpSpMkLst>
        </pc:grpChg>
        <pc:grpChg chg="mod">
          <ac:chgData name="JAEYEON KIM" userId="5fd88c3b828d6b87" providerId="LiveId" clId="{4DEEB11C-6F4E-434B-9DEA-240AA84EFB01}" dt="2026-05-27T04:28:13.201" v="5037" actId="14100"/>
          <ac:grpSpMkLst>
            <pc:docMk/>
            <pc:sldMk cId="2229733357" sldId="309"/>
            <ac:grpSpMk id="119" creationId="{49D1DF53-8273-829B-68D5-8B9E7F2212A4}"/>
          </ac:grpSpMkLst>
        </pc:grpChg>
        <pc:grpChg chg="mod">
          <ac:chgData name="JAEYEON KIM" userId="5fd88c3b828d6b87" providerId="LiveId" clId="{4DEEB11C-6F4E-434B-9DEA-240AA84EFB01}" dt="2026-05-27T04:35:10.501" v="5406" actId="164"/>
          <ac:grpSpMkLst>
            <pc:docMk/>
            <pc:sldMk cId="2229733357" sldId="309"/>
            <ac:grpSpMk id="150" creationId="{55652F30-D7F8-7401-2ACD-AE782F90AA46}"/>
          </ac:grpSpMkLst>
        </pc:grpChg>
        <pc:grpChg chg="add mod">
          <ac:chgData name="JAEYEON KIM" userId="5fd88c3b828d6b87" providerId="LiveId" clId="{4DEEB11C-6F4E-434B-9DEA-240AA84EFB01}" dt="2026-05-27T04:38:35.905" v="5467" actId="164"/>
          <ac:grpSpMkLst>
            <pc:docMk/>
            <pc:sldMk cId="2229733357" sldId="309"/>
            <ac:grpSpMk id="151" creationId="{E90DE434-1F6F-A85C-13D0-D2C7DBE68D49}"/>
          </ac:grpSpMkLst>
        </pc:grpChg>
        <pc:grpChg chg="add del mod">
          <ac:chgData name="JAEYEON KIM" userId="5fd88c3b828d6b87" providerId="LiveId" clId="{4DEEB11C-6F4E-434B-9DEA-240AA84EFB01}" dt="2026-05-27T04:35:32.827" v="5410" actId="165"/>
          <ac:grpSpMkLst>
            <pc:docMk/>
            <pc:sldMk cId="2229733357" sldId="309"/>
            <ac:grpSpMk id="161" creationId="{96CAEDF1-E159-03FD-F032-31E5CC56B1CF}"/>
          </ac:grpSpMkLst>
        </pc:grpChg>
        <pc:grpChg chg="add del mod">
          <ac:chgData name="JAEYEON KIM" userId="5fd88c3b828d6b87" providerId="LiveId" clId="{4DEEB11C-6F4E-434B-9DEA-240AA84EFB01}" dt="2026-05-27T04:35:44.228" v="5414" actId="165"/>
          <ac:grpSpMkLst>
            <pc:docMk/>
            <pc:sldMk cId="2229733357" sldId="309"/>
            <ac:grpSpMk id="162" creationId="{0BD6EF76-789B-46DB-FACF-5CE9DE118E5B}"/>
          </ac:grpSpMkLst>
        </pc:grpChg>
        <pc:grpChg chg="add mod">
          <ac:chgData name="JAEYEON KIM" userId="5fd88c3b828d6b87" providerId="LiveId" clId="{4DEEB11C-6F4E-434B-9DEA-240AA84EFB01}" dt="2026-05-27T04:38:43.620" v="5469" actId="1076"/>
          <ac:grpSpMkLst>
            <pc:docMk/>
            <pc:sldMk cId="2229733357" sldId="309"/>
            <ac:grpSpMk id="167" creationId="{5F1DBE0B-D303-E3AB-CF4D-B321AA28B791}"/>
          </ac:grpSpMkLst>
        </pc:grpChg>
        <pc:grpChg chg="add del mod">
          <ac:chgData name="JAEYEON KIM" userId="5fd88c3b828d6b87" providerId="LiveId" clId="{4DEEB11C-6F4E-434B-9DEA-240AA84EFB01}" dt="2026-05-27T04:37:07.540" v="5433" actId="165"/>
          <ac:grpSpMkLst>
            <pc:docMk/>
            <pc:sldMk cId="2229733357" sldId="309"/>
            <ac:grpSpMk id="168" creationId="{F851A3EF-1C53-DE08-2C78-E7891A702BF9}"/>
          </ac:grpSpMkLst>
        </pc:grpChg>
        <pc:grpChg chg="add mod">
          <ac:chgData name="JAEYEON KIM" userId="5fd88c3b828d6b87" providerId="LiveId" clId="{4DEEB11C-6F4E-434B-9DEA-240AA84EFB01}" dt="2026-05-27T04:38:35.905" v="5467" actId="164"/>
          <ac:grpSpMkLst>
            <pc:docMk/>
            <pc:sldMk cId="2229733357" sldId="309"/>
            <ac:grpSpMk id="169" creationId="{1469E8FB-5A91-D293-7249-8EF2616C1D6A}"/>
          </ac:grpSpMkLst>
        </pc:grpChg>
        <pc:grpChg chg="add mod">
          <ac:chgData name="JAEYEON KIM" userId="5fd88c3b828d6b87" providerId="LiveId" clId="{4DEEB11C-6F4E-434B-9DEA-240AA84EFB01}" dt="2026-05-27T04:38:35.905" v="5467" actId="164"/>
          <ac:grpSpMkLst>
            <pc:docMk/>
            <pc:sldMk cId="2229733357" sldId="309"/>
            <ac:grpSpMk id="170" creationId="{ABB44529-75E9-4F1D-1376-7932EF2B8DB2}"/>
          </ac:grpSpMkLst>
        </pc:grpChg>
        <pc:grpChg chg="add mod">
          <ac:chgData name="JAEYEON KIM" userId="5fd88c3b828d6b87" providerId="LiveId" clId="{4DEEB11C-6F4E-434B-9DEA-240AA84EFB01}" dt="2026-05-27T04:38:40.058" v="5468" actId="1076"/>
          <ac:grpSpMkLst>
            <pc:docMk/>
            <pc:sldMk cId="2229733357" sldId="309"/>
            <ac:grpSpMk id="171" creationId="{86BD7951-B8FF-CCCE-BE1E-D9A389977FA6}"/>
          </ac:grpSpMkLst>
        </pc:grpChg>
      </pc:sldChg>
      <pc:sldChg chg="addSp delSp modSp add mod">
        <pc:chgData name="JAEYEON KIM" userId="5fd88c3b828d6b87" providerId="LiveId" clId="{4DEEB11C-6F4E-434B-9DEA-240AA84EFB01}" dt="2026-05-27T04:23:41.449" v="4877" actId="20577"/>
        <pc:sldMkLst>
          <pc:docMk/>
          <pc:sldMk cId="3877365360" sldId="310"/>
        </pc:sldMkLst>
        <pc:spChg chg="del">
          <ac:chgData name="JAEYEON KIM" userId="5fd88c3b828d6b87" providerId="LiveId" clId="{4DEEB11C-6F4E-434B-9DEA-240AA84EFB01}" dt="2026-05-27T01:27:06.124" v="2532" actId="478"/>
          <ac:spMkLst>
            <pc:docMk/>
            <pc:sldMk cId="3877365360" sldId="310"/>
            <ac:spMk id="5" creationId="{7D132AB8-6235-1863-93DF-C9542444AE00}"/>
          </ac:spMkLst>
        </pc:spChg>
        <pc:spChg chg="add mod">
          <ac:chgData name="JAEYEON KIM" userId="5fd88c3b828d6b87" providerId="LiveId" clId="{4DEEB11C-6F4E-434B-9DEA-240AA84EFB01}" dt="2026-05-27T04:12:36.157" v="4354" actId="20577"/>
          <ac:spMkLst>
            <pc:docMk/>
            <pc:sldMk cId="3877365360" sldId="310"/>
            <ac:spMk id="9" creationId="{82FD72F6-3011-C22F-47A2-9605C4CCA03B}"/>
          </ac:spMkLst>
        </pc:spChg>
        <pc:spChg chg="mod">
          <ac:chgData name="JAEYEON KIM" userId="5fd88c3b828d6b87" providerId="LiveId" clId="{4DEEB11C-6F4E-434B-9DEA-240AA84EFB01}" dt="2026-05-27T02:39:33.858" v="4118" actId="165"/>
          <ac:spMkLst>
            <pc:docMk/>
            <pc:sldMk cId="3877365360" sldId="310"/>
            <ac:spMk id="11" creationId="{3B76BF24-1E0B-1222-9DDA-9A0247CBA100}"/>
          </ac:spMkLst>
        </pc:spChg>
        <pc:spChg chg="mod">
          <ac:chgData name="JAEYEON KIM" userId="5fd88c3b828d6b87" providerId="LiveId" clId="{4DEEB11C-6F4E-434B-9DEA-240AA84EFB01}" dt="2026-05-27T01:58:11.493" v="3125" actId="1035"/>
          <ac:spMkLst>
            <pc:docMk/>
            <pc:sldMk cId="3877365360" sldId="310"/>
            <ac:spMk id="12" creationId="{4307AB8F-F636-8428-B652-B5D672888ADA}"/>
          </ac:spMkLst>
        </pc:spChg>
        <pc:spChg chg="mod topLvl">
          <ac:chgData name="JAEYEON KIM" userId="5fd88c3b828d6b87" providerId="LiveId" clId="{4DEEB11C-6F4E-434B-9DEA-240AA84EFB01}" dt="2026-05-27T02:39:33.858" v="4118" actId="165"/>
          <ac:spMkLst>
            <pc:docMk/>
            <pc:sldMk cId="3877365360" sldId="310"/>
            <ac:spMk id="13" creationId="{EA30AC74-923D-795C-BDB1-016D5938DFD1}"/>
          </ac:spMkLst>
        </pc:spChg>
        <pc:spChg chg="mod">
          <ac:chgData name="JAEYEON KIM" userId="5fd88c3b828d6b87" providerId="LiveId" clId="{4DEEB11C-6F4E-434B-9DEA-240AA84EFB01}" dt="2026-05-27T01:44:20.191" v="3106" actId="14861"/>
          <ac:spMkLst>
            <pc:docMk/>
            <pc:sldMk cId="3877365360" sldId="310"/>
            <ac:spMk id="15" creationId="{F6E4A4A1-E6CA-3AD9-B5EF-71BFC53F8907}"/>
          </ac:spMkLst>
        </pc:spChg>
        <pc:spChg chg="mod topLvl">
          <ac:chgData name="JAEYEON KIM" userId="5fd88c3b828d6b87" providerId="LiveId" clId="{4DEEB11C-6F4E-434B-9DEA-240AA84EFB01}" dt="2026-05-27T01:58:11.493" v="3125" actId="1035"/>
          <ac:spMkLst>
            <pc:docMk/>
            <pc:sldMk cId="3877365360" sldId="310"/>
            <ac:spMk id="16" creationId="{2C50DE19-C9CE-F011-A566-91CEAC4B21E4}"/>
          </ac:spMkLst>
        </pc:spChg>
        <pc:spChg chg="mod">
          <ac:chgData name="JAEYEON KIM" userId="5fd88c3b828d6b87" providerId="LiveId" clId="{4DEEB11C-6F4E-434B-9DEA-240AA84EFB01}" dt="2026-05-27T01:43:27.779" v="3104" actId="207"/>
          <ac:spMkLst>
            <pc:docMk/>
            <pc:sldMk cId="3877365360" sldId="310"/>
            <ac:spMk id="17" creationId="{4216E6CA-9E5A-F7D0-CDE3-93A72E8771D6}"/>
          </ac:spMkLst>
        </pc:spChg>
        <pc:spChg chg="mod">
          <ac:chgData name="JAEYEON KIM" userId="5fd88c3b828d6b87" providerId="LiveId" clId="{4DEEB11C-6F4E-434B-9DEA-240AA84EFB01}" dt="2026-05-27T01:44:20.191" v="3106" actId="14861"/>
          <ac:spMkLst>
            <pc:docMk/>
            <pc:sldMk cId="3877365360" sldId="310"/>
            <ac:spMk id="19" creationId="{03121A73-6068-6917-611D-E75CAB92550C}"/>
          </ac:spMkLst>
        </pc:spChg>
        <pc:spChg chg="mod topLvl">
          <ac:chgData name="JAEYEON KIM" userId="5fd88c3b828d6b87" providerId="LiveId" clId="{4DEEB11C-6F4E-434B-9DEA-240AA84EFB01}" dt="2026-05-27T01:58:11.493" v="3125" actId="1035"/>
          <ac:spMkLst>
            <pc:docMk/>
            <pc:sldMk cId="3877365360" sldId="310"/>
            <ac:spMk id="20" creationId="{19D25F48-93A7-EB4D-17A9-A3D683834234}"/>
          </ac:spMkLst>
        </pc:spChg>
        <pc:spChg chg="mod">
          <ac:chgData name="JAEYEON KIM" userId="5fd88c3b828d6b87" providerId="LiveId" clId="{4DEEB11C-6F4E-434B-9DEA-240AA84EFB01}" dt="2026-05-27T01:43:27.779" v="3104" actId="207"/>
          <ac:spMkLst>
            <pc:docMk/>
            <pc:sldMk cId="3877365360" sldId="310"/>
            <ac:spMk id="21" creationId="{5F3D6A83-901C-DFAF-20B2-AF23A8434F69}"/>
          </ac:spMkLst>
        </pc:spChg>
        <pc:spChg chg="mod">
          <ac:chgData name="JAEYEON KIM" userId="5fd88c3b828d6b87" providerId="LiveId" clId="{4DEEB11C-6F4E-434B-9DEA-240AA84EFB01}" dt="2026-05-27T01:27:32.731" v="2583" actId="2711"/>
          <ac:spMkLst>
            <pc:docMk/>
            <pc:sldMk cId="3877365360" sldId="310"/>
            <ac:spMk id="23" creationId="{0662BE7D-0F39-6F9B-9275-F22E5FDB01E5}"/>
          </ac:spMkLst>
        </pc:spChg>
        <pc:spChg chg="del">
          <ac:chgData name="JAEYEON KIM" userId="5fd88c3b828d6b87" providerId="LiveId" clId="{4DEEB11C-6F4E-434B-9DEA-240AA84EFB01}" dt="2026-05-27T02:26:54.396" v="3892" actId="478"/>
          <ac:spMkLst>
            <pc:docMk/>
            <pc:sldMk cId="3877365360" sldId="310"/>
            <ac:spMk id="27" creationId="{9AC7A5DF-AD2A-09A5-9A12-212D3C264EF3}"/>
          </ac:spMkLst>
        </pc:spChg>
        <pc:spChg chg="del">
          <ac:chgData name="JAEYEON KIM" userId="5fd88c3b828d6b87" providerId="LiveId" clId="{4DEEB11C-6F4E-434B-9DEA-240AA84EFB01}" dt="2026-05-27T02:26:54.396" v="3892" actId="478"/>
          <ac:spMkLst>
            <pc:docMk/>
            <pc:sldMk cId="3877365360" sldId="310"/>
            <ac:spMk id="28" creationId="{692D5ACD-34B5-86F3-80CC-C49CCAE901B3}"/>
          </ac:spMkLst>
        </pc:spChg>
        <pc:spChg chg="del">
          <ac:chgData name="JAEYEON KIM" userId="5fd88c3b828d6b87" providerId="LiveId" clId="{4DEEB11C-6F4E-434B-9DEA-240AA84EFB01}" dt="2026-05-27T02:26:54.396" v="3892" actId="478"/>
          <ac:spMkLst>
            <pc:docMk/>
            <pc:sldMk cId="3877365360" sldId="310"/>
            <ac:spMk id="29" creationId="{9ABA4BA2-399D-479A-6FE8-EAD235DF46CF}"/>
          </ac:spMkLst>
        </pc:spChg>
        <pc:spChg chg="del">
          <ac:chgData name="JAEYEON KIM" userId="5fd88c3b828d6b87" providerId="LiveId" clId="{4DEEB11C-6F4E-434B-9DEA-240AA84EFB01}" dt="2026-05-27T02:26:54.396" v="3892" actId="478"/>
          <ac:spMkLst>
            <pc:docMk/>
            <pc:sldMk cId="3877365360" sldId="310"/>
            <ac:spMk id="33" creationId="{8D0B4F1A-87CB-A4E5-6D7A-5C3A35D70B3C}"/>
          </ac:spMkLst>
        </pc:spChg>
        <pc:spChg chg="del">
          <ac:chgData name="JAEYEON KIM" userId="5fd88c3b828d6b87" providerId="LiveId" clId="{4DEEB11C-6F4E-434B-9DEA-240AA84EFB01}" dt="2026-05-27T02:26:54.396" v="3892" actId="478"/>
          <ac:spMkLst>
            <pc:docMk/>
            <pc:sldMk cId="3877365360" sldId="310"/>
            <ac:spMk id="36" creationId="{04C61326-6100-7630-8884-7B29FF3CA92D}"/>
          </ac:spMkLst>
        </pc:spChg>
        <pc:spChg chg="del">
          <ac:chgData name="JAEYEON KIM" userId="5fd88c3b828d6b87" providerId="LiveId" clId="{4DEEB11C-6F4E-434B-9DEA-240AA84EFB01}" dt="2026-05-27T02:26:54.396" v="3892" actId="478"/>
          <ac:spMkLst>
            <pc:docMk/>
            <pc:sldMk cId="3877365360" sldId="310"/>
            <ac:spMk id="42" creationId="{8F37C159-6D53-6A3D-7323-665000D9D494}"/>
          </ac:spMkLst>
        </pc:spChg>
        <pc:spChg chg="del">
          <ac:chgData name="JAEYEON KIM" userId="5fd88c3b828d6b87" providerId="LiveId" clId="{4DEEB11C-6F4E-434B-9DEA-240AA84EFB01}" dt="2026-05-27T02:26:54.396" v="3892" actId="478"/>
          <ac:spMkLst>
            <pc:docMk/>
            <pc:sldMk cId="3877365360" sldId="310"/>
            <ac:spMk id="43" creationId="{2FB3DFDD-A272-0791-0791-60EF77F2FE4A}"/>
          </ac:spMkLst>
        </pc:spChg>
        <pc:spChg chg="del">
          <ac:chgData name="JAEYEON KIM" userId="5fd88c3b828d6b87" providerId="LiveId" clId="{4DEEB11C-6F4E-434B-9DEA-240AA84EFB01}" dt="2026-05-27T02:26:54.396" v="3892" actId="478"/>
          <ac:spMkLst>
            <pc:docMk/>
            <pc:sldMk cId="3877365360" sldId="310"/>
            <ac:spMk id="44" creationId="{DEEC9A0E-C5E8-B7DD-6A62-1A22F8E2AB4C}"/>
          </ac:spMkLst>
        </pc:spChg>
        <pc:spChg chg="del">
          <ac:chgData name="JAEYEON KIM" userId="5fd88c3b828d6b87" providerId="LiveId" clId="{4DEEB11C-6F4E-434B-9DEA-240AA84EFB01}" dt="2026-05-27T02:26:54.396" v="3892" actId="478"/>
          <ac:spMkLst>
            <pc:docMk/>
            <pc:sldMk cId="3877365360" sldId="310"/>
            <ac:spMk id="45" creationId="{D9F5392A-BEE8-AF94-7906-24F94C97183E}"/>
          </ac:spMkLst>
        </pc:spChg>
        <pc:spChg chg="del">
          <ac:chgData name="JAEYEON KIM" userId="5fd88c3b828d6b87" providerId="LiveId" clId="{4DEEB11C-6F4E-434B-9DEA-240AA84EFB01}" dt="2026-05-27T02:26:54.396" v="3892" actId="478"/>
          <ac:spMkLst>
            <pc:docMk/>
            <pc:sldMk cId="3877365360" sldId="310"/>
            <ac:spMk id="52" creationId="{72A26F7B-D582-A1CC-D840-149A91B6DCA4}"/>
          </ac:spMkLst>
        </pc:spChg>
        <pc:spChg chg="mod">
          <ac:chgData name="JAEYEON KIM" userId="5fd88c3b828d6b87" providerId="LiveId" clId="{4DEEB11C-6F4E-434B-9DEA-240AA84EFB01}" dt="2026-05-27T01:58:47.393" v="3179" actId="2711"/>
          <ac:spMkLst>
            <pc:docMk/>
            <pc:sldMk cId="3877365360" sldId="310"/>
            <ac:spMk id="56" creationId="{1D719FBA-9FED-7405-B109-FEF551D29C59}"/>
          </ac:spMkLst>
        </pc:spChg>
        <pc:spChg chg="mod">
          <ac:chgData name="JAEYEON KIM" userId="5fd88c3b828d6b87" providerId="LiveId" clId="{4DEEB11C-6F4E-434B-9DEA-240AA84EFB01}" dt="2026-05-27T02:28:41.831" v="3960" actId="20577"/>
          <ac:spMkLst>
            <pc:docMk/>
            <pc:sldMk cId="3877365360" sldId="310"/>
            <ac:spMk id="59" creationId="{F3DF25BD-2059-C173-BFD7-B8922E952474}"/>
          </ac:spMkLst>
        </pc:spChg>
        <pc:spChg chg="mod topLvl">
          <ac:chgData name="JAEYEON KIM" userId="5fd88c3b828d6b87" providerId="LiveId" clId="{4DEEB11C-6F4E-434B-9DEA-240AA84EFB01}" dt="2026-05-27T01:44:33.342" v="3107" actId="164"/>
          <ac:spMkLst>
            <pc:docMk/>
            <pc:sldMk cId="3877365360" sldId="310"/>
            <ac:spMk id="100" creationId="{4C1F10D6-1BFF-C925-DF8E-606D58D7AA80}"/>
          </ac:spMkLst>
        </pc:spChg>
        <pc:spChg chg="mod">
          <ac:chgData name="JAEYEON KIM" userId="5fd88c3b828d6b87" providerId="LiveId" clId="{4DEEB11C-6F4E-434B-9DEA-240AA84EFB01}" dt="2026-05-27T01:58:11.493" v="3125" actId="1035"/>
          <ac:spMkLst>
            <pc:docMk/>
            <pc:sldMk cId="3877365360" sldId="310"/>
            <ac:spMk id="101" creationId="{1FDFBF90-9A59-EA55-8AED-B467249412A2}"/>
          </ac:spMkLst>
        </pc:spChg>
        <pc:spChg chg="mod topLvl">
          <ac:chgData name="JAEYEON KIM" userId="5fd88c3b828d6b87" providerId="LiveId" clId="{4DEEB11C-6F4E-434B-9DEA-240AA84EFB01}" dt="2026-05-27T01:44:33.342" v="3107" actId="164"/>
          <ac:spMkLst>
            <pc:docMk/>
            <pc:sldMk cId="3877365360" sldId="310"/>
            <ac:spMk id="103" creationId="{6EB872F0-ACC0-B1E2-7872-D598E79D4795}"/>
          </ac:spMkLst>
        </pc:spChg>
        <pc:spChg chg="mod">
          <ac:chgData name="JAEYEON KIM" userId="5fd88c3b828d6b87" providerId="LiveId" clId="{4DEEB11C-6F4E-434B-9DEA-240AA84EFB01}" dt="2026-05-27T04:05:25.209" v="4157" actId="1076"/>
          <ac:spMkLst>
            <pc:docMk/>
            <pc:sldMk cId="3877365360" sldId="310"/>
            <ac:spMk id="107" creationId="{B400D966-1A0F-E9CD-9352-FBDD81B3A5D5}"/>
          </ac:spMkLst>
        </pc:spChg>
        <pc:spChg chg="mod">
          <ac:chgData name="JAEYEON KIM" userId="5fd88c3b828d6b87" providerId="LiveId" clId="{4DEEB11C-6F4E-434B-9DEA-240AA84EFB01}" dt="2026-05-27T01:44:20.191" v="3106" actId="14861"/>
          <ac:spMkLst>
            <pc:docMk/>
            <pc:sldMk cId="3877365360" sldId="310"/>
            <ac:spMk id="109" creationId="{A1FB2503-384E-4582-3B20-A80D3603BA94}"/>
          </ac:spMkLst>
        </pc:spChg>
        <pc:spChg chg="mod">
          <ac:chgData name="JAEYEON KIM" userId="5fd88c3b828d6b87" providerId="LiveId" clId="{4DEEB11C-6F4E-434B-9DEA-240AA84EFB01}" dt="2026-05-27T01:58:11.493" v="3125" actId="1035"/>
          <ac:spMkLst>
            <pc:docMk/>
            <pc:sldMk cId="3877365360" sldId="310"/>
            <ac:spMk id="110" creationId="{CFD8078D-AB59-3662-586B-D9B994F6A0E9}"/>
          </ac:spMkLst>
        </pc:spChg>
        <pc:spChg chg="mod">
          <ac:chgData name="JAEYEON KIM" userId="5fd88c3b828d6b87" providerId="LiveId" clId="{4DEEB11C-6F4E-434B-9DEA-240AA84EFB01}" dt="2026-05-27T01:43:27.779" v="3104" actId="207"/>
          <ac:spMkLst>
            <pc:docMk/>
            <pc:sldMk cId="3877365360" sldId="310"/>
            <ac:spMk id="111" creationId="{CFB85C88-3FDF-5BE0-2FCB-ECBC011BF54B}"/>
          </ac:spMkLst>
        </pc:spChg>
        <pc:spChg chg="mod topLvl">
          <ac:chgData name="JAEYEON KIM" userId="5fd88c3b828d6b87" providerId="LiveId" clId="{4DEEB11C-6F4E-434B-9DEA-240AA84EFB01}" dt="2026-05-27T01:44:33.342" v="3107" actId="164"/>
          <ac:spMkLst>
            <pc:docMk/>
            <pc:sldMk cId="3877365360" sldId="310"/>
            <ac:spMk id="112" creationId="{E048FA90-CDAE-3EC1-EF3F-04926694AAE6}"/>
          </ac:spMkLst>
        </pc:spChg>
        <pc:spChg chg="mod">
          <ac:chgData name="JAEYEON KIM" userId="5fd88c3b828d6b87" providerId="LiveId" clId="{4DEEB11C-6F4E-434B-9DEA-240AA84EFB01}" dt="2026-05-27T01:44:20.191" v="3106" actId="14861"/>
          <ac:spMkLst>
            <pc:docMk/>
            <pc:sldMk cId="3877365360" sldId="310"/>
            <ac:spMk id="113" creationId="{32CCFBF4-6FB1-C17D-D3D7-65766C296513}"/>
          </ac:spMkLst>
        </pc:spChg>
        <pc:spChg chg="mod">
          <ac:chgData name="JAEYEON KIM" userId="5fd88c3b828d6b87" providerId="LiveId" clId="{4DEEB11C-6F4E-434B-9DEA-240AA84EFB01}" dt="2026-05-27T01:58:11.493" v="3125" actId="1035"/>
          <ac:spMkLst>
            <pc:docMk/>
            <pc:sldMk cId="3877365360" sldId="310"/>
            <ac:spMk id="114" creationId="{CC90AD49-3CD5-0186-A899-929876298391}"/>
          </ac:spMkLst>
        </pc:spChg>
        <pc:spChg chg="mod">
          <ac:chgData name="JAEYEON KIM" userId="5fd88c3b828d6b87" providerId="LiveId" clId="{4DEEB11C-6F4E-434B-9DEA-240AA84EFB01}" dt="2026-05-27T01:43:27.779" v="3104" actId="207"/>
          <ac:spMkLst>
            <pc:docMk/>
            <pc:sldMk cId="3877365360" sldId="310"/>
            <ac:spMk id="115" creationId="{7E6C90E8-58AD-5F09-8B64-EBC7CC4A3A3A}"/>
          </ac:spMkLst>
        </pc:spChg>
        <pc:spChg chg="mod topLvl">
          <ac:chgData name="JAEYEON KIM" userId="5fd88c3b828d6b87" providerId="LiveId" clId="{4DEEB11C-6F4E-434B-9DEA-240AA84EFB01}" dt="2026-05-27T01:44:33.342" v="3107" actId="164"/>
          <ac:spMkLst>
            <pc:docMk/>
            <pc:sldMk cId="3877365360" sldId="310"/>
            <ac:spMk id="116" creationId="{BE0B20D5-46E5-079E-A0A8-EEE64B20DA9B}"/>
          </ac:spMkLst>
        </pc:spChg>
        <pc:spChg chg="mod topLvl">
          <ac:chgData name="JAEYEON KIM" userId="5fd88c3b828d6b87" providerId="LiveId" clId="{4DEEB11C-6F4E-434B-9DEA-240AA84EFB01}" dt="2026-05-27T01:44:33.342" v="3107" actId="164"/>
          <ac:spMkLst>
            <pc:docMk/>
            <pc:sldMk cId="3877365360" sldId="310"/>
            <ac:spMk id="117" creationId="{1F62C09C-D6D7-A9A1-251D-AB393B88A75B}"/>
          </ac:spMkLst>
        </pc:spChg>
        <pc:spChg chg="mod">
          <ac:chgData name="JAEYEON KIM" userId="5fd88c3b828d6b87" providerId="LiveId" clId="{4DEEB11C-6F4E-434B-9DEA-240AA84EFB01}" dt="2026-05-27T01:58:11.493" v="3125" actId="1035"/>
          <ac:spMkLst>
            <pc:docMk/>
            <pc:sldMk cId="3877365360" sldId="310"/>
            <ac:spMk id="118" creationId="{49B63BF3-0917-BA42-42E5-BC0BF5BE5C24}"/>
          </ac:spMkLst>
        </pc:spChg>
        <pc:spChg chg="mod">
          <ac:chgData name="JAEYEON KIM" userId="5fd88c3b828d6b87" providerId="LiveId" clId="{4DEEB11C-6F4E-434B-9DEA-240AA84EFB01}" dt="2026-05-27T02:39:33.858" v="4118" actId="165"/>
          <ac:spMkLst>
            <pc:docMk/>
            <pc:sldMk cId="3877365360" sldId="310"/>
            <ac:spMk id="119" creationId="{005F5743-AD87-1ADD-AE42-B4FEFBA69EE6}"/>
          </ac:spMkLst>
        </pc:spChg>
        <pc:spChg chg="mod">
          <ac:chgData name="JAEYEON KIM" userId="5fd88c3b828d6b87" providerId="LiveId" clId="{4DEEB11C-6F4E-434B-9DEA-240AA84EFB01}" dt="2026-05-27T02:39:33.858" v="4118" actId="165"/>
          <ac:spMkLst>
            <pc:docMk/>
            <pc:sldMk cId="3877365360" sldId="310"/>
            <ac:spMk id="121" creationId="{7D01EFC8-AAF2-6738-D04F-382295EF927C}"/>
          </ac:spMkLst>
        </pc:spChg>
        <pc:spChg chg="mod">
          <ac:chgData name="JAEYEON KIM" userId="5fd88c3b828d6b87" providerId="LiveId" clId="{4DEEB11C-6F4E-434B-9DEA-240AA84EFB01}" dt="2026-05-27T01:58:11.493" v="3125" actId="1035"/>
          <ac:spMkLst>
            <pc:docMk/>
            <pc:sldMk cId="3877365360" sldId="310"/>
            <ac:spMk id="122" creationId="{9E68853D-7ED3-4F8A-8590-63039DC96521}"/>
          </ac:spMkLst>
        </pc:spChg>
        <pc:spChg chg="mod topLvl">
          <ac:chgData name="JAEYEON KIM" userId="5fd88c3b828d6b87" providerId="LiveId" clId="{4DEEB11C-6F4E-434B-9DEA-240AA84EFB01}" dt="2026-05-27T01:44:33.342" v="3107" actId="164"/>
          <ac:spMkLst>
            <pc:docMk/>
            <pc:sldMk cId="3877365360" sldId="310"/>
            <ac:spMk id="123" creationId="{2467FB41-70FC-108A-81D4-551E571E8148}"/>
          </ac:spMkLst>
        </pc:spChg>
        <pc:spChg chg="mod topLvl">
          <ac:chgData name="JAEYEON KIM" userId="5fd88c3b828d6b87" providerId="LiveId" clId="{4DEEB11C-6F4E-434B-9DEA-240AA84EFB01}" dt="2026-05-27T01:44:33.342" v="3107" actId="164"/>
          <ac:spMkLst>
            <pc:docMk/>
            <pc:sldMk cId="3877365360" sldId="310"/>
            <ac:spMk id="124" creationId="{EBFB2B66-9DDC-FB78-5A66-D6A654586DE1}"/>
          </ac:spMkLst>
        </pc:spChg>
        <pc:spChg chg="mod">
          <ac:chgData name="JAEYEON KIM" userId="5fd88c3b828d6b87" providerId="LiveId" clId="{4DEEB11C-6F4E-434B-9DEA-240AA84EFB01}" dt="2026-05-27T01:34:26.811" v="2989" actId="13822"/>
          <ac:spMkLst>
            <pc:docMk/>
            <pc:sldMk cId="3877365360" sldId="310"/>
            <ac:spMk id="126" creationId="{1350A1C6-AD2E-44E2-05A7-4480E7E7994B}"/>
          </ac:spMkLst>
        </pc:spChg>
        <pc:spChg chg="mod topLvl">
          <ac:chgData name="JAEYEON KIM" userId="5fd88c3b828d6b87" providerId="LiveId" clId="{4DEEB11C-6F4E-434B-9DEA-240AA84EFB01}" dt="2026-05-27T02:41:05.366" v="4134" actId="165"/>
          <ac:spMkLst>
            <pc:docMk/>
            <pc:sldMk cId="3877365360" sldId="310"/>
            <ac:spMk id="127" creationId="{A8D0167C-F167-863C-26EB-57CBC5039817}"/>
          </ac:spMkLst>
        </pc:spChg>
        <pc:spChg chg="mod">
          <ac:chgData name="JAEYEON KIM" userId="5fd88c3b828d6b87" providerId="LiveId" clId="{4DEEB11C-6F4E-434B-9DEA-240AA84EFB01}" dt="2026-05-27T01:39:27.019" v="3092" actId="2085"/>
          <ac:spMkLst>
            <pc:docMk/>
            <pc:sldMk cId="3877365360" sldId="310"/>
            <ac:spMk id="128" creationId="{6F50E740-7A7C-909D-49A4-96AEA11DD7F1}"/>
          </ac:spMkLst>
        </pc:spChg>
        <pc:spChg chg="mod">
          <ac:chgData name="JAEYEON KIM" userId="5fd88c3b828d6b87" providerId="LiveId" clId="{4DEEB11C-6F4E-434B-9DEA-240AA84EFB01}" dt="2026-05-27T04:05:02.707" v="4155" actId="164"/>
          <ac:spMkLst>
            <pc:docMk/>
            <pc:sldMk cId="3877365360" sldId="310"/>
            <ac:spMk id="129" creationId="{C20F669A-FA0A-483B-1B19-D04CF2554064}"/>
          </ac:spMkLst>
        </pc:spChg>
        <pc:spChg chg="mod">
          <ac:chgData name="JAEYEON KIM" userId="5fd88c3b828d6b87" providerId="LiveId" clId="{4DEEB11C-6F4E-434B-9DEA-240AA84EFB01}" dt="2026-05-27T01:34:26.811" v="2989" actId="13822"/>
          <ac:spMkLst>
            <pc:docMk/>
            <pc:sldMk cId="3877365360" sldId="310"/>
            <ac:spMk id="130" creationId="{0B08991B-031D-8FE8-317B-2F36E01AFAD8}"/>
          </ac:spMkLst>
        </pc:spChg>
        <pc:spChg chg="mod topLvl">
          <ac:chgData name="JAEYEON KIM" userId="5fd88c3b828d6b87" providerId="LiveId" clId="{4DEEB11C-6F4E-434B-9DEA-240AA84EFB01}" dt="2026-05-27T04:05:02.707" v="4155" actId="164"/>
          <ac:spMkLst>
            <pc:docMk/>
            <pc:sldMk cId="3877365360" sldId="310"/>
            <ac:spMk id="131" creationId="{75DF6BBD-F055-F631-13CE-5855852F8B75}"/>
          </ac:spMkLst>
        </pc:spChg>
        <pc:spChg chg="mod">
          <ac:chgData name="JAEYEON KIM" userId="5fd88c3b828d6b87" providerId="LiveId" clId="{4DEEB11C-6F4E-434B-9DEA-240AA84EFB01}" dt="2026-05-27T01:39:32.895" v="3093" actId="2085"/>
          <ac:spMkLst>
            <pc:docMk/>
            <pc:sldMk cId="3877365360" sldId="310"/>
            <ac:spMk id="132" creationId="{457205DE-E9A0-634D-91D8-6E5C21898CBD}"/>
          </ac:spMkLst>
        </pc:spChg>
        <pc:spChg chg="mod topLvl">
          <ac:chgData name="JAEYEON KIM" userId="5fd88c3b828d6b87" providerId="LiveId" clId="{4DEEB11C-6F4E-434B-9DEA-240AA84EFB01}" dt="2026-05-27T04:05:02.707" v="4155" actId="164"/>
          <ac:spMkLst>
            <pc:docMk/>
            <pc:sldMk cId="3877365360" sldId="310"/>
            <ac:spMk id="133" creationId="{D95B4E05-F870-70A9-A811-9A562C10A039}"/>
          </ac:spMkLst>
        </pc:spChg>
        <pc:spChg chg="mod topLvl">
          <ac:chgData name="JAEYEON KIM" userId="5fd88c3b828d6b87" providerId="LiveId" clId="{4DEEB11C-6F4E-434B-9DEA-240AA84EFB01}" dt="2026-05-27T04:05:02.707" v="4155" actId="164"/>
          <ac:spMkLst>
            <pc:docMk/>
            <pc:sldMk cId="3877365360" sldId="310"/>
            <ac:spMk id="134" creationId="{26EE9F00-B8B3-2933-6401-7A089961870B}"/>
          </ac:spMkLst>
        </pc:spChg>
        <pc:spChg chg="mod topLvl">
          <ac:chgData name="JAEYEON KIM" userId="5fd88c3b828d6b87" providerId="LiveId" clId="{4DEEB11C-6F4E-434B-9DEA-240AA84EFB01}" dt="2026-05-27T02:41:05.366" v="4134" actId="165"/>
          <ac:spMkLst>
            <pc:docMk/>
            <pc:sldMk cId="3877365360" sldId="310"/>
            <ac:spMk id="135" creationId="{EC5402FC-BED1-FBB9-1193-57A642A7B4AA}"/>
          </ac:spMkLst>
        </pc:spChg>
        <pc:spChg chg="mod">
          <ac:chgData name="JAEYEON KIM" userId="5fd88c3b828d6b87" providerId="LiveId" clId="{4DEEB11C-6F4E-434B-9DEA-240AA84EFB01}" dt="2026-05-27T01:42:18.483" v="3101" actId="14100"/>
          <ac:spMkLst>
            <pc:docMk/>
            <pc:sldMk cId="3877365360" sldId="310"/>
            <ac:spMk id="136" creationId="{84EE043E-2304-54C9-2EF2-D9D8997B30A4}"/>
          </ac:spMkLst>
        </pc:spChg>
        <pc:spChg chg="mod topLvl">
          <ac:chgData name="JAEYEON KIM" userId="5fd88c3b828d6b87" providerId="LiveId" clId="{4DEEB11C-6F4E-434B-9DEA-240AA84EFB01}" dt="2026-05-27T04:07:11.536" v="4253" actId="2711"/>
          <ac:spMkLst>
            <pc:docMk/>
            <pc:sldMk cId="3877365360" sldId="310"/>
            <ac:spMk id="137" creationId="{B824C316-86EA-6749-3363-7D4202BB0958}"/>
          </ac:spMkLst>
        </pc:spChg>
        <pc:spChg chg="mod">
          <ac:chgData name="JAEYEON KIM" userId="5fd88c3b828d6b87" providerId="LiveId" clId="{4DEEB11C-6F4E-434B-9DEA-240AA84EFB01}" dt="2026-05-27T02:39:33.858" v="4118" actId="165"/>
          <ac:spMkLst>
            <pc:docMk/>
            <pc:sldMk cId="3877365360" sldId="310"/>
            <ac:spMk id="138" creationId="{0C060A2B-3213-D0FE-EC5A-D7A1A65F377B}"/>
          </ac:spMkLst>
        </pc:spChg>
        <pc:spChg chg="mod topLvl">
          <ac:chgData name="JAEYEON KIM" userId="5fd88c3b828d6b87" providerId="LiveId" clId="{4DEEB11C-6F4E-434B-9DEA-240AA84EFB01}" dt="2026-05-27T04:05:24.238" v="4156" actId="20577"/>
          <ac:spMkLst>
            <pc:docMk/>
            <pc:sldMk cId="3877365360" sldId="310"/>
            <ac:spMk id="139" creationId="{0D51E7E2-4A33-D244-C258-C5B2C564C7E4}"/>
          </ac:spMkLst>
        </pc:spChg>
        <pc:spChg chg="mod">
          <ac:chgData name="JAEYEON KIM" userId="5fd88c3b828d6b87" providerId="LiveId" clId="{4DEEB11C-6F4E-434B-9DEA-240AA84EFB01}" dt="2026-05-27T04:07:01.328" v="4251" actId="20577"/>
          <ac:spMkLst>
            <pc:docMk/>
            <pc:sldMk cId="3877365360" sldId="310"/>
            <ac:spMk id="141" creationId="{41D0CFBC-ADD3-404E-88CD-6CFCBDABFFCD}"/>
          </ac:spMkLst>
        </pc:spChg>
        <pc:spChg chg="mod">
          <ac:chgData name="JAEYEON KIM" userId="5fd88c3b828d6b87" providerId="LiveId" clId="{4DEEB11C-6F4E-434B-9DEA-240AA84EFB01}" dt="2026-05-27T01:34:58.853" v="2991" actId="14861"/>
          <ac:spMkLst>
            <pc:docMk/>
            <pc:sldMk cId="3877365360" sldId="310"/>
            <ac:spMk id="142" creationId="{B2A6D957-C70C-C1E7-4F97-710F55258439}"/>
          </ac:spMkLst>
        </pc:spChg>
        <pc:spChg chg="mod topLvl">
          <ac:chgData name="JAEYEON KIM" userId="5fd88c3b828d6b87" providerId="LiveId" clId="{4DEEB11C-6F4E-434B-9DEA-240AA84EFB01}" dt="2026-05-27T02:41:05.366" v="4134" actId="165"/>
          <ac:spMkLst>
            <pc:docMk/>
            <pc:sldMk cId="3877365360" sldId="310"/>
            <ac:spMk id="143" creationId="{D421B78C-B116-2DBA-44D4-2C37B774882B}"/>
          </ac:spMkLst>
        </pc:spChg>
        <pc:spChg chg="mod">
          <ac:chgData name="JAEYEON KIM" userId="5fd88c3b828d6b87" providerId="LiveId" clId="{4DEEB11C-6F4E-434B-9DEA-240AA84EFB01}" dt="2026-05-27T04:07:38.584" v="4286" actId="20577"/>
          <ac:spMkLst>
            <pc:docMk/>
            <pc:sldMk cId="3877365360" sldId="310"/>
            <ac:spMk id="145" creationId="{7206BD68-0931-F5BB-7164-39B2B709BD72}"/>
          </ac:spMkLst>
        </pc:spChg>
        <pc:spChg chg="mod">
          <ac:chgData name="JAEYEON KIM" userId="5fd88c3b828d6b87" providerId="LiveId" clId="{4DEEB11C-6F4E-434B-9DEA-240AA84EFB01}" dt="2026-05-27T02:41:41.763" v="4137" actId="14861"/>
          <ac:spMkLst>
            <pc:docMk/>
            <pc:sldMk cId="3877365360" sldId="310"/>
            <ac:spMk id="146" creationId="{0CAD209A-7DEE-EDB7-7B80-F72C67F2F19D}"/>
          </ac:spMkLst>
        </pc:spChg>
        <pc:spChg chg="mod topLvl">
          <ac:chgData name="JAEYEON KIM" userId="5fd88c3b828d6b87" providerId="LiveId" clId="{4DEEB11C-6F4E-434B-9DEA-240AA84EFB01}" dt="2026-05-27T02:41:05.366" v="4134" actId="165"/>
          <ac:spMkLst>
            <pc:docMk/>
            <pc:sldMk cId="3877365360" sldId="310"/>
            <ac:spMk id="147" creationId="{D0AB211B-3C84-676E-391E-9C29BD6180D1}"/>
          </ac:spMkLst>
        </pc:spChg>
        <pc:spChg chg="mod">
          <ac:chgData name="JAEYEON KIM" userId="5fd88c3b828d6b87" providerId="LiveId" clId="{4DEEB11C-6F4E-434B-9DEA-240AA84EFB01}" dt="2026-05-27T02:41:58.812" v="4138" actId="207"/>
          <ac:spMkLst>
            <pc:docMk/>
            <pc:sldMk cId="3877365360" sldId="310"/>
            <ac:spMk id="148" creationId="{E7C13251-7EBA-E264-0DAF-0B4285F67ECC}"/>
          </ac:spMkLst>
        </pc:spChg>
        <pc:spChg chg="mod topLvl">
          <ac:chgData name="JAEYEON KIM" userId="5fd88c3b828d6b87" providerId="LiveId" clId="{4DEEB11C-6F4E-434B-9DEA-240AA84EFB01}" dt="2026-05-27T04:05:02.707" v="4155" actId="164"/>
          <ac:spMkLst>
            <pc:docMk/>
            <pc:sldMk cId="3877365360" sldId="310"/>
            <ac:spMk id="149" creationId="{87AA5A84-3242-F401-B817-708FF5912AF2}"/>
          </ac:spMkLst>
        </pc:spChg>
        <pc:spChg chg="mod">
          <ac:chgData name="JAEYEON KIM" userId="5fd88c3b828d6b87" providerId="LiveId" clId="{4DEEB11C-6F4E-434B-9DEA-240AA84EFB01}" dt="2026-05-27T02:41:41.763" v="4137" actId="14861"/>
          <ac:spMkLst>
            <pc:docMk/>
            <pc:sldMk cId="3877365360" sldId="310"/>
            <ac:spMk id="150" creationId="{C142FC4C-C8CD-C884-CF6C-DB86D4635553}"/>
          </ac:spMkLst>
        </pc:spChg>
        <pc:spChg chg="mod topLvl">
          <ac:chgData name="JAEYEON KIM" userId="5fd88c3b828d6b87" providerId="LiveId" clId="{4DEEB11C-6F4E-434B-9DEA-240AA84EFB01}" dt="2026-05-27T02:41:05.366" v="4134" actId="165"/>
          <ac:spMkLst>
            <pc:docMk/>
            <pc:sldMk cId="3877365360" sldId="310"/>
            <ac:spMk id="151" creationId="{AE2397E3-7A69-60D5-55E2-D787E6E1167B}"/>
          </ac:spMkLst>
        </pc:spChg>
        <pc:spChg chg="mod topLvl">
          <ac:chgData name="JAEYEON KIM" userId="5fd88c3b828d6b87" providerId="LiveId" clId="{4DEEB11C-6F4E-434B-9DEA-240AA84EFB01}" dt="2026-05-27T04:05:02.707" v="4155" actId="164"/>
          <ac:spMkLst>
            <pc:docMk/>
            <pc:sldMk cId="3877365360" sldId="310"/>
            <ac:spMk id="152" creationId="{C11F91DD-0F30-D131-A62C-4A1C953655C4}"/>
          </ac:spMkLst>
        </pc:spChg>
        <pc:spChg chg="mod">
          <ac:chgData name="JAEYEON KIM" userId="5fd88c3b828d6b87" providerId="LiveId" clId="{4DEEB11C-6F4E-434B-9DEA-240AA84EFB01}" dt="2026-05-27T01:57:21.830" v="3119" actId="1035"/>
          <ac:spMkLst>
            <pc:docMk/>
            <pc:sldMk cId="3877365360" sldId="310"/>
            <ac:spMk id="153" creationId="{6908B916-B960-092B-C9DA-4A3AFD4ADCEA}"/>
          </ac:spMkLst>
        </pc:spChg>
        <pc:spChg chg="mod topLvl">
          <ac:chgData name="JAEYEON KIM" userId="5fd88c3b828d6b87" providerId="LiveId" clId="{4DEEB11C-6F4E-434B-9DEA-240AA84EFB01}" dt="2026-05-27T04:05:02.707" v="4155" actId="164"/>
          <ac:spMkLst>
            <pc:docMk/>
            <pc:sldMk cId="3877365360" sldId="310"/>
            <ac:spMk id="154" creationId="{C6CA8E87-A448-A6D9-13AA-F2BFC44F9795}"/>
          </ac:spMkLst>
        </pc:spChg>
        <pc:spChg chg="mod topLvl">
          <ac:chgData name="JAEYEON KIM" userId="5fd88c3b828d6b87" providerId="LiveId" clId="{4DEEB11C-6F4E-434B-9DEA-240AA84EFB01}" dt="2026-05-27T04:05:02.707" v="4155" actId="164"/>
          <ac:spMkLst>
            <pc:docMk/>
            <pc:sldMk cId="3877365360" sldId="310"/>
            <ac:spMk id="155" creationId="{B15423DF-4223-4D68-D3F9-B69D538CC167}"/>
          </ac:spMkLst>
        </pc:spChg>
        <pc:spChg chg="mod">
          <ac:chgData name="JAEYEON KIM" userId="5fd88c3b828d6b87" providerId="LiveId" clId="{4DEEB11C-6F4E-434B-9DEA-240AA84EFB01}" dt="2026-05-27T02:41:58.812" v="4138" actId="207"/>
          <ac:spMkLst>
            <pc:docMk/>
            <pc:sldMk cId="3877365360" sldId="310"/>
            <ac:spMk id="156" creationId="{0D579B03-EBC1-1EC9-5912-DA8A5EF3B2A5}"/>
          </ac:spMkLst>
        </pc:spChg>
        <pc:spChg chg="mod topLvl">
          <ac:chgData name="JAEYEON KIM" userId="5fd88c3b828d6b87" providerId="LiveId" clId="{4DEEB11C-6F4E-434B-9DEA-240AA84EFB01}" dt="2026-05-27T04:05:02.707" v="4155" actId="164"/>
          <ac:spMkLst>
            <pc:docMk/>
            <pc:sldMk cId="3877365360" sldId="310"/>
            <ac:spMk id="157" creationId="{F801CF34-5DE9-9C87-FBAA-49B1E74DF1EF}"/>
          </ac:spMkLst>
        </pc:spChg>
        <pc:spChg chg="mod">
          <ac:chgData name="JAEYEON KIM" userId="5fd88c3b828d6b87" providerId="LiveId" clId="{4DEEB11C-6F4E-434B-9DEA-240AA84EFB01}" dt="2026-05-27T01:35:25.317" v="2994" actId="14861"/>
          <ac:spMkLst>
            <pc:docMk/>
            <pc:sldMk cId="3877365360" sldId="310"/>
            <ac:spMk id="158" creationId="{E6444FBC-7131-06AA-13D0-CB1C574F3EAC}"/>
          </ac:spMkLst>
        </pc:spChg>
        <pc:spChg chg="mod topLvl">
          <ac:chgData name="JAEYEON KIM" userId="5fd88c3b828d6b87" providerId="LiveId" clId="{4DEEB11C-6F4E-434B-9DEA-240AA84EFB01}" dt="2026-05-27T02:41:05.366" v="4134" actId="165"/>
          <ac:spMkLst>
            <pc:docMk/>
            <pc:sldMk cId="3877365360" sldId="310"/>
            <ac:spMk id="159" creationId="{E7653E48-C0DA-0470-B80B-FAC358E685F3}"/>
          </ac:spMkLst>
        </pc:spChg>
        <pc:spChg chg="del mod topLvl">
          <ac:chgData name="JAEYEON KIM" userId="5fd88c3b828d6b87" providerId="LiveId" clId="{4DEEB11C-6F4E-434B-9DEA-240AA84EFB01}" dt="2026-05-27T04:04:29.284" v="4151" actId="478"/>
          <ac:spMkLst>
            <pc:docMk/>
            <pc:sldMk cId="3877365360" sldId="310"/>
            <ac:spMk id="160" creationId="{F33C9719-86A1-3546-BAE2-8107B7A26669}"/>
          </ac:spMkLst>
        </pc:spChg>
        <pc:spChg chg="del mod">
          <ac:chgData name="JAEYEON KIM" userId="5fd88c3b828d6b87" providerId="LiveId" clId="{4DEEB11C-6F4E-434B-9DEA-240AA84EFB01}" dt="2026-05-27T04:04:29.284" v="4151" actId="478"/>
          <ac:spMkLst>
            <pc:docMk/>
            <pc:sldMk cId="3877365360" sldId="310"/>
            <ac:spMk id="161" creationId="{CB520D93-6DC1-7DED-AA6E-B8022BE110BE}"/>
          </ac:spMkLst>
        </pc:spChg>
        <pc:spChg chg="mod">
          <ac:chgData name="JAEYEON KIM" userId="5fd88c3b828d6b87" providerId="LiveId" clId="{4DEEB11C-6F4E-434B-9DEA-240AA84EFB01}" dt="2026-05-27T01:35:25.317" v="2994" actId="14861"/>
          <ac:spMkLst>
            <pc:docMk/>
            <pc:sldMk cId="3877365360" sldId="310"/>
            <ac:spMk id="162" creationId="{01819C22-1C22-EB65-8471-64898A247B32}"/>
          </ac:spMkLst>
        </pc:spChg>
        <pc:spChg chg="mod topLvl">
          <ac:chgData name="JAEYEON KIM" userId="5fd88c3b828d6b87" providerId="LiveId" clId="{4DEEB11C-6F4E-434B-9DEA-240AA84EFB01}" dt="2026-05-27T02:41:05.366" v="4134" actId="165"/>
          <ac:spMkLst>
            <pc:docMk/>
            <pc:sldMk cId="3877365360" sldId="310"/>
            <ac:spMk id="163" creationId="{A6F85DE1-553C-9400-3932-4DC7EF61BBFD}"/>
          </ac:spMkLst>
        </pc:spChg>
        <pc:spChg chg="del mod">
          <ac:chgData name="JAEYEON KIM" userId="5fd88c3b828d6b87" providerId="LiveId" clId="{4DEEB11C-6F4E-434B-9DEA-240AA84EFB01}" dt="2026-05-27T04:04:23.698" v="4150" actId="478"/>
          <ac:spMkLst>
            <pc:docMk/>
            <pc:sldMk cId="3877365360" sldId="310"/>
            <ac:spMk id="164" creationId="{F44DABFC-1332-ACDD-7AFB-6617C79C722D}"/>
          </ac:spMkLst>
        </pc:spChg>
        <pc:spChg chg="del mod">
          <ac:chgData name="JAEYEON KIM" userId="5fd88c3b828d6b87" providerId="LiveId" clId="{4DEEB11C-6F4E-434B-9DEA-240AA84EFB01}" dt="2026-05-27T04:04:23.698" v="4150" actId="478"/>
          <ac:spMkLst>
            <pc:docMk/>
            <pc:sldMk cId="3877365360" sldId="310"/>
            <ac:spMk id="165" creationId="{C6756938-15FF-C5E8-330A-F05F7657A713}"/>
          </ac:spMkLst>
        </pc:spChg>
        <pc:spChg chg="add del">
          <ac:chgData name="JAEYEON KIM" userId="5fd88c3b828d6b87" providerId="LiveId" clId="{4DEEB11C-6F4E-434B-9DEA-240AA84EFB01}" dt="2026-05-27T02:33:08.388" v="4116" actId="22"/>
          <ac:spMkLst>
            <pc:docMk/>
            <pc:sldMk cId="3877365360" sldId="310"/>
            <ac:spMk id="171" creationId="{BF0908EA-3607-889A-4407-A51F803C7914}"/>
          </ac:spMkLst>
        </pc:spChg>
        <pc:spChg chg="mod">
          <ac:chgData name="JAEYEON KIM" userId="5fd88c3b828d6b87" providerId="LiveId" clId="{4DEEB11C-6F4E-434B-9DEA-240AA84EFB01}" dt="2026-05-27T02:39:28.959" v="4117"/>
          <ac:spMkLst>
            <pc:docMk/>
            <pc:sldMk cId="3877365360" sldId="310"/>
            <ac:spMk id="173" creationId="{DDFF5D1E-EE3E-838A-7462-07CF61051B36}"/>
          </ac:spMkLst>
        </pc:spChg>
        <pc:spChg chg="mod">
          <ac:chgData name="JAEYEON KIM" userId="5fd88c3b828d6b87" providerId="LiveId" clId="{4DEEB11C-6F4E-434B-9DEA-240AA84EFB01}" dt="2026-05-27T02:39:28.959" v="4117"/>
          <ac:spMkLst>
            <pc:docMk/>
            <pc:sldMk cId="3877365360" sldId="310"/>
            <ac:spMk id="174" creationId="{4BC4BE16-15E8-C0BA-080B-11B36CA16554}"/>
          </ac:spMkLst>
        </pc:spChg>
        <pc:spChg chg="mod">
          <ac:chgData name="JAEYEON KIM" userId="5fd88c3b828d6b87" providerId="LiveId" clId="{4DEEB11C-6F4E-434B-9DEA-240AA84EFB01}" dt="2026-05-27T04:23:41.449" v="4877" actId="20577"/>
          <ac:spMkLst>
            <pc:docMk/>
            <pc:sldMk cId="3877365360" sldId="310"/>
            <ac:spMk id="175" creationId="{678A2A00-15D8-0DA7-4F3A-6EDD0610982F}"/>
          </ac:spMkLst>
        </pc:spChg>
        <pc:spChg chg="add mod">
          <ac:chgData name="JAEYEON KIM" userId="5fd88c3b828d6b87" providerId="LiveId" clId="{4DEEB11C-6F4E-434B-9DEA-240AA84EFB01}" dt="2026-05-27T04:04:46.259" v="4153" actId="1035"/>
          <ac:spMkLst>
            <pc:docMk/>
            <pc:sldMk cId="3877365360" sldId="310"/>
            <ac:spMk id="176" creationId="{09C0DC08-3459-0D17-0974-73EF095CCA43}"/>
          </ac:spMkLst>
        </pc:spChg>
        <pc:spChg chg="add mod">
          <ac:chgData name="JAEYEON KIM" userId="5fd88c3b828d6b87" providerId="LiveId" clId="{4DEEB11C-6F4E-434B-9DEA-240AA84EFB01}" dt="2026-05-27T04:04:50.486" v="4154" actId="1035"/>
          <ac:spMkLst>
            <pc:docMk/>
            <pc:sldMk cId="3877365360" sldId="310"/>
            <ac:spMk id="177" creationId="{2718298F-7A7B-2ED6-4A47-524596140C16}"/>
          </ac:spMkLst>
        </pc:spChg>
        <pc:spChg chg="add mod">
          <ac:chgData name="JAEYEON KIM" userId="5fd88c3b828d6b87" providerId="LiveId" clId="{4DEEB11C-6F4E-434B-9DEA-240AA84EFB01}" dt="2026-05-27T04:04:38.173" v="4152" actId="1076"/>
          <ac:spMkLst>
            <pc:docMk/>
            <pc:sldMk cId="3877365360" sldId="310"/>
            <ac:spMk id="178" creationId="{C91FABC6-1812-8201-B043-EFE4D7826A21}"/>
          </ac:spMkLst>
        </pc:spChg>
        <pc:spChg chg="add mod">
          <ac:chgData name="JAEYEON KIM" userId="5fd88c3b828d6b87" providerId="LiveId" clId="{4DEEB11C-6F4E-434B-9DEA-240AA84EFB01}" dt="2026-05-27T04:04:38.173" v="4152" actId="1076"/>
          <ac:spMkLst>
            <pc:docMk/>
            <pc:sldMk cId="3877365360" sldId="310"/>
            <ac:spMk id="179" creationId="{32B701C1-A927-8176-A750-FAA884D5D281}"/>
          </ac:spMkLst>
        </pc:spChg>
        <pc:spChg chg="mod">
          <ac:chgData name="JAEYEON KIM" userId="5fd88c3b828d6b87" providerId="LiveId" clId="{4DEEB11C-6F4E-434B-9DEA-240AA84EFB01}" dt="2026-05-27T04:09:53.460" v="4287"/>
          <ac:spMkLst>
            <pc:docMk/>
            <pc:sldMk cId="3877365360" sldId="310"/>
            <ac:spMk id="182" creationId="{7772F2D2-5121-CC51-2089-29C7D1E0C7DA}"/>
          </ac:spMkLst>
        </pc:spChg>
        <pc:spChg chg="mod">
          <ac:chgData name="JAEYEON KIM" userId="5fd88c3b828d6b87" providerId="LiveId" clId="{4DEEB11C-6F4E-434B-9DEA-240AA84EFB01}" dt="2026-05-27T04:09:53.460" v="4287"/>
          <ac:spMkLst>
            <pc:docMk/>
            <pc:sldMk cId="3877365360" sldId="310"/>
            <ac:spMk id="183" creationId="{A4DF57C5-62AE-D74B-4315-90BD28EC035E}"/>
          </ac:spMkLst>
        </pc:spChg>
        <pc:spChg chg="mod">
          <ac:chgData name="JAEYEON KIM" userId="5fd88c3b828d6b87" providerId="LiveId" clId="{4DEEB11C-6F4E-434B-9DEA-240AA84EFB01}" dt="2026-05-27T04:09:53.460" v="4287"/>
          <ac:spMkLst>
            <pc:docMk/>
            <pc:sldMk cId="3877365360" sldId="310"/>
            <ac:spMk id="184" creationId="{5CF23378-1AFD-0A9A-F263-F7898C7C7717}"/>
          </ac:spMkLst>
        </pc:spChg>
        <pc:spChg chg="mod">
          <ac:chgData name="JAEYEON KIM" userId="5fd88c3b828d6b87" providerId="LiveId" clId="{4DEEB11C-6F4E-434B-9DEA-240AA84EFB01}" dt="2026-05-27T04:11:25.012" v="4332"/>
          <ac:spMkLst>
            <pc:docMk/>
            <pc:sldMk cId="3877365360" sldId="310"/>
            <ac:spMk id="191" creationId="{8FB86A83-2EAB-2DB4-90C8-3EB05172311A}"/>
          </ac:spMkLst>
        </pc:spChg>
        <pc:spChg chg="mod">
          <ac:chgData name="JAEYEON KIM" userId="5fd88c3b828d6b87" providerId="LiveId" clId="{4DEEB11C-6F4E-434B-9DEA-240AA84EFB01}" dt="2026-05-27T04:11:25.012" v="4332"/>
          <ac:spMkLst>
            <pc:docMk/>
            <pc:sldMk cId="3877365360" sldId="310"/>
            <ac:spMk id="199" creationId="{A1B019F5-E015-A2C9-BC90-EEFD1E6F1D93}"/>
          </ac:spMkLst>
        </pc:spChg>
        <pc:spChg chg="mod">
          <ac:chgData name="JAEYEON KIM" userId="5fd88c3b828d6b87" providerId="LiveId" clId="{4DEEB11C-6F4E-434B-9DEA-240AA84EFB01}" dt="2026-05-27T04:11:25.012" v="4332"/>
          <ac:spMkLst>
            <pc:docMk/>
            <pc:sldMk cId="3877365360" sldId="310"/>
            <ac:spMk id="203" creationId="{74B42D68-8A2D-4696-B48D-DBF0DDE4B703}"/>
          </ac:spMkLst>
        </pc:spChg>
        <pc:spChg chg="mod">
          <ac:chgData name="JAEYEON KIM" userId="5fd88c3b828d6b87" providerId="LiveId" clId="{4DEEB11C-6F4E-434B-9DEA-240AA84EFB01}" dt="2026-05-27T04:11:25.012" v="4332"/>
          <ac:spMkLst>
            <pc:docMk/>
            <pc:sldMk cId="3877365360" sldId="310"/>
            <ac:spMk id="205" creationId="{5F91E53D-D6AD-149F-D293-CF0ADB01D27B}"/>
          </ac:spMkLst>
        </pc:spChg>
        <pc:spChg chg="mod">
          <ac:chgData name="JAEYEON KIM" userId="5fd88c3b828d6b87" providerId="LiveId" clId="{4DEEB11C-6F4E-434B-9DEA-240AA84EFB01}" dt="2026-05-27T04:11:25.012" v="4332"/>
          <ac:spMkLst>
            <pc:docMk/>
            <pc:sldMk cId="3877365360" sldId="310"/>
            <ac:spMk id="208" creationId="{CA9E144E-6CEC-D51A-B433-5E695D0BF16B}"/>
          </ac:spMkLst>
        </pc:spChg>
        <pc:spChg chg="mod">
          <ac:chgData name="JAEYEON KIM" userId="5fd88c3b828d6b87" providerId="LiveId" clId="{4DEEB11C-6F4E-434B-9DEA-240AA84EFB01}" dt="2026-05-27T04:11:25.012" v="4332"/>
          <ac:spMkLst>
            <pc:docMk/>
            <pc:sldMk cId="3877365360" sldId="310"/>
            <ac:spMk id="210" creationId="{9233D95D-9D8B-DD96-4D60-D503764B7978}"/>
          </ac:spMkLst>
        </pc:spChg>
        <pc:spChg chg="mod">
          <ac:chgData name="JAEYEON KIM" userId="5fd88c3b828d6b87" providerId="LiveId" clId="{4DEEB11C-6F4E-434B-9DEA-240AA84EFB01}" dt="2026-05-27T04:11:25.012" v="4332"/>
          <ac:spMkLst>
            <pc:docMk/>
            <pc:sldMk cId="3877365360" sldId="310"/>
            <ac:spMk id="215" creationId="{457E8781-1E81-AEC1-4555-856CE731456D}"/>
          </ac:spMkLst>
        </pc:spChg>
        <pc:spChg chg="mod">
          <ac:chgData name="JAEYEON KIM" userId="5fd88c3b828d6b87" providerId="LiveId" clId="{4DEEB11C-6F4E-434B-9DEA-240AA84EFB01}" dt="2026-05-27T04:11:25.012" v="4332"/>
          <ac:spMkLst>
            <pc:docMk/>
            <pc:sldMk cId="3877365360" sldId="310"/>
            <ac:spMk id="216" creationId="{342F7EF9-7C4E-35C1-51CC-846754DAA982}"/>
          </ac:spMkLst>
        </pc:spChg>
        <pc:spChg chg="mod">
          <ac:chgData name="JAEYEON KIM" userId="5fd88c3b828d6b87" providerId="LiveId" clId="{4DEEB11C-6F4E-434B-9DEA-240AA84EFB01}" dt="2026-05-27T04:11:25.012" v="4332"/>
          <ac:spMkLst>
            <pc:docMk/>
            <pc:sldMk cId="3877365360" sldId="310"/>
            <ac:spMk id="217" creationId="{5088386A-5E19-B808-CE60-983AB4BCE9E1}"/>
          </ac:spMkLst>
        </pc:spChg>
        <pc:spChg chg="mod">
          <ac:chgData name="JAEYEON KIM" userId="5fd88c3b828d6b87" providerId="LiveId" clId="{4DEEB11C-6F4E-434B-9DEA-240AA84EFB01}" dt="2026-05-27T04:11:25.012" v="4332"/>
          <ac:spMkLst>
            <pc:docMk/>
            <pc:sldMk cId="3877365360" sldId="310"/>
            <ac:spMk id="224" creationId="{6DB60EC0-5AFC-44BF-B755-02839D409EE2}"/>
          </ac:spMkLst>
        </pc:spChg>
        <pc:spChg chg="mod">
          <ac:chgData name="JAEYEON KIM" userId="5fd88c3b828d6b87" providerId="LiveId" clId="{4DEEB11C-6F4E-434B-9DEA-240AA84EFB01}" dt="2026-05-27T04:11:53.411" v="4335"/>
          <ac:spMkLst>
            <pc:docMk/>
            <pc:sldMk cId="3877365360" sldId="310"/>
            <ac:spMk id="229" creationId="{226B529E-2A59-156F-C3C6-89C0A543D5A1}"/>
          </ac:spMkLst>
        </pc:spChg>
        <pc:spChg chg="mod">
          <ac:chgData name="JAEYEON KIM" userId="5fd88c3b828d6b87" providerId="LiveId" clId="{4DEEB11C-6F4E-434B-9DEA-240AA84EFB01}" dt="2026-05-27T04:11:53.411" v="4335"/>
          <ac:spMkLst>
            <pc:docMk/>
            <pc:sldMk cId="3877365360" sldId="310"/>
            <ac:spMk id="231" creationId="{580BF562-98F4-30AB-58FF-1AAFFEBC9D14}"/>
          </ac:spMkLst>
        </pc:spChg>
        <pc:spChg chg="del mod">
          <ac:chgData name="JAEYEON KIM" userId="5fd88c3b828d6b87" providerId="LiveId" clId="{4DEEB11C-6F4E-434B-9DEA-240AA84EFB01}" dt="2026-05-27T04:14:16.561" v="4383" actId="478"/>
          <ac:spMkLst>
            <pc:docMk/>
            <pc:sldMk cId="3877365360" sldId="310"/>
            <ac:spMk id="233" creationId="{97A22EE0-68BF-CAC4-7EA1-470BA4F02BEA}"/>
          </ac:spMkLst>
        </pc:spChg>
        <pc:spChg chg="del">
          <ac:chgData name="JAEYEON KIM" userId="5fd88c3b828d6b87" providerId="LiveId" clId="{4DEEB11C-6F4E-434B-9DEA-240AA84EFB01}" dt="2026-05-27T04:14:48.238" v="4396" actId="478"/>
          <ac:spMkLst>
            <pc:docMk/>
            <pc:sldMk cId="3877365360" sldId="310"/>
            <ac:spMk id="234" creationId="{F0CD6053-4855-2113-BAA4-C2739630A28E}"/>
          </ac:spMkLst>
        </pc:spChg>
        <pc:spChg chg="del">
          <ac:chgData name="JAEYEON KIM" userId="5fd88c3b828d6b87" providerId="LiveId" clId="{4DEEB11C-6F4E-434B-9DEA-240AA84EFB01}" dt="2026-05-27T04:14:02.087" v="4372" actId="478"/>
          <ac:spMkLst>
            <pc:docMk/>
            <pc:sldMk cId="3877365360" sldId="310"/>
            <ac:spMk id="235" creationId="{85BE7E80-4DE9-BAC1-AB3D-C11FE865D712}"/>
          </ac:spMkLst>
        </pc:spChg>
        <pc:spChg chg="del">
          <ac:chgData name="JAEYEON KIM" userId="5fd88c3b828d6b87" providerId="LiveId" clId="{4DEEB11C-6F4E-434B-9DEA-240AA84EFB01}" dt="2026-05-27T04:14:09.753" v="4377" actId="478"/>
          <ac:spMkLst>
            <pc:docMk/>
            <pc:sldMk cId="3877365360" sldId="310"/>
            <ac:spMk id="236" creationId="{3C211D37-0255-E7F7-7B0B-31C82CE2CD3B}"/>
          </ac:spMkLst>
        </pc:spChg>
        <pc:spChg chg="del">
          <ac:chgData name="JAEYEON KIM" userId="5fd88c3b828d6b87" providerId="LiveId" clId="{4DEEB11C-6F4E-434B-9DEA-240AA84EFB01}" dt="2026-05-27T04:14:11.138" v="4378" actId="478"/>
          <ac:spMkLst>
            <pc:docMk/>
            <pc:sldMk cId="3877365360" sldId="310"/>
            <ac:spMk id="237" creationId="{7E2E11B6-DDC9-A622-0D3C-5C25D35F8A84}"/>
          </ac:spMkLst>
        </pc:spChg>
        <pc:spChg chg="del">
          <ac:chgData name="JAEYEON KIM" userId="5fd88c3b828d6b87" providerId="LiveId" clId="{4DEEB11C-6F4E-434B-9DEA-240AA84EFB01}" dt="2026-05-27T04:14:04.681" v="4373" actId="478"/>
          <ac:spMkLst>
            <pc:docMk/>
            <pc:sldMk cId="3877365360" sldId="310"/>
            <ac:spMk id="238" creationId="{AD904E28-EB1E-5647-847F-8A7A2D826509}"/>
          </ac:spMkLst>
        </pc:spChg>
        <pc:spChg chg="del">
          <ac:chgData name="JAEYEON KIM" userId="5fd88c3b828d6b87" providerId="LiveId" clId="{4DEEB11C-6F4E-434B-9DEA-240AA84EFB01}" dt="2026-05-27T04:14:08.105" v="4376" actId="478"/>
          <ac:spMkLst>
            <pc:docMk/>
            <pc:sldMk cId="3877365360" sldId="310"/>
            <ac:spMk id="239" creationId="{8419C8C8-F20A-9C49-3A83-B15FC1456764}"/>
          </ac:spMkLst>
        </pc:spChg>
        <pc:spChg chg="del mod">
          <ac:chgData name="JAEYEON KIM" userId="5fd88c3b828d6b87" providerId="LiveId" clId="{4DEEB11C-6F4E-434B-9DEA-240AA84EFB01}" dt="2026-05-27T04:14:06.907" v="4375" actId="478"/>
          <ac:spMkLst>
            <pc:docMk/>
            <pc:sldMk cId="3877365360" sldId="310"/>
            <ac:spMk id="240" creationId="{7C2F6DC3-76D8-F8A3-9F04-E8E71972BB9D}"/>
          </ac:spMkLst>
        </pc:spChg>
        <pc:spChg chg="del">
          <ac:chgData name="JAEYEON KIM" userId="5fd88c3b828d6b87" providerId="LiveId" clId="{4DEEB11C-6F4E-434B-9DEA-240AA84EFB01}" dt="2026-05-27T04:14:24.533" v="4386" actId="478"/>
          <ac:spMkLst>
            <pc:docMk/>
            <pc:sldMk cId="3877365360" sldId="310"/>
            <ac:spMk id="241" creationId="{847D05A0-B528-84B6-C711-AD6C1A4E5CA1}"/>
          </ac:spMkLst>
        </pc:spChg>
        <pc:spChg chg="del">
          <ac:chgData name="JAEYEON KIM" userId="5fd88c3b828d6b87" providerId="LiveId" clId="{4DEEB11C-6F4E-434B-9DEA-240AA84EFB01}" dt="2026-05-27T04:14:22.774" v="4385" actId="478"/>
          <ac:spMkLst>
            <pc:docMk/>
            <pc:sldMk cId="3877365360" sldId="310"/>
            <ac:spMk id="242" creationId="{9FD66DBC-56A0-3A5D-966F-F5B41DA4934F}"/>
          </ac:spMkLst>
        </pc:spChg>
        <pc:spChg chg="del mod">
          <ac:chgData name="JAEYEON KIM" userId="5fd88c3b828d6b87" providerId="LiveId" clId="{4DEEB11C-6F4E-434B-9DEA-240AA84EFB01}" dt="2026-05-27T04:14:25.967" v="4387" actId="478"/>
          <ac:spMkLst>
            <pc:docMk/>
            <pc:sldMk cId="3877365360" sldId="310"/>
            <ac:spMk id="243" creationId="{CCB3A06B-B9D0-1BDE-77E8-687552D5BB36}"/>
          </ac:spMkLst>
        </pc:spChg>
        <pc:spChg chg="del mod">
          <ac:chgData name="JAEYEON KIM" userId="5fd88c3b828d6b87" providerId="LiveId" clId="{4DEEB11C-6F4E-434B-9DEA-240AA84EFB01}" dt="2026-05-27T04:14:50.173" v="4397" actId="478"/>
          <ac:spMkLst>
            <pc:docMk/>
            <pc:sldMk cId="3877365360" sldId="310"/>
            <ac:spMk id="244" creationId="{FCF4F8B5-6EFE-0807-9CB1-1D28EBE0986D}"/>
          </ac:spMkLst>
        </pc:spChg>
        <pc:spChg chg="del">
          <ac:chgData name="JAEYEON KIM" userId="5fd88c3b828d6b87" providerId="LiveId" clId="{4DEEB11C-6F4E-434B-9DEA-240AA84EFB01}" dt="2026-05-27T04:14:53.041" v="4398" actId="478"/>
          <ac:spMkLst>
            <pc:docMk/>
            <pc:sldMk cId="3877365360" sldId="310"/>
            <ac:spMk id="245" creationId="{57F326D6-9948-3F1E-9CD8-4F46150C4A5E}"/>
          </ac:spMkLst>
        </pc:spChg>
        <pc:spChg chg="del">
          <ac:chgData name="JAEYEON KIM" userId="5fd88c3b828d6b87" providerId="LiveId" clId="{4DEEB11C-6F4E-434B-9DEA-240AA84EFB01}" dt="2026-05-27T04:14:54.648" v="4399" actId="478"/>
          <ac:spMkLst>
            <pc:docMk/>
            <pc:sldMk cId="3877365360" sldId="310"/>
            <ac:spMk id="246" creationId="{7131A9C6-3E1E-2F5D-C01C-583BA1C16226}"/>
          </ac:spMkLst>
        </pc:spChg>
        <pc:spChg chg="del mod">
          <ac:chgData name="JAEYEON KIM" userId="5fd88c3b828d6b87" providerId="LiveId" clId="{4DEEB11C-6F4E-434B-9DEA-240AA84EFB01}" dt="2026-05-27T04:14:20.185" v="4384" actId="478"/>
          <ac:spMkLst>
            <pc:docMk/>
            <pc:sldMk cId="3877365360" sldId="310"/>
            <ac:spMk id="247" creationId="{704DB6B4-3AA7-AAE3-EE1A-18C773EA076D}"/>
          </ac:spMkLst>
        </pc:spChg>
        <pc:spChg chg="del">
          <ac:chgData name="JAEYEON KIM" userId="5fd88c3b828d6b87" providerId="LiveId" clId="{4DEEB11C-6F4E-434B-9DEA-240AA84EFB01}" dt="2026-05-27T04:14:58.466" v="4400" actId="478"/>
          <ac:spMkLst>
            <pc:docMk/>
            <pc:sldMk cId="3877365360" sldId="310"/>
            <ac:spMk id="248" creationId="{C5B19F66-F4B2-287D-A63F-6A2042EFFFA1}"/>
          </ac:spMkLst>
        </pc:spChg>
        <pc:spChg chg="mod">
          <ac:chgData name="JAEYEON KIM" userId="5fd88c3b828d6b87" providerId="LiveId" clId="{4DEEB11C-6F4E-434B-9DEA-240AA84EFB01}" dt="2026-05-27T04:15:58.474" v="4518" actId="14100"/>
          <ac:spMkLst>
            <pc:docMk/>
            <pc:sldMk cId="3877365360" sldId="310"/>
            <ac:spMk id="249" creationId="{34C6A5C7-E258-D4F7-2CFD-632F837BC6E5}"/>
          </ac:spMkLst>
        </pc:spChg>
        <pc:spChg chg="mod">
          <ac:chgData name="JAEYEON KIM" userId="5fd88c3b828d6b87" providerId="LiveId" clId="{4DEEB11C-6F4E-434B-9DEA-240AA84EFB01}" dt="2026-05-27T04:20:20.524" v="4845" actId="403"/>
          <ac:spMkLst>
            <pc:docMk/>
            <pc:sldMk cId="3877365360" sldId="310"/>
            <ac:spMk id="250" creationId="{2677EF1F-94F3-A2DD-BCC5-BADA750D2CCD}"/>
          </ac:spMkLst>
        </pc:spChg>
        <pc:spChg chg="mod">
          <ac:chgData name="JAEYEON KIM" userId="5fd88c3b828d6b87" providerId="LiveId" clId="{4DEEB11C-6F4E-434B-9DEA-240AA84EFB01}" dt="2026-05-27T04:20:15.362" v="4844" actId="1036"/>
          <ac:spMkLst>
            <pc:docMk/>
            <pc:sldMk cId="3877365360" sldId="310"/>
            <ac:spMk id="251" creationId="{7E189C5F-9E2F-88E6-B2E3-BF2F19FB0810}"/>
          </ac:spMkLst>
        </pc:spChg>
        <pc:spChg chg="del mod">
          <ac:chgData name="JAEYEON KIM" userId="5fd88c3b828d6b87" providerId="LiveId" clId="{4DEEB11C-6F4E-434B-9DEA-240AA84EFB01}" dt="2026-05-27T04:14:35.924" v="4393" actId="478"/>
          <ac:spMkLst>
            <pc:docMk/>
            <pc:sldMk cId="3877365360" sldId="310"/>
            <ac:spMk id="252" creationId="{9803BBC3-F8E6-DC56-E7D8-F63A877C2C70}"/>
          </ac:spMkLst>
        </pc:spChg>
        <pc:spChg chg="del">
          <ac:chgData name="JAEYEON KIM" userId="5fd88c3b828d6b87" providerId="LiveId" clId="{4DEEB11C-6F4E-434B-9DEA-240AA84EFB01}" dt="2026-05-27T04:14:37.949" v="4394" actId="478"/>
          <ac:spMkLst>
            <pc:docMk/>
            <pc:sldMk cId="3877365360" sldId="310"/>
            <ac:spMk id="253" creationId="{BAB4EA19-AAE2-6D4A-68CD-53AF90712578}"/>
          </ac:spMkLst>
        </pc:spChg>
        <pc:spChg chg="del mod">
          <ac:chgData name="JAEYEON KIM" userId="5fd88c3b828d6b87" providerId="LiveId" clId="{4DEEB11C-6F4E-434B-9DEA-240AA84EFB01}" dt="2026-05-27T04:14:39.927" v="4395" actId="478"/>
          <ac:spMkLst>
            <pc:docMk/>
            <pc:sldMk cId="3877365360" sldId="310"/>
            <ac:spMk id="254" creationId="{FE219071-CC4B-6501-3BB8-EE75371930E9}"/>
          </ac:spMkLst>
        </pc:spChg>
        <pc:spChg chg="del">
          <ac:chgData name="JAEYEON KIM" userId="5fd88c3b828d6b87" providerId="LiveId" clId="{4DEEB11C-6F4E-434B-9DEA-240AA84EFB01}" dt="2026-05-27T04:14:32.048" v="4391" actId="478"/>
          <ac:spMkLst>
            <pc:docMk/>
            <pc:sldMk cId="3877365360" sldId="310"/>
            <ac:spMk id="255" creationId="{D145F985-8E18-20C4-EBCD-0DD72684175C}"/>
          </ac:spMkLst>
        </pc:spChg>
        <pc:spChg chg="del">
          <ac:chgData name="JAEYEON KIM" userId="5fd88c3b828d6b87" providerId="LiveId" clId="{4DEEB11C-6F4E-434B-9DEA-240AA84EFB01}" dt="2026-05-27T04:14:27.893" v="4388" actId="478"/>
          <ac:spMkLst>
            <pc:docMk/>
            <pc:sldMk cId="3877365360" sldId="310"/>
            <ac:spMk id="256" creationId="{15E9925C-939E-F2E5-9A0B-3A318D72E67D}"/>
          </ac:spMkLst>
        </pc:spChg>
        <pc:spChg chg="del mod">
          <ac:chgData name="JAEYEON KIM" userId="5fd88c3b828d6b87" providerId="LiveId" clId="{4DEEB11C-6F4E-434B-9DEA-240AA84EFB01}" dt="2026-05-27T04:14:34.332" v="4392" actId="478"/>
          <ac:spMkLst>
            <pc:docMk/>
            <pc:sldMk cId="3877365360" sldId="310"/>
            <ac:spMk id="257" creationId="{FC9441BA-3A61-E784-A97D-EE304A3EF138}"/>
          </ac:spMkLst>
        </pc:spChg>
        <pc:spChg chg="mod">
          <ac:chgData name="JAEYEON KIM" userId="5fd88c3b828d6b87" providerId="LiveId" clId="{4DEEB11C-6F4E-434B-9DEA-240AA84EFB01}" dt="2026-05-27T04:15:04.484" v="4432" actId="1035"/>
          <ac:spMkLst>
            <pc:docMk/>
            <pc:sldMk cId="3877365360" sldId="310"/>
            <ac:spMk id="258" creationId="{C8CFE038-AB1D-5E33-FD72-691B8AE7000F}"/>
          </ac:spMkLst>
        </pc:spChg>
        <pc:spChg chg="mod">
          <ac:chgData name="JAEYEON KIM" userId="5fd88c3b828d6b87" providerId="LiveId" clId="{4DEEB11C-6F4E-434B-9DEA-240AA84EFB01}" dt="2026-05-27T04:17:27.055" v="4652" actId="2711"/>
          <ac:spMkLst>
            <pc:docMk/>
            <pc:sldMk cId="3877365360" sldId="310"/>
            <ac:spMk id="259" creationId="{040602CA-E46A-DE6B-5EEF-50A3141569FE}"/>
          </ac:spMkLst>
        </pc:spChg>
        <pc:spChg chg="mod">
          <ac:chgData name="JAEYEON KIM" userId="5fd88c3b828d6b87" providerId="LiveId" clId="{4DEEB11C-6F4E-434B-9DEA-240AA84EFB01}" dt="2026-05-27T04:18:01.837" v="4765" actId="20577"/>
          <ac:spMkLst>
            <pc:docMk/>
            <pc:sldMk cId="3877365360" sldId="310"/>
            <ac:spMk id="260" creationId="{152837AB-5591-4746-1820-C164D05AA7A7}"/>
          </ac:spMkLst>
        </pc:spChg>
        <pc:grpChg chg="mod">
          <ac:chgData name="JAEYEON KIM" userId="5fd88c3b828d6b87" providerId="LiveId" clId="{4DEEB11C-6F4E-434B-9DEA-240AA84EFB01}" dt="2026-05-27T01:28:20.377" v="2619" actId="1076"/>
          <ac:grpSpMkLst>
            <pc:docMk/>
            <pc:sldMk cId="3877365360" sldId="310"/>
            <ac:grpSpMk id="10" creationId="{043DD956-BF8F-044F-FE50-394994115962}"/>
          </ac:grpSpMkLst>
        </pc:grpChg>
        <pc:grpChg chg="mod">
          <ac:chgData name="JAEYEON KIM" userId="5fd88c3b828d6b87" providerId="LiveId" clId="{4DEEB11C-6F4E-434B-9DEA-240AA84EFB01}" dt="2026-05-27T02:05:16.670" v="3394" actId="1076"/>
          <ac:grpSpMkLst>
            <pc:docMk/>
            <pc:sldMk cId="3877365360" sldId="310"/>
            <ac:grpSpMk id="24" creationId="{D00EA64F-D27B-94A8-7EE9-48E8FB0E5E10}"/>
          </ac:grpSpMkLst>
        </pc:grpChg>
        <pc:grpChg chg="del">
          <ac:chgData name="JAEYEON KIM" userId="5fd88c3b828d6b87" providerId="LiveId" clId="{4DEEB11C-6F4E-434B-9DEA-240AA84EFB01}" dt="2026-05-27T01:28:15.465" v="2618" actId="478"/>
          <ac:grpSpMkLst>
            <pc:docMk/>
            <pc:sldMk cId="3877365360" sldId="310"/>
            <ac:grpSpMk id="105" creationId="{E55E3319-FA92-63BB-2174-04E4C4AF45AC}"/>
          </ac:grpSpMkLst>
        </pc:grpChg>
        <pc:grpChg chg="del mod">
          <ac:chgData name="JAEYEON KIM" userId="5fd88c3b828d6b87" providerId="LiveId" clId="{4DEEB11C-6F4E-434B-9DEA-240AA84EFB01}" dt="2026-05-27T02:39:52.366" v="4129" actId="478"/>
          <ac:grpSpMkLst>
            <pc:docMk/>
            <pc:sldMk cId="3877365360" sldId="310"/>
            <ac:grpSpMk id="106" creationId="{3A7E9B7E-3750-A917-2555-46568BA720E9}"/>
          </ac:grpSpMkLst>
        </pc:grpChg>
        <pc:grpChg chg="mod">
          <ac:chgData name="JAEYEON KIM" userId="5fd88c3b828d6b87" providerId="LiveId" clId="{4DEEB11C-6F4E-434B-9DEA-240AA84EFB01}" dt="2026-05-27T01:28:34.418" v="2623" actId="1076"/>
          <ac:grpSpMkLst>
            <pc:docMk/>
            <pc:sldMk cId="3877365360" sldId="310"/>
            <ac:grpSpMk id="125" creationId="{167273F1-1D68-BFF2-169D-D48FB72865AB}"/>
          </ac:grpSpMkLst>
        </pc:grpChg>
        <pc:grpChg chg="mod">
          <ac:chgData name="JAEYEON KIM" userId="5fd88c3b828d6b87" providerId="LiveId" clId="{4DEEB11C-6F4E-434B-9DEA-240AA84EFB01}" dt="2026-05-27T04:10:17.790" v="4291" actId="1076"/>
          <ac:grpSpMkLst>
            <pc:docMk/>
            <pc:sldMk cId="3877365360" sldId="310"/>
            <ac:grpSpMk id="167" creationId="{AE22EED1-4673-B1D6-1650-4C72FC817F0B}"/>
          </ac:grpSpMkLst>
        </pc:grpChg>
        <pc:grpChg chg="mod">
          <ac:chgData name="JAEYEON KIM" userId="5fd88c3b828d6b87" providerId="LiveId" clId="{4DEEB11C-6F4E-434B-9DEA-240AA84EFB01}" dt="2026-05-27T02:40:17.718" v="4132" actId="1076"/>
          <ac:grpSpMkLst>
            <pc:docMk/>
            <pc:sldMk cId="3877365360" sldId="310"/>
            <ac:grpSpMk id="168" creationId="{87328A3C-3D5C-98B2-A8AC-E97B51F51DB7}"/>
          </ac:grpSpMkLst>
        </pc:grpChg>
        <pc:grpChg chg="add mod">
          <ac:chgData name="JAEYEON KIM" userId="5fd88c3b828d6b87" providerId="LiveId" clId="{4DEEB11C-6F4E-434B-9DEA-240AA84EFB01}" dt="2026-05-27T02:27:13.767" v="3894" actId="1076"/>
          <ac:grpSpMkLst>
            <pc:docMk/>
            <pc:sldMk cId="3877365360" sldId="310"/>
            <ac:grpSpMk id="169" creationId="{1B9DB893-92B5-0FBA-71A9-A8C25C131115}"/>
          </ac:grpSpMkLst>
        </pc:grpChg>
        <pc:grpChg chg="add mod">
          <ac:chgData name="JAEYEON KIM" userId="5fd88c3b828d6b87" providerId="LiveId" clId="{4DEEB11C-6F4E-434B-9DEA-240AA84EFB01}" dt="2026-05-27T04:12:17.412" v="4350" actId="1035"/>
          <ac:grpSpMkLst>
            <pc:docMk/>
            <pc:sldMk cId="3877365360" sldId="310"/>
            <ac:grpSpMk id="172" creationId="{B397F49A-9F1C-6765-3806-22563736A86D}"/>
          </ac:grpSpMkLst>
        </pc:grpChg>
        <pc:grpChg chg="mod">
          <ac:chgData name="JAEYEON KIM" userId="5fd88c3b828d6b87" providerId="LiveId" clId="{4DEEB11C-6F4E-434B-9DEA-240AA84EFB01}" dt="2026-05-27T04:10:17.790" v="4291" actId="1076"/>
          <ac:grpSpMkLst>
            <pc:docMk/>
            <pc:sldMk cId="3877365360" sldId="310"/>
            <ac:grpSpMk id="180" creationId="{2DD416F1-7120-67BE-B5F3-15F9BFCDF3CE}"/>
          </ac:grpSpMkLst>
        </pc:grpChg>
        <pc:grpChg chg="add mod">
          <ac:chgData name="JAEYEON KIM" userId="5fd88c3b828d6b87" providerId="LiveId" clId="{4DEEB11C-6F4E-434B-9DEA-240AA84EFB01}" dt="2026-05-27T04:10:05.785" v="4290" actId="1076"/>
          <ac:grpSpMkLst>
            <pc:docMk/>
            <pc:sldMk cId="3877365360" sldId="310"/>
            <ac:grpSpMk id="181" creationId="{827F2D92-D46B-2DDB-78FC-8EF1B5A0020E}"/>
          </ac:grpSpMkLst>
        </pc:grpChg>
        <pc:grpChg chg="del mod">
          <ac:chgData name="JAEYEON KIM" userId="5fd88c3b828d6b87" providerId="LiveId" clId="{4DEEB11C-6F4E-434B-9DEA-240AA84EFB01}" dt="2026-05-27T04:11:37.953" v="4334" actId="478"/>
          <ac:grpSpMkLst>
            <pc:docMk/>
            <pc:sldMk cId="3877365360" sldId="310"/>
            <ac:grpSpMk id="185" creationId="{48225443-9750-D2D7-FA66-53C764A40F72}"/>
          </ac:grpSpMkLst>
        </pc:grpChg>
        <pc:grpChg chg="add del mod">
          <ac:chgData name="JAEYEON KIM" userId="5fd88c3b828d6b87" providerId="LiveId" clId="{4DEEB11C-6F4E-434B-9DEA-240AA84EFB01}" dt="2026-05-27T04:14:30.039" v="4390" actId="478"/>
          <ac:grpSpMkLst>
            <pc:docMk/>
            <pc:sldMk cId="3877365360" sldId="310"/>
            <ac:grpSpMk id="228" creationId="{A7CED136-F2A6-95A1-6ED2-6C897F44EE65}"/>
          </ac:grpSpMkLst>
        </pc:grpChg>
      </pc:sldChg>
      <pc:sldChg chg="add">
        <pc:chgData name="JAEYEON KIM" userId="5fd88c3b828d6b87" providerId="LiveId" clId="{4DEEB11C-6F4E-434B-9DEA-240AA84EFB01}" dt="2026-05-27T05:50:02.353" v="5544"/>
        <pc:sldMkLst>
          <pc:docMk/>
          <pc:sldMk cId="827560813" sldId="311"/>
        </pc:sldMkLst>
      </pc:sldChg>
      <pc:sldChg chg="add">
        <pc:chgData name="JAEYEON KIM" userId="5fd88c3b828d6b87" providerId="LiveId" clId="{4DEEB11C-6F4E-434B-9DEA-240AA84EFB01}" dt="2026-05-27T05:50:03.493" v="5545"/>
        <pc:sldMkLst>
          <pc:docMk/>
          <pc:sldMk cId="1994786653" sldId="312"/>
        </pc:sldMkLst>
      </pc:sldChg>
      <pc:sldChg chg="add">
        <pc:chgData name="JAEYEON KIM" userId="5fd88c3b828d6b87" providerId="LiveId" clId="{4DEEB11C-6F4E-434B-9DEA-240AA84EFB01}" dt="2026-05-27T05:50:04.079" v="5546"/>
        <pc:sldMkLst>
          <pc:docMk/>
          <pc:sldMk cId="805261497" sldId="313"/>
        </pc:sldMkLst>
      </pc:sldChg>
      <pc:sldChg chg="add">
        <pc:chgData name="JAEYEON KIM" userId="5fd88c3b828d6b87" providerId="LiveId" clId="{4DEEB11C-6F4E-434B-9DEA-240AA84EFB01}" dt="2026-05-27T05:50:04.420" v="5547"/>
        <pc:sldMkLst>
          <pc:docMk/>
          <pc:sldMk cId="1436047741" sldId="31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7046" cy="34154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9992" y="1"/>
            <a:ext cx="4307046" cy="34154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481892-A103-4555-A6CB-F24C3B2C13DA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927350" y="850900"/>
            <a:ext cx="4084638" cy="2297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3934" y="3275965"/>
            <a:ext cx="7951470" cy="268033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65659"/>
            <a:ext cx="4307046" cy="34154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9992" y="6465659"/>
            <a:ext cx="4307046" cy="34154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A9292-43B6-4495-A0D2-E67080E48F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095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A9292-43B6-4495-A0D2-E67080E48F2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124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A9292-43B6-4495-A0D2-E67080E48F2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714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A9292-43B6-4495-A0D2-E67080E48F2E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004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2CE904-E161-1729-9423-CAE3470B47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0846DD5-7769-E50F-0D0E-AC75B9C8B8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02CEB2-AFE2-C443-94F2-C27D89878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D1EDC-BCBB-4550-9F0A-83B1C2CB412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B96C0B-FCD7-0B1B-92D9-B44EDE83D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C97779-16B4-4AE2-53E0-16BA0E650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DCE9-3B53-4430-A75D-F260E844E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54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C7D1B7-B4A1-FD99-7E55-959027E27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33D7AC-4A4F-22DD-FF2C-5009B002B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E3D62D-73A6-9402-D14E-75FDE254E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D1EDC-BCBB-4550-9F0A-83B1C2CB412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3527C7-5E62-B26D-BE49-4C4912F61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6CA7A7-1BC6-1E6F-34ED-7FACCB3F5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DCE9-3B53-4430-A75D-F260E844E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316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EEA8C6-C959-3850-C053-7BF219539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3D84B3-B474-082B-2098-EA05DE44C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3A4EC3-22A0-A330-707A-D7A060B9E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D1EDC-BCBB-4550-9F0A-83B1C2CB412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8BE661-E0AD-02F3-7164-1951DE425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CF6CA3-39D5-9968-C051-950FCD572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DCE9-3B53-4430-A75D-F260E844E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2758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FF9CA0-915A-6AC1-497B-3AF1C3977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B56ECB-6D86-4078-AACE-2CB815D2CF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5C8D95-4F96-DB13-E5BC-0EEC58913B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7C385D-E674-BA0F-76F1-79F56F863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D1EDC-BCBB-4550-9F0A-83B1C2CB412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BBC452D-9FC6-15C3-45AF-210FF3974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688CFA-218B-9170-EA96-23138A04A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DCE9-3B53-4430-A75D-F260E844E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2774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C2DC5A-172A-C386-32BD-5207E29A6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E55EA4-A3D2-8061-BE59-CD58A13F2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3A5C2FD-3122-8E74-DD85-D67DFD9B5C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C54BA9B-8BBE-732F-020D-2287B63C24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1F9956B-5DAD-F6DD-F32E-D230D72F1E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60ACA18-1BE4-82C2-5313-E2272F6F8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D1EDC-BCBB-4550-9F0A-83B1C2CB412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D05B4A0-8B03-DCD5-7207-638063A3F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42A709A-A526-2A6D-3F0F-F3A9B307C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DCE9-3B53-4430-A75D-F260E844E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2357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336A1B-27FC-DD38-6099-464085991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1B0B1C6-B12F-690A-2489-810710526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D1EDC-BCBB-4550-9F0A-83B1C2CB412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0E8CE27-8EA3-0C88-4EF6-5AC0C5CEB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9C1EB85-1175-F396-DC37-B29F94AB3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DCE9-3B53-4430-A75D-F260E844E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2685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557A9D1-B06B-1F23-6131-5BFE47DCE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D1EDC-BCBB-4550-9F0A-83B1C2CB412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D6FB4B-9135-0EF1-2E26-DCFC7498A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017F02-F49A-D00D-4D7F-65AA8CB8A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DCE9-3B53-4430-A75D-F260E844E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809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908855-DE4D-2122-9034-94B33BE44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51ACCA-3DAD-9E43-7D65-3CA6FA963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4006CF-CDDC-15D0-1640-772D4717A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328DE9-37FD-33C1-5A5D-224A63530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D1EDC-BCBB-4550-9F0A-83B1C2CB412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1AD4C1-2B41-C944-80A5-41E17FBE1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A39BFE-F078-DCA1-FC79-54FBEA67E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DCE9-3B53-4430-A75D-F260E844E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117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2BFEA2-8C90-C865-DA30-6D31C48DE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033C095-A6A1-53B0-8041-394A61A260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1A9E424-705A-CA62-A69A-7A4B2B924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B8651D-8214-8FF7-AFBD-760A156D5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D1EDC-BCBB-4550-9F0A-83B1C2CB412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B322A44-4452-18F9-DD33-78618368C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1664EC-8149-EF59-C8C1-6E6D15691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DCE9-3B53-4430-A75D-F260E844E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064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5C565C-D2DB-37E1-A232-41E006B10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02D3757-5882-9423-EA16-C649A5B8B3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BE21AC-EAA8-37AA-5FB0-39B00A604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D1EDC-BCBB-4550-9F0A-83B1C2CB412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86243A-FE60-3EB9-2DDD-8A3A06139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2D1AE8-BD3E-9504-4C6E-65423FAA1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DCE9-3B53-4430-A75D-F260E844E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884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72B0337-628E-B58A-F1A3-786D331CF7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76A5F83-9080-3D41-AAFE-121D6CE50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FD98AB-22EE-E68B-3295-405894B66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D1EDC-BCBB-4550-9F0A-83B1C2CB412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EFBD28-96DC-720F-6B54-2B1659F34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0664B2-EE2A-E4CC-1D96-690E9C462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DCE9-3B53-4430-A75D-F260E844E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845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434DA47-C1A1-963C-AFCA-EC322840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8BE729-4111-A4F0-E3D0-B008B837D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B61084-0466-E5AE-8B39-9BF9979CC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DD1EDC-BCBB-4550-9F0A-83B1C2CB412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ED2B60-3DEC-9C47-6611-57CD71BBD8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335839-5384-EB38-3E9B-D70C3C5A08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52DCE9-3B53-4430-A75D-F260E844E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600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2E447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4" name="Rectangle 3"/>
          <p:cNvSpPr/>
          <p:nvPr/>
        </p:nvSpPr>
        <p:spPr>
          <a:xfrm>
            <a:off x="8990140" y="5760720"/>
            <a:ext cx="3200400" cy="1097280"/>
          </a:xfrm>
          <a:prstGeom prst="rect">
            <a:avLst/>
          </a:prstGeom>
          <a:solidFill>
            <a:srgbClr val="2E447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4548" y="1645920"/>
            <a:ext cx="9144000" cy="25400"/>
          </a:xfrm>
          <a:prstGeom prst="rect">
            <a:avLst/>
          </a:prstGeom>
          <a:solidFill>
            <a:srgbClr val="FFFFFF"/>
          </a:solidFill>
          <a:ln>
            <a:solidFill>
              <a:srgbClr val="2E4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6" name="TextBox 5"/>
          <p:cNvSpPr txBox="1"/>
          <p:nvPr/>
        </p:nvSpPr>
        <p:spPr>
          <a:xfrm>
            <a:off x="824548" y="180848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화면정의 및 기획</a:t>
            </a:r>
            <a:r>
              <a:rPr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서  |  Screen </a:t>
            </a:r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Builder </a:t>
            </a:r>
            <a:r>
              <a:rPr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548" y="2331720"/>
            <a:ext cx="100584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dirty="0" err="1"/>
              <a:t>소통나눔방</a:t>
            </a:r>
            <a:endParaRPr sz="52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824548" y="3291841"/>
            <a:ext cx="73152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dirty="0">
                <a:solidFill>
                  <a:schemeClr val="bg2">
                    <a:lumMod val="75000"/>
                  </a:schemeClr>
                </a:solidFill>
              </a:rPr>
              <a:t>P</a:t>
            </a:r>
            <a:r>
              <a:rPr lang="en-US" sz="3400" b="1">
                <a:solidFill>
                  <a:schemeClr val="bg2">
                    <a:lumMod val="75000"/>
                  </a:schemeClr>
                </a:solidFill>
              </a:rPr>
              <a:t>R</a:t>
            </a:r>
            <a:r>
              <a:rPr sz="3400" b="1">
                <a:solidFill>
                  <a:schemeClr val="bg2">
                    <a:lumMod val="75000"/>
                  </a:schemeClr>
                </a:solidFill>
              </a:rPr>
              <a:t> v1.</a:t>
            </a:r>
            <a:r>
              <a:rPr lang="en-US" sz="3400" b="1">
                <a:solidFill>
                  <a:schemeClr val="bg2">
                    <a:lumMod val="75000"/>
                  </a:schemeClr>
                </a:solidFill>
              </a:rPr>
              <a:t>1</a:t>
            </a:r>
            <a:endParaRPr sz="3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4548" y="4160520"/>
            <a:ext cx="9144000" cy="127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rgbClr val="2E4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0" name="TextBox 9"/>
          <p:cNvSpPr txBox="1"/>
          <p:nvPr/>
        </p:nvSpPr>
        <p:spPr>
          <a:xfrm>
            <a:off x="824548" y="4389121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 err="1"/>
              <a:t>시스템명</a:t>
            </a:r>
            <a:r>
              <a:rPr sz="1100" b="1" dirty="0">
                <a:solidFill>
                  <a:srgbClr val="BBCCFF"/>
                </a:solidFill>
              </a:rPr>
              <a:t>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50428" y="4389121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 err="1"/>
              <a:t>소통나눔방</a:t>
            </a:r>
            <a:r>
              <a:rPr sz="1100" b="1" dirty="0"/>
              <a:t> (http</a:t>
            </a:r>
            <a:r>
              <a:rPr lang="en-US" sz="1100" b="1" dirty="0"/>
              <a:t>s</a:t>
            </a:r>
            <a:r>
              <a:rPr sz="1100" b="1" dirty="0"/>
              <a:t>://***.go.kr)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548" y="4736593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 err="1"/>
              <a:t>문서</a:t>
            </a:r>
            <a:r>
              <a:rPr sz="1100" b="1" dirty="0"/>
              <a:t> </a:t>
            </a:r>
            <a:r>
              <a:rPr sz="1100" b="1" dirty="0" err="1"/>
              <a:t>버전</a:t>
            </a:r>
            <a:r>
              <a:rPr sz="1100" b="1" dirty="0"/>
              <a:t>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50428" y="4736593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/>
              <a:t>v1.</a:t>
            </a:r>
            <a:r>
              <a:rPr lang="en-US" sz="1100" b="1" dirty="0"/>
              <a:t>1</a:t>
            </a:r>
            <a:endParaRPr sz="11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5853748" y="4389121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 err="1"/>
              <a:t>작성</a:t>
            </a:r>
            <a:r>
              <a:rPr sz="1100" b="1" dirty="0"/>
              <a:t> </a:t>
            </a:r>
            <a:r>
              <a:rPr sz="1100" b="1" dirty="0" err="1"/>
              <a:t>일자</a:t>
            </a:r>
            <a:r>
              <a:rPr sz="1100" b="1" dirty="0"/>
              <a:t> 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9628" y="4389121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/>
              <a:t>2026-0</a:t>
            </a:r>
            <a:r>
              <a:rPr lang="en-US" sz="1100" b="1" dirty="0"/>
              <a:t>6</a:t>
            </a:r>
            <a:r>
              <a:rPr sz="1100" b="1" dirty="0"/>
              <a:t>-</a:t>
            </a:r>
            <a:r>
              <a:rPr lang="en-US" sz="1100" b="1" dirty="0"/>
              <a:t>24</a:t>
            </a:r>
            <a:endParaRPr sz="11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5853748" y="4736593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 err="1"/>
              <a:t>작성</a:t>
            </a:r>
            <a:r>
              <a:rPr sz="1100" b="1" dirty="0"/>
              <a:t> </a:t>
            </a:r>
            <a:r>
              <a:rPr sz="1100" b="1" dirty="0" err="1"/>
              <a:t>기관</a:t>
            </a:r>
            <a:r>
              <a:rPr sz="1100" b="1" dirty="0"/>
              <a:t>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9628" y="4736593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b="1" dirty="0">
                <a:cs typeface="Arial Unicode MS" pitchFamily="50" charset="-127"/>
              </a:rPr>
              <a:t>○○부처 ○○과</a:t>
            </a:r>
            <a:endParaRPr sz="1100" b="1" dirty="0">
              <a:cs typeface="Arial Unicode MS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81580" y="5897880"/>
            <a:ext cx="29260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dirty="0">
                <a:solidFill>
                  <a:srgbClr val="E8ECF4"/>
                </a:solidFill>
              </a:rPr>
              <a:t>KOR Ver 1.0  |  Noto Sans KR</a:t>
            </a:r>
          </a:p>
        </p:txBody>
      </p:sp>
      <p:grpSp>
        <p:nvGrpSpPr>
          <p:cNvPr id="19" name="그룹 18"/>
          <p:cNvGrpSpPr/>
          <p:nvPr/>
        </p:nvGrpSpPr>
        <p:grpSpPr>
          <a:xfrm>
            <a:off x="-693420" y="-906780"/>
            <a:ext cx="2689860" cy="274320"/>
            <a:chOff x="-693420" y="-906780"/>
            <a:chExt cx="2689860" cy="274320"/>
          </a:xfrm>
        </p:grpSpPr>
        <p:sp>
          <p:nvSpPr>
            <p:cNvPr id="20" name="타원 19"/>
            <p:cNvSpPr/>
            <p:nvPr/>
          </p:nvSpPr>
          <p:spPr>
            <a:xfrm>
              <a:off x="-693420" y="-906780"/>
              <a:ext cx="274320" cy="27432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" name="타원 20"/>
            <p:cNvSpPr/>
            <p:nvPr/>
          </p:nvSpPr>
          <p:spPr>
            <a:xfrm>
              <a:off x="-210312" y="-906780"/>
              <a:ext cx="274320" cy="274320"/>
            </a:xfrm>
            <a:prstGeom prst="ellipse">
              <a:avLst/>
            </a:prstGeom>
            <a:solidFill>
              <a:srgbClr val="AABBC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" name="타원 21"/>
            <p:cNvSpPr/>
            <p:nvPr/>
          </p:nvSpPr>
          <p:spPr>
            <a:xfrm>
              <a:off x="272796" y="-906780"/>
              <a:ext cx="274320" cy="274320"/>
            </a:xfrm>
            <a:prstGeom prst="ellipse">
              <a:avLst/>
            </a:prstGeom>
            <a:solidFill>
              <a:srgbClr val="E8ECF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" name="타원 22"/>
            <p:cNvSpPr/>
            <p:nvPr/>
          </p:nvSpPr>
          <p:spPr>
            <a:xfrm>
              <a:off x="755904" y="-906780"/>
              <a:ext cx="274320" cy="274320"/>
            </a:xfrm>
            <a:prstGeom prst="ellipse">
              <a:avLst/>
            </a:prstGeom>
            <a:solidFill>
              <a:srgbClr val="44506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타원 23"/>
            <p:cNvSpPr/>
            <p:nvPr/>
          </p:nvSpPr>
          <p:spPr>
            <a:xfrm>
              <a:off x="1239012" y="-906780"/>
              <a:ext cx="274320" cy="274320"/>
            </a:xfrm>
            <a:prstGeom prst="ellipse">
              <a:avLst/>
            </a:prstGeom>
            <a:solidFill>
              <a:srgbClr val="2E447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5" name="타원 24"/>
            <p:cNvSpPr/>
            <p:nvPr/>
          </p:nvSpPr>
          <p:spPr>
            <a:xfrm>
              <a:off x="1722120" y="-906780"/>
              <a:ext cx="274320" cy="274320"/>
            </a:xfrm>
            <a:prstGeom prst="ellipse">
              <a:avLst/>
            </a:prstGeom>
            <a:solidFill>
              <a:srgbClr val="1E2D4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0" y="-3494"/>
            <a:ext cx="12192000" cy="6861494"/>
            <a:chOff x="0" y="-3494"/>
            <a:chExt cx="12192000" cy="6861494"/>
          </a:xfrm>
        </p:grpSpPr>
        <p:grpSp>
          <p:nvGrpSpPr>
            <p:cNvPr id="3" name="그룹 2"/>
            <p:cNvGrpSpPr/>
            <p:nvPr/>
          </p:nvGrpSpPr>
          <p:grpSpPr>
            <a:xfrm>
              <a:off x="0" y="-3494"/>
              <a:ext cx="12188952" cy="502920"/>
              <a:chOff x="0" y="-3494"/>
              <a:chExt cx="12188952" cy="502920"/>
            </a:xfrm>
          </p:grpSpPr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4E368FDE-E6C4-9C10-B794-DC7FE9AFE767}"/>
                  </a:ext>
                </a:extLst>
              </p:cNvPr>
              <p:cNvSpPr/>
              <p:nvPr/>
            </p:nvSpPr>
            <p:spPr>
              <a:xfrm>
                <a:off x="0" y="-3494"/>
                <a:ext cx="12188952" cy="502920"/>
              </a:xfrm>
              <a:prstGeom prst="rect">
                <a:avLst/>
              </a:prstGeom>
              <a:solidFill>
                <a:srgbClr val="2E4470"/>
              </a:solidFill>
              <a:ln>
                <a:noFill/>
              </a:ln>
              <a:effectLst>
                <a:reflection blurRad="6350" stA="52000" endA="300" endPos="35000" dir="5400000" sy="-100000" algn="bl" rotWithShape="0"/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9" name="Rectangle 2">
                <a:extLst>
                  <a:ext uri="{FF2B5EF4-FFF2-40B4-BE49-F238E27FC236}">
                    <a16:creationId xmlns:a16="http://schemas.microsoft.com/office/drawing/2014/main" id="{B0397472-7BC4-0F63-5086-828CC9DF6B34}"/>
                  </a:ext>
                </a:extLst>
              </p:cNvPr>
              <p:cNvSpPr/>
              <p:nvPr/>
            </p:nvSpPr>
            <p:spPr>
              <a:xfrm>
                <a:off x="0" y="-3494"/>
                <a:ext cx="45719" cy="502920"/>
              </a:xfrm>
              <a:prstGeom prst="rect">
                <a:avLst/>
              </a:prstGeom>
              <a:solidFill>
                <a:srgbClr val="1E2D45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grpSp>
            <p:nvGrpSpPr>
              <p:cNvPr id="10" name="그룹 9"/>
              <p:cNvGrpSpPr/>
              <p:nvPr/>
            </p:nvGrpSpPr>
            <p:grpSpPr>
              <a:xfrm>
                <a:off x="184469" y="42227"/>
                <a:ext cx="11879103" cy="407537"/>
                <a:chOff x="184469" y="42227"/>
                <a:chExt cx="11879103" cy="407537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B3990BB-31C1-4668-04FE-6D5EBEDE6554}"/>
                    </a:ext>
                  </a:extLst>
                </p:cNvPr>
                <p:cNvSpPr txBox="1"/>
                <p:nvPr/>
              </p:nvSpPr>
              <p:spPr>
                <a:xfrm>
                  <a:off x="184469" y="42227"/>
                  <a:ext cx="1371600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r>
                    <a:rPr lang="en-US"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endParaRPr sz="8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662BE7D-0F39-6F9B-9275-F22E5FDB01E5}"/>
                    </a:ext>
                  </a:extLst>
                </p:cNvPr>
                <p:cNvSpPr txBox="1"/>
                <p:nvPr/>
              </p:nvSpPr>
              <p:spPr>
                <a:xfrm>
                  <a:off x="6984842" y="218932"/>
                  <a:ext cx="5078730" cy="2308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ko-KR" altLang="en-US" sz="900" dirty="0" err="1">
                      <a:solidFill>
                        <a:schemeClr val="bg1"/>
                      </a:solidFill>
                      <a:latin typeface="+mn-ea"/>
                    </a:rPr>
                    <a:t>소통나눔방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 화면정의  기획서</a:t>
                  </a:r>
                  <a:endParaRPr sz="900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2FD72F6-3011-C22F-47A2-9605C4CCA03B}"/>
                    </a:ext>
                  </a:extLst>
                </p:cNvPr>
                <p:cNvSpPr txBox="1"/>
                <p:nvPr/>
              </p:nvSpPr>
              <p:spPr>
                <a:xfrm>
                  <a:off x="1525208" y="90619"/>
                  <a:ext cx="571357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ko-KR" altLang="en-US" sz="1400" b="1">
                      <a:solidFill>
                        <a:srgbClr val="E8ECF4"/>
                      </a:solidFill>
                      <a:latin typeface="+mn-ea"/>
                    </a:rPr>
                    <a:t>변경이력</a:t>
                  </a:r>
                  <a:endParaRPr sz="1400" b="1" dirty="0">
                    <a:solidFill>
                      <a:srgbClr val="E8ECF4"/>
                    </a:solidFill>
                    <a:latin typeface="+mn-ea"/>
                  </a:endParaRPr>
                </a:p>
              </p:txBody>
            </p:sp>
          </p:grpSp>
        </p:grpSp>
        <p:grpSp>
          <p:nvGrpSpPr>
            <p:cNvPr id="4" name="그룹 3"/>
            <p:cNvGrpSpPr/>
            <p:nvPr/>
          </p:nvGrpSpPr>
          <p:grpSpPr>
            <a:xfrm>
              <a:off x="0" y="6591300"/>
              <a:ext cx="12192000" cy="266700"/>
              <a:chOff x="0" y="6591300"/>
              <a:chExt cx="12192000" cy="266700"/>
            </a:xfrm>
          </p:grpSpPr>
          <p:sp>
            <p:nvSpPr>
              <p:cNvPr id="5" name="Rectangle 272"/>
              <p:cNvSpPr/>
              <p:nvPr/>
            </p:nvSpPr>
            <p:spPr>
              <a:xfrm>
                <a:off x="0" y="6591300"/>
                <a:ext cx="12192000" cy="266700"/>
              </a:xfrm>
              <a:prstGeom prst="rect">
                <a:avLst/>
              </a:prstGeom>
              <a:solidFill>
                <a:srgbClr val="1E2D4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34666" y="6642100"/>
                <a:ext cx="22172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소통나눔방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시스템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고도화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기획서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 | 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○○부처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○○과</a:t>
                </a:r>
                <a:endParaRPr sz="600" b="0" dirty="0">
                  <a:solidFill>
                    <a:srgbClr val="AABBCC"/>
                  </a:solidFill>
                  <a:latin typeface="+mn-ea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00D966-1A0F-E9CD-9352-FBDD81B3A5D5}"/>
                  </a:ext>
                </a:extLst>
              </p:cNvPr>
              <p:cNvSpPr txBox="1"/>
              <p:nvPr/>
            </p:nvSpPr>
            <p:spPr>
              <a:xfrm>
                <a:off x="4762898" y="6632027"/>
                <a:ext cx="73006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600" dirty="0">
                    <a:solidFill>
                      <a:srgbClr val="E8ECF4"/>
                    </a:solidFill>
                    <a:latin typeface="+mn-ea"/>
                  </a:rPr>
                  <a:t>PR v 1.0</a:t>
                </a:r>
                <a:endParaRPr sz="600" dirty="0">
                  <a:solidFill>
                    <a:srgbClr val="E8ECF4"/>
                  </a:solidFill>
                  <a:latin typeface="+mn-ea"/>
                </a:endParaRPr>
              </a:p>
            </p:txBody>
          </p:sp>
        </p:grp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27F2D92-D46B-2DDB-78FC-8EF1B5A0020E}"/>
              </a:ext>
            </a:extLst>
          </p:cNvPr>
          <p:cNvGrpSpPr/>
          <p:nvPr/>
        </p:nvGrpSpPr>
        <p:grpSpPr>
          <a:xfrm>
            <a:off x="256741" y="2529138"/>
            <a:ext cx="11681080" cy="317420"/>
            <a:chOff x="382491" y="4286685"/>
            <a:chExt cx="11681080" cy="317420"/>
          </a:xfrm>
        </p:grpSpPr>
        <p:sp>
          <p:nvSpPr>
            <p:cNvPr id="17" name="Rectangle 77">
              <a:extLst>
                <a:ext uri="{FF2B5EF4-FFF2-40B4-BE49-F238E27FC236}">
                  <a16:creationId xmlns:a16="http://schemas.microsoft.com/office/drawing/2014/main" id="{7772F2D2-5121-CC51-2089-29C7D1E0C7DA}"/>
                </a:ext>
              </a:extLst>
            </p:cNvPr>
            <p:cNvSpPr/>
            <p:nvPr/>
          </p:nvSpPr>
          <p:spPr>
            <a:xfrm>
              <a:off x="382491" y="4286685"/>
              <a:ext cx="38090" cy="317420"/>
            </a:xfrm>
            <a:prstGeom prst="rect">
              <a:avLst/>
            </a:prstGeom>
            <a:solidFill>
              <a:srgbClr val="2E4470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18" name="Rectangle 78">
              <a:extLst>
                <a:ext uri="{FF2B5EF4-FFF2-40B4-BE49-F238E27FC236}">
                  <a16:creationId xmlns:a16="http://schemas.microsoft.com/office/drawing/2014/main" id="{A4DF57C5-62AE-D74B-4315-90BD28EC035E}"/>
                </a:ext>
              </a:extLst>
            </p:cNvPr>
            <p:cNvSpPr/>
            <p:nvPr/>
          </p:nvSpPr>
          <p:spPr>
            <a:xfrm>
              <a:off x="420582" y="4286685"/>
              <a:ext cx="11642989" cy="317420"/>
            </a:xfrm>
            <a:prstGeom prst="rect">
              <a:avLst/>
            </a:prstGeom>
            <a:solidFill>
              <a:srgbClr val="E8ECF4"/>
            </a:solidFill>
            <a:ln>
              <a:solidFill>
                <a:srgbClr val="2E44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CF23378-1AFD-0A9A-F263-F7898C7C7717}"/>
                </a:ext>
              </a:extLst>
            </p:cNvPr>
            <p:cNvSpPr txBox="1"/>
            <p:nvPr/>
          </p:nvSpPr>
          <p:spPr>
            <a:xfrm>
              <a:off x="458672" y="4311400"/>
              <a:ext cx="1155411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목차</a:t>
              </a:r>
              <a:r>
                <a:rPr lang="en-US" altLang="ko-KR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(Table  of Contents)</a:t>
              </a:r>
              <a:endParaRPr sz="1200" b="1" dirty="0">
                <a:solidFill>
                  <a:schemeClr val="accent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27F2D92-D46B-2DDB-78FC-8EF1B5A0020E}"/>
              </a:ext>
            </a:extLst>
          </p:cNvPr>
          <p:cNvGrpSpPr/>
          <p:nvPr/>
        </p:nvGrpSpPr>
        <p:grpSpPr>
          <a:xfrm>
            <a:off x="255460" y="885810"/>
            <a:ext cx="11681080" cy="317420"/>
            <a:chOff x="382491" y="4286685"/>
            <a:chExt cx="11681080" cy="317420"/>
          </a:xfrm>
        </p:grpSpPr>
        <p:sp>
          <p:nvSpPr>
            <p:cNvPr id="20" name="Rectangle 77">
              <a:extLst>
                <a:ext uri="{FF2B5EF4-FFF2-40B4-BE49-F238E27FC236}">
                  <a16:creationId xmlns:a16="http://schemas.microsoft.com/office/drawing/2014/main" id="{7772F2D2-5121-CC51-2089-29C7D1E0C7DA}"/>
                </a:ext>
              </a:extLst>
            </p:cNvPr>
            <p:cNvSpPr/>
            <p:nvPr/>
          </p:nvSpPr>
          <p:spPr>
            <a:xfrm>
              <a:off x="382491" y="4286685"/>
              <a:ext cx="38090" cy="317420"/>
            </a:xfrm>
            <a:prstGeom prst="rect">
              <a:avLst/>
            </a:prstGeom>
            <a:solidFill>
              <a:srgbClr val="2E4470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1" name="Rectangle 78">
              <a:extLst>
                <a:ext uri="{FF2B5EF4-FFF2-40B4-BE49-F238E27FC236}">
                  <a16:creationId xmlns:a16="http://schemas.microsoft.com/office/drawing/2014/main" id="{A4DF57C5-62AE-D74B-4315-90BD28EC035E}"/>
                </a:ext>
              </a:extLst>
            </p:cNvPr>
            <p:cNvSpPr/>
            <p:nvPr/>
          </p:nvSpPr>
          <p:spPr>
            <a:xfrm>
              <a:off x="420582" y="4286685"/>
              <a:ext cx="11642989" cy="317420"/>
            </a:xfrm>
            <a:prstGeom prst="rect">
              <a:avLst/>
            </a:prstGeom>
            <a:solidFill>
              <a:srgbClr val="E8ECF4"/>
            </a:solidFill>
            <a:ln>
              <a:solidFill>
                <a:srgbClr val="2E44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CF23378-1AFD-0A9A-F263-F7898C7C7717}"/>
                </a:ext>
              </a:extLst>
            </p:cNvPr>
            <p:cNvSpPr txBox="1"/>
            <p:nvPr/>
          </p:nvSpPr>
          <p:spPr>
            <a:xfrm>
              <a:off x="458672" y="4311400"/>
              <a:ext cx="1155411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변경 이력</a:t>
              </a:r>
              <a:r>
                <a:rPr lang="en-US" altLang="ko-KR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(Revision History)</a:t>
              </a:r>
              <a:endParaRPr sz="1200" b="1" dirty="0">
                <a:solidFill>
                  <a:schemeClr val="accent1">
                    <a:lumMod val="50000"/>
                  </a:schemeClr>
                </a:solidFill>
                <a:latin typeface="+mn-ea"/>
              </a:endParaRPr>
            </a:p>
          </p:txBody>
        </p:sp>
      </p:grpSp>
      <p:sp>
        <p:nvSpPr>
          <p:cNvPr id="24" name="Rectangle 9"/>
          <p:cNvSpPr/>
          <p:nvPr/>
        </p:nvSpPr>
        <p:spPr>
          <a:xfrm>
            <a:off x="255461" y="1381039"/>
            <a:ext cx="861283" cy="347472"/>
          </a:xfrm>
          <a:prstGeom prst="rect">
            <a:avLst/>
          </a:prstGeom>
          <a:solidFill>
            <a:srgbClr val="1E2D45"/>
          </a:solidFill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5" name="Rectangle 11"/>
          <p:cNvSpPr/>
          <p:nvPr/>
        </p:nvSpPr>
        <p:spPr>
          <a:xfrm>
            <a:off x="1116745" y="1381039"/>
            <a:ext cx="1423119" cy="347472"/>
          </a:xfrm>
          <a:prstGeom prst="rect">
            <a:avLst/>
          </a:prstGeom>
          <a:solidFill>
            <a:srgbClr val="1E2D45"/>
          </a:solidFill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6" name="Rectangle 13"/>
          <p:cNvSpPr/>
          <p:nvPr/>
        </p:nvSpPr>
        <p:spPr>
          <a:xfrm>
            <a:off x="2539864" y="1381039"/>
            <a:ext cx="1233370" cy="347472"/>
          </a:xfrm>
          <a:prstGeom prst="rect">
            <a:avLst/>
          </a:prstGeom>
          <a:solidFill>
            <a:srgbClr val="1E2D45"/>
          </a:solidFill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7" name="Rectangle 15"/>
          <p:cNvSpPr/>
          <p:nvPr/>
        </p:nvSpPr>
        <p:spPr>
          <a:xfrm>
            <a:off x="3773235" y="1381039"/>
            <a:ext cx="6166851" cy="347472"/>
          </a:xfrm>
          <a:prstGeom prst="rect">
            <a:avLst/>
          </a:prstGeom>
          <a:solidFill>
            <a:srgbClr val="1E2D45"/>
          </a:solidFill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8" name="Rectangle 17"/>
          <p:cNvSpPr/>
          <p:nvPr/>
        </p:nvSpPr>
        <p:spPr>
          <a:xfrm>
            <a:off x="9940086" y="1381039"/>
            <a:ext cx="1996455" cy="347472"/>
          </a:xfrm>
          <a:prstGeom prst="rect">
            <a:avLst/>
          </a:prstGeom>
          <a:solidFill>
            <a:srgbClr val="1E2D45"/>
          </a:solidFill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9" name="Rectangle 19"/>
          <p:cNvSpPr/>
          <p:nvPr/>
        </p:nvSpPr>
        <p:spPr>
          <a:xfrm>
            <a:off x="262873" y="1728511"/>
            <a:ext cx="853872" cy="347472"/>
          </a:xfrm>
          <a:prstGeom prst="rect">
            <a:avLst/>
          </a:prstGeom>
          <a:solidFill>
            <a:srgbClr val="E8EC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0" name="Rectangle 21"/>
          <p:cNvSpPr/>
          <p:nvPr/>
        </p:nvSpPr>
        <p:spPr>
          <a:xfrm>
            <a:off x="1116745" y="1728511"/>
            <a:ext cx="1423119" cy="347472"/>
          </a:xfrm>
          <a:prstGeom prst="rect">
            <a:avLst/>
          </a:prstGeom>
          <a:solidFill>
            <a:srgbClr val="E8EC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1" name="Rectangle 23"/>
          <p:cNvSpPr/>
          <p:nvPr/>
        </p:nvSpPr>
        <p:spPr>
          <a:xfrm>
            <a:off x="2539864" y="1728511"/>
            <a:ext cx="1233370" cy="347472"/>
          </a:xfrm>
          <a:prstGeom prst="rect">
            <a:avLst/>
          </a:prstGeom>
          <a:solidFill>
            <a:srgbClr val="E8EC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2" name="Rectangle 25"/>
          <p:cNvSpPr/>
          <p:nvPr/>
        </p:nvSpPr>
        <p:spPr>
          <a:xfrm>
            <a:off x="3773235" y="1728511"/>
            <a:ext cx="6161910" cy="347472"/>
          </a:xfrm>
          <a:prstGeom prst="rect">
            <a:avLst/>
          </a:prstGeom>
          <a:solidFill>
            <a:srgbClr val="E8EC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3" name="Rectangle 27"/>
          <p:cNvSpPr/>
          <p:nvPr/>
        </p:nvSpPr>
        <p:spPr>
          <a:xfrm>
            <a:off x="9945027" y="1728511"/>
            <a:ext cx="1986574" cy="347472"/>
          </a:xfrm>
          <a:prstGeom prst="rect">
            <a:avLst/>
          </a:prstGeom>
          <a:solidFill>
            <a:srgbClr val="E8EC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grpSp>
        <p:nvGrpSpPr>
          <p:cNvPr id="34" name="그룹 33"/>
          <p:cNvGrpSpPr/>
          <p:nvPr/>
        </p:nvGrpSpPr>
        <p:grpSpPr>
          <a:xfrm>
            <a:off x="331642" y="1444498"/>
            <a:ext cx="11487596" cy="594559"/>
            <a:chOff x="504508" y="1188721"/>
            <a:chExt cx="11000546" cy="594559"/>
          </a:xfrm>
        </p:grpSpPr>
        <p:sp>
          <p:nvSpPr>
            <p:cNvPr id="35" name="TextBox 34"/>
            <p:cNvSpPr txBox="1"/>
            <p:nvPr/>
          </p:nvSpPr>
          <p:spPr>
            <a:xfrm>
              <a:off x="504508" y="1188721"/>
              <a:ext cx="692053" cy="2385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50" b="1" dirty="0" err="1">
                  <a:solidFill>
                    <a:srgbClr val="FFFFFF"/>
                  </a:solidFill>
                  <a:latin typeface="+mn-ea"/>
                </a:rPr>
                <a:t>버전</a:t>
              </a:r>
              <a:endParaRPr sz="95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327469" y="1188721"/>
              <a:ext cx="1226029" cy="2385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50" b="1" dirty="0" err="1">
                  <a:solidFill>
                    <a:srgbClr val="FFFFFF"/>
                  </a:solidFill>
                  <a:latin typeface="+mn-ea"/>
                </a:rPr>
                <a:t>작성일</a:t>
              </a:r>
              <a:endParaRPr sz="95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699068" y="1188721"/>
              <a:ext cx="1037716" cy="2385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50" b="1" dirty="0" err="1">
                  <a:solidFill>
                    <a:srgbClr val="FFFFFF"/>
                  </a:solidFill>
                  <a:latin typeface="+mn-ea"/>
                </a:rPr>
                <a:t>작성자</a:t>
              </a:r>
              <a:endParaRPr sz="95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887789" y="1188721"/>
              <a:ext cx="5813055" cy="2385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50" b="1" dirty="0" err="1">
                  <a:solidFill>
                    <a:srgbClr val="FFFFFF"/>
                  </a:solidFill>
                  <a:latin typeface="+mn-ea"/>
                </a:rPr>
                <a:t>변경</a:t>
              </a:r>
              <a:r>
                <a:rPr sz="950" b="1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950" b="1" dirty="0" err="1">
                  <a:solidFill>
                    <a:srgbClr val="FFFFFF"/>
                  </a:solidFill>
                  <a:latin typeface="+mn-ea"/>
                </a:rPr>
                <a:t>내용</a:t>
              </a:r>
              <a:endParaRPr sz="95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739948" y="1188721"/>
              <a:ext cx="1765106" cy="2385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50" b="1" dirty="0" err="1">
                  <a:solidFill>
                    <a:srgbClr val="FFFFFF"/>
                  </a:solidFill>
                  <a:latin typeface="+mn-ea"/>
                </a:rPr>
                <a:t>비고</a:t>
              </a:r>
              <a:endParaRPr sz="95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04508" y="1527048"/>
              <a:ext cx="692053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dirty="0">
                  <a:latin typeface="+mn-ea"/>
                </a:rPr>
                <a:t>v1.0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327468" y="1527048"/>
              <a:ext cx="122603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dirty="0">
                  <a:latin typeface="+mn-ea"/>
                </a:rPr>
                <a:t>2026-0</a:t>
              </a:r>
              <a:r>
                <a:rPr lang="en-US" sz="900" dirty="0">
                  <a:latin typeface="+mn-ea"/>
                </a:rPr>
                <a:t>6</a:t>
              </a:r>
              <a:r>
                <a:rPr sz="900" dirty="0">
                  <a:latin typeface="+mn-ea"/>
                </a:rPr>
                <a:t>-</a:t>
              </a:r>
              <a:r>
                <a:rPr lang="en-US" sz="900" dirty="0">
                  <a:latin typeface="+mn-ea"/>
                </a:rPr>
                <a:t>16</a:t>
              </a:r>
              <a:endParaRPr sz="900" dirty="0">
                <a:latin typeface="+mn-ea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699068" y="1527048"/>
              <a:ext cx="103771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dirty="0">
                  <a:latin typeface="+mn-ea"/>
                </a:rPr>
                <a:t>김재연</a:t>
              </a:r>
              <a:endParaRPr sz="900" dirty="0">
                <a:latin typeface="+mn-ea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887788" y="1552448"/>
              <a:ext cx="585216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dirty="0" err="1">
                  <a:latin typeface="+mn-ea"/>
                </a:rPr>
                <a:t>최초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작성</a:t>
              </a:r>
              <a:r>
                <a:rPr sz="900" dirty="0">
                  <a:latin typeface="+mn-ea"/>
                </a:rPr>
                <a:t> (</a:t>
              </a:r>
              <a:r>
                <a:rPr sz="900" dirty="0" err="1">
                  <a:latin typeface="+mn-ea"/>
                </a:rPr>
                <a:t>기능분해도·매뉴얼·메뉴구조도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분석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기반</a:t>
              </a:r>
              <a:r>
                <a:rPr sz="900" dirty="0">
                  <a:latin typeface="+mn-ea"/>
                </a:rPr>
                <a:t>)</a:t>
              </a:r>
            </a:p>
          </p:txBody>
        </p:sp>
      </p:grpSp>
      <p:grpSp>
        <p:nvGrpSpPr>
          <p:cNvPr id="126" name="그룹 125"/>
          <p:cNvGrpSpPr/>
          <p:nvPr/>
        </p:nvGrpSpPr>
        <p:grpSpPr>
          <a:xfrm>
            <a:off x="288616" y="2909806"/>
            <a:ext cx="11651479" cy="3557761"/>
            <a:chOff x="288616" y="2969680"/>
            <a:chExt cx="11651479" cy="3557761"/>
          </a:xfrm>
        </p:grpSpPr>
        <p:grpSp>
          <p:nvGrpSpPr>
            <p:cNvPr id="44" name="그룹 43"/>
            <p:cNvGrpSpPr/>
            <p:nvPr/>
          </p:nvGrpSpPr>
          <p:grpSpPr>
            <a:xfrm>
              <a:off x="297107" y="2969680"/>
              <a:ext cx="11634493" cy="2603217"/>
              <a:chOff x="458787" y="2530656"/>
              <a:chExt cx="11252038" cy="2310675"/>
            </a:xfrm>
          </p:grpSpPr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668EA0F7-7A13-EC13-AD60-C142BA309EBF}"/>
                  </a:ext>
                </a:extLst>
              </p:cNvPr>
              <p:cNvGrpSpPr/>
              <p:nvPr/>
            </p:nvGrpSpPr>
            <p:grpSpPr>
              <a:xfrm>
                <a:off x="6112825" y="2537043"/>
                <a:ext cx="5598000" cy="2304288"/>
                <a:chOff x="5945188" y="2514600"/>
                <a:chExt cx="5303520" cy="2304288"/>
              </a:xfrm>
            </p:grpSpPr>
            <p:sp>
              <p:nvSpPr>
                <p:cNvPr id="115" name="Rectangle 35"/>
                <p:cNvSpPr/>
                <p:nvPr/>
              </p:nvSpPr>
              <p:spPr>
                <a:xfrm>
                  <a:off x="5945188" y="2514600"/>
                  <a:ext cx="5303520" cy="25603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6" name="Rectangle 43"/>
                <p:cNvSpPr/>
                <p:nvPr/>
              </p:nvSpPr>
              <p:spPr>
                <a:xfrm>
                  <a:off x="5945188" y="2807208"/>
                  <a:ext cx="5303520" cy="256032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7" name="Rectangle 51"/>
                <p:cNvSpPr/>
                <p:nvPr/>
              </p:nvSpPr>
              <p:spPr>
                <a:xfrm>
                  <a:off x="5945188" y="3099816"/>
                  <a:ext cx="5303520" cy="25603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8" name="Rectangle 59"/>
                <p:cNvSpPr/>
                <p:nvPr/>
              </p:nvSpPr>
              <p:spPr>
                <a:xfrm>
                  <a:off x="5945188" y="3392424"/>
                  <a:ext cx="5303520" cy="256032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9" name="Rectangle 67"/>
                <p:cNvSpPr/>
                <p:nvPr/>
              </p:nvSpPr>
              <p:spPr>
                <a:xfrm>
                  <a:off x="5945188" y="3685032"/>
                  <a:ext cx="5303520" cy="25603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20" name="Rectangle 75"/>
                <p:cNvSpPr/>
                <p:nvPr/>
              </p:nvSpPr>
              <p:spPr>
                <a:xfrm>
                  <a:off x="5945188" y="3977640"/>
                  <a:ext cx="5303520" cy="256032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21" name="Rectangle 83"/>
                <p:cNvSpPr/>
                <p:nvPr/>
              </p:nvSpPr>
              <p:spPr>
                <a:xfrm>
                  <a:off x="5945188" y="4270248"/>
                  <a:ext cx="5303520" cy="25603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22" name="Rectangle 91"/>
                <p:cNvSpPr/>
                <p:nvPr/>
              </p:nvSpPr>
              <p:spPr>
                <a:xfrm>
                  <a:off x="5945188" y="4562856"/>
                  <a:ext cx="5303520" cy="256032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</p:grpSp>
          <p:grpSp>
            <p:nvGrpSpPr>
              <p:cNvPr id="46" name="그룹 45">
                <a:extLst>
                  <a:ext uri="{FF2B5EF4-FFF2-40B4-BE49-F238E27FC236}">
                    <a16:creationId xmlns:a16="http://schemas.microsoft.com/office/drawing/2014/main" id="{56767003-DE52-8540-FA67-16E609978D53}"/>
                  </a:ext>
                </a:extLst>
              </p:cNvPr>
              <p:cNvGrpSpPr/>
              <p:nvPr/>
            </p:nvGrpSpPr>
            <p:grpSpPr>
              <a:xfrm>
                <a:off x="6203032" y="2560320"/>
                <a:ext cx="5415596" cy="230331"/>
                <a:chOff x="6198078" y="2543647"/>
                <a:chExt cx="5415596" cy="230331"/>
              </a:xfrm>
            </p:grpSpPr>
            <p:sp>
              <p:nvSpPr>
                <p:cNvPr id="112" name="TextBox 111"/>
                <p:cNvSpPr txBox="1"/>
                <p:nvPr/>
              </p:nvSpPr>
              <p:spPr>
                <a:xfrm>
                  <a:off x="6198078" y="2547358"/>
                  <a:ext cx="36576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900" dirty="0">
                      <a:latin typeface="+mn-ea"/>
                    </a:rPr>
                    <a:t>2.</a:t>
                  </a:r>
                </a:p>
              </p:txBody>
            </p:sp>
            <p:sp>
              <p:nvSpPr>
                <p:cNvPr id="113" name="TextBox 112"/>
                <p:cNvSpPr txBox="1"/>
                <p:nvPr/>
              </p:nvSpPr>
              <p:spPr>
                <a:xfrm>
                  <a:off x="6867526" y="2569086"/>
                  <a:ext cx="347472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ko-KR" altLang="en-US" sz="900" dirty="0">
                      <a:latin typeface="+mn-ea"/>
                    </a:rPr>
                    <a:t>현황분석</a:t>
                  </a:r>
                  <a:endParaRPr sz="900" dirty="0">
                    <a:latin typeface="+mn-ea"/>
                  </a:endParaRPr>
                </a:p>
              </p:txBody>
            </p:sp>
            <p:sp>
              <p:nvSpPr>
                <p:cNvPr id="114" name="TextBox 113"/>
                <p:cNvSpPr txBox="1"/>
                <p:nvPr/>
              </p:nvSpPr>
              <p:spPr>
                <a:xfrm>
                  <a:off x="10242074" y="2543647"/>
                  <a:ext cx="1371600" cy="1980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sz="850" dirty="0">
                      <a:latin typeface="+mn-ea"/>
                    </a:rPr>
                    <a:t> 0</a:t>
                  </a:r>
                  <a:r>
                    <a:rPr lang="en-US" sz="850" dirty="0">
                      <a:latin typeface="+mn-ea"/>
                    </a:rPr>
                    <a:t>6</a:t>
                  </a:r>
                  <a:endParaRPr sz="850" dirty="0">
                    <a:latin typeface="+mn-ea"/>
                  </a:endParaRPr>
                </a:p>
              </p:txBody>
            </p:sp>
          </p:grpSp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0587FB28-ECCF-6168-1926-F2EBF97CF021}"/>
                  </a:ext>
                </a:extLst>
              </p:cNvPr>
              <p:cNvGrpSpPr/>
              <p:nvPr/>
            </p:nvGrpSpPr>
            <p:grpSpPr>
              <a:xfrm>
                <a:off x="458787" y="2530656"/>
                <a:ext cx="5598000" cy="2304288"/>
                <a:chOff x="5945188" y="2514600"/>
                <a:chExt cx="5303520" cy="2304288"/>
              </a:xfrm>
            </p:grpSpPr>
            <p:sp>
              <p:nvSpPr>
                <p:cNvPr id="104" name="Rectangle 35">
                  <a:extLst>
                    <a:ext uri="{FF2B5EF4-FFF2-40B4-BE49-F238E27FC236}">
                      <a16:creationId xmlns:a16="http://schemas.microsoft.com/office/drawing/2014/main" id="{2B0CCB33-F98D-4A2A-9A6C-A961A67D635C}"/>
                    </a:ext>
                  </a:extLst>
                </p:cNvPr>
                <p:cNvSpPr/>
                <p:nvPr/>
              </p:nvSpPr>
              <p:spPr>
                <a:xfrm>
                  <a:off x="5945188" y="2514600"/>
                  <a:ext cx="5303520" cy="25603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05" name="Rectangle 43">
                  <a:extLst>
                    <a:ext uri="{FF2B5EF4-FFF2-40B4-BE49-F238E27FC236}">
                      <a16:creationId xmlns:a16="http://schemas.microsoft.com/office/drawing/2014/main" id="{E9AE364B-3C64-7C17-55AF-50E474B209B2}"/>
                    </a:ext>
                  </a:extLst>
                </p:cNvPr>
                <p:cNvSpPr/>
                <p:nvPr/>
              </p:nvSpPr>
              <p:spPr>
                <a:xfrm>
                  <a:off x="5945188" y="2807208"/>
                  <a:ext cx="5303520" cy="256032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06" name="Rectangle 51">
                  <a:extLst>
                    <a:ext uri="{FF2B5EF4-FFF2-40B4-BE49-F238E27FC236}">
                      <a16:creationId xmlns:a16="http://schemas.microsoft.com/office/drawing/2014/main" id="{CC9145AA-0DCC-2A7A-F9A5-451D0E350AFC}"/>
                    </a:ext>
                  </a:extLst>
                </p:cNvPr>
                <p:cNvSpPr/>
                <p:nvPr/>
              </p:nvSpPr>
              <p:spPr>
                <a:xfrm>
                  <a:off x="5945188" y="3099816"/>
                  <a:ext cx="5303520" cy="25603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07" name="Rectangle 59">
                  <a:extLst>
                    <a:ext uri="{FF2B5EF4-FFF2-40B4-BE49-F238E27FC236}">
                      <a16:creationId xmlns:a16="http://schemas.microsoft.com/office/drawing/2014/main" id="{B146ED05-6D5A-7F91-3B13-B63CBB189942}"/>
                    </a:ext>
                  </a:extLst>
                </p:cNvPr>
                <p:cNvSpPr/>
                <p:nvPr/>
              </p:nvSpPr>
              <p:spPr>
                <a:xfrm>
                  <a:off x="5945188" y="3392424"/>
                  <a:ext cx="5303520" cy="256032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08" name="Rectangle 67">
                  <a:extLst>
                    <a:ext uri="{FF2B5EF4-FFF2-40B4-BE49-F238E27FC236}">
                      <a16:creationId xmlns:a16="http://schemas.microsoft.com/office/drawing/2014/main" id="{B096605A-9D40-153C-9A59-EE8AE502B754}"/>
                    </a:ext>
                  </a:extLst>
                </p:cNvPr>
                <p:cNvSpPr/>
                <p:nvPr/>
              </p:nvSpPr>
              <p:spPr>
                <a:xfrm>
                  <a:off x="5945188" y="3685032"/>
                  <a:ext cx="5303520" cy="25603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09" name="Rectangle 75">
                  <a:extLst>
                    <a:ext uri="{FF2B5EF4-FFF2-40B4-BE49-F238E27FC236}">
                      <a16:creationId xmlns:a16="http://schemas.microsoft.com/office/drawing/2014/main" id="{6047B132-627C-0778-EFE7-6509BB4AEBAD}"/>
                    </a:ext>
                  </a:extLst>
                </p:cNvPr>
                <p:cNvSpPr/>
                <p:nvPr/>
              </p:nvSpPr>
              <p:spPr>
                <a:xfrm>
                  <a:off x="5945188" y="3977640"/>
                  <a:ext cx="5303520" cy="256032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0" name="Rectangle 83">
                  <a:extLst>
                    <a:ext uri="{FF2B5EF4-FFF2-40B4-BE49-F238E27FC236}">
                      <a16:creationId xmlns:a16="http://schemas.microsoft.com/office/drawing/2014/main" id="{8B62FEB8-92F2-4B1C-5095-EAAA3CF24816}"/>
                    </a:ext>
                  </a:extLst>
                </p:cNvPr>
                <p:cNvSpPr/>
                <p:nvPr/>
              </p:nvSpPr>
              <p:spPr>
                <a:xfrm>
                  <a:off x="5945188" y="4270248"/>
                  <a:ext cx="5303520" cy="25603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1" name="Rectangle 91">
                  <a:extLst>
                    <a:ext uri="{FF2B5EF4-FFF2-40B4-BE49-F238E27FC236}">
                      <a16:creationId xmlns:a16="http://schemas.microsoft.com/office/drawing/2014/main" id="{90634C41-09CA-FD5C-C8D3-9449A8CB3383}"/>
                    </a:ext>
                  </a:extLst>
                </p:cNvPr>
                <p:cNvSpPr/>
                <p:nvPr/>
              </p:nvSpPr>
              <p:spPr>
                <a:xfrm>
                  <a:off x="5945188" y="4562856"/>
                  <a:ext cx="5303520" cy="256032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CCCCC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</p:grpSp>
          <p:grpSp>
            <p:nvGrpSpPr>
              <p:cNvPr id="48" name="그룹 47">
                <a:extLst>
                  <a:ext uri="{FF2B5EF4-FFF2-40B4-BE49-F238E27FC236}">
                    <a16:creationId xmlns:a16="http://schemas.microsoft.com/office/drawing/2014/main" id="{BB400681-B8C0-6051-40C3-0FB51B6E2828}"/>
                  </a:ext>
                </a:extLst>
              </p:cNvPr>
              <p:cNvGrpSpPr/>
              <p:nvPr/>
            </p:nvGrpSpPr>
            <p:grpSpPr>
              <a:xfrm>
                <a:off x="539910" y="2550794"/>
                <a:ext cx="5415596" cy="243859"/>
                <a:chOff x="6198078" y="2543647"/>
                <a:chExt cx="5415596" cy="243859"/>
              </a:xfrm>
            </p:grpSpPr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031C87AF-CA78-2BDF-39A8-23D321CCB4F3}"/>
                    </a:ext>
                  </a:extLst>
                </p:cNvPr>
                <p:cNvSpPr txBox="1"/>
                <p:nvPr/>
              </p:nvSpPr>
              <p:spPr>
                <a:xfrm>
                  <a:off x="6198078" y="2547358"/>
                  <a:ext cx="36576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en-US" sz="900" dirty="0">
                      <a:latin typeface="+mn-ea"/>
                    </a:rPr>
                    <a:t>1</a:t>
                  </a:r>
                  <a:r>
                    <a:rPr sz="900" dirty="0">
                      <a:latin typeface="+mn-ea"/>
                    </a:rPr>
                    <a:t>.</a:t>
                  </a:r>
                </a:p>
              </p:txBody>
            </p: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1DE44D2F-5364-9C60-9100-D7C5CC64E280}"/>
                    </a:ext>
                  </a:extLst>
                </p:cNvPr>
                <p:cNvSpPr txBox="1"/>
                <p:nvPr/>
              </p:nvSpPr>
              <p:spPr>
                <a:xfrm>
                  <a:off x="6867526" y="2582614"/>
                  <a:ext cx="347472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ko-KR" altLang="en-US" sz="900" dirty="0">
                      <a:latin typeface="+mn-ea"/>
                    </a:rPr>
                    <a:t>사업 개요 및 목적</a:t>
                  </a:r>
                  <a:endParaRPr sz="900" dirty="0">
                    <a:latin typeface="+mn-ea"/>
                  </a:endParaRPr>
                </a:p>
              </p:txBody>
            </p:sp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BB6AF74F-B069-3278-DC58-BEF6B98D0B5C}"/>
                    </a:ext>
                  </a:extLst>
                </p:cNvPr>
                <p:cNvSpPr txBox="1"/>
                <p:nvPr/>
              </p:nvSpPr>
              <p:spPr>
                <a:xfrm>
                  <a:off x="10242074" y="2543647"/>
                  <a:ext cx="1371600" cy="19806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sz="850" dirty="0">
                      <a:latin typeface="+mn-ea"/>
                    </a:rPr>
                    <a:t> 0</a:t>
                  </a:r>
                  <a:r>
                    <a:rPr lang="en-US" sz="850" dirty="0">
                      <a:latin typeface="+mn-ea"/>
                    </a:rPr>
                    <a:t>3</a:t>
                  </a:r>
                  <a:endParaRPr sz="850" dirty="0">
                    <a:latin typeface="+mn-ea"/>
                  </a:endParaRPr>
                </a:p>
              </p:txBody>
            </p:sp>
          </p:grpSp>
          <p:grpSp>
            <p:nvGrpSpPr>
              <p:cNvPr id="49" name="그룹 48">
                <a:extLst>
                  <a:ext uri="{FF2B5EF4-FFF2-40B4-BE49-F238E27FC236}">
                    <a16:creationId xmlns:a16="http://schemas.microsoft.com/office/drawing/2014/main" id="{992D1C2F-285E-C860-02DF-AA949217B95D}"/>
                  </a:ext>
                </a:extLst>
              </p:cNvPr>
              <p:cNvGrpSpPr/>
              <p:nvPr/>
            </p:nvGrpSpPr>
            <p:grpSpPr>
              <a:xfrm>
                <a:off x="540420" y="2849691"/>
                <a:ext cx="5415596" cy="223568"/>
                <a:chOff x="6198078" y="2543647"/>
                <a:chExt cx="5415596" cy="223568"/>
              </a:xfrm>
            </p:grpSpPr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24ACEC9F-B43B-B6D1-D7FE-332583E0A09D}"/>
                    </a:ext>
                  </a:extLst>
                </p:cNvPr>
                <p:cNvSpPr txBox="1"/>
                <p:nvPr/>
              </p:nvSpPr>
              <p:spPr>
                <a:xfrm>
                  <a:off x="6198078" y="2547358"/>
                  <a:ext cx="36576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en-US" sz="900" dirty="0">
                      <a:latin typeface="+mn-ea"/>
                    </a:rPr>
                    <a:t>3</a:t>
                  </a:r>
                  <a:r>
                    <a:rPr sz="900" dirty="0">
                      <a:latin typeface="+mn-ea"/>
                    </a:rPr>
                    <a:t>.</a:t>
                  </a:r>
                </a:p>
              </p:txBody>
            </p:sp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0D44B560-837F-96D9-9601-8529E0EAFD42}"/>
                    </a:ext>
                  </a:extLst>
                </p:cNvPr>
                <p:cNvSpPr txBox="1"/>
                <p:nvPr/>
              </p:nvSpPr>
              <p:spPr>
                <a:xfrm>
                  <a:off x="6867526" y="2562323"/>
                  <a:ext cx="347472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900" dirty="0" err="1">
                      <a:latin typeface="+mn-ea"/>
                    </a:rPr>
                    <a:t>메뉴</a:t>
                  </a:r>
                  <a:r>
                    <a:rPr sz="900" dirty="0">
                      <a:latin typeface="+mn-ea"/>
                    </a:rPr>
                    <a:t> </a:t>
                  </a:r>
                  <a:r>
                    <a:rPr sz="900" dirty="0" err="1">
                      <a:latin typeface="+mn-ea"/>
                    </a:rPr>
                    <a:t>구조도</a:t>
                  </a:r>
                  <a:r>
                    <a:rPr sz="900" dirty="0">
                      <a:latin typeface="+mn-ea"/>
                    </a:rPr>
                    <a:t> (</a:t>
                  </a:r>
                  <a:r>
                    <a:rPr sz="900" dirty="0" err="1">
                      <a:latin typeface="+mn-ea"/>
                    </a:rPr>
                    <a:t>전체</a:t>
                  </a:r>
                  <a:r>
                    <a:rPr sz="900" dirty="0">
                      <a:latin typeface="+mn-ea"/>
                    </a:rPr>
                    <a:t>)</a:t>
                  </a:r>
                </a:p>
              </p:txBody>
            </p: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E35DF528-750F-A5B0-3D48-2E6177BE0A58}"/>
                    </a:ext>
                  </a:extLst>
                </p:cNvPr>
                <p:cNvSpPr txBox="1"/>
                <p:nvPr/>
              </p:nvSpPr>
              <p:spPr>
                <a:xfrm>
                  <a:off x="10242074" y="2543647"/>
                  <a:ext cx="1371600" cy="19806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sz="850" dirty="0">
                      <a:latin typeface="+mn-ea"/>
                    </a:rPr>
                    <a:t>0</a:t>
                  </a:r>
                  <a:r>
                    <a:rPr lang="en-US" sz="850" dirty="0">
                      <a:latin typeface="+mn-ea"/>
                    </a:rPr>
                    <a:t>7</a:t>
                  </a:r>
                  <a:endParaRPr sz="850" dirty="0">
                    <a:latin typeface="+mn-ea"/>
                  </a:endParaRPr>
                </a:p>
              </p:txBody>
            </p:sp>
          </p:grpSp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16028BE5-C73B-1AEC-8404-294B18A00306}"/>
                  </a:ext>
                </a:extLst>
              </p:cNvPr>
              <p:cNvGrpSpPr/>
              <p:nvPr/>
            </p:nvGrpSpPr>
            <p:grpSpPr>
              <a:xfrm>
                <a:off x="539910" y="3126383"/>
                <a:ext cx="5415596" cy="230331"/>
                <a:chOff x="6198078" y="2543647"/>
                <a:chExt cx="5415596" cy="230331"/>
              </a:xfrm>
            </p:grpSpPr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A5E421B8-BEAC-8812-3129-B21E4BB50BE1}"/>
                    </a:ext>
                  </a:extLst>
                </p:cNvPr>
                <p:cNvSpPr txBox="1"/>
                <p:nvPr/>
              </p:nvSpPr>
              <p:spPr>
                <a:xfrm>
                  <a:off x="6198078" y="2547358"/>
                  <a:ext cx="36576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en-US" sz="900" dirty="0">
                      <a:latin typeface="+mn-ea"/>
                    </a:rPr>
                    <a:t>5</a:t>
                  </a:r>
                  <a:r>
                    <a:rPr sz="900" dirty="0">
                      <a:latin typeface="+mn-ea"/>
                    </a:rPr>
                    <a:t>.</a:t>
                  </a: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4F531A43-4189-C7BD-2609-C7061D2946CF}"/>
                    </a:ext>
                  </a:extLst>
                </p:cNvPr>
                <p:cNvSpPr txBox="1"/>
                <p:nvPr/>
              </p:nvSpPr>
              <p:spPr>
                <a:xfrm>
                  <a:off x="6867526" y="2569086"/>
                  <a:ext cx="347472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sz="900" dirty="0">
                      <a:latin typeface="+mn-ea"/>
                    </a:rPr>
                    <a:t>ASIS </a:t>
                  </a:r>
                  <a:r>
                    <a:rPr lang="ko-KR" altLang="en-US" sz="900" dirty="0">
                      <a:latin typeface="+mn-ea"/>
                    </a:rPr>
                    <a:t>현황 ② </a:t>
                  </a:r>
                  <a:r>
                    <a:rPr lang="en-US" altLang="ko-KR" sz="900" dirty="0">
                      <a:latin typeface="+mn-ea"/>
                    </a:rPr>
                    <a:t>- </a:t>
                  </a:r>
                  <a:r>
                    <a:rPr lang="ko-KR" altLang="en-US" sz="900" dirty="0">
                      <a:latin typeface="+mn-ea"/>
                    </a:rPr>
                    <a:t>검색</a:t>
                  </a:r>
                  <a:r>
                    <a:rPr lang="en-US" altLang="ko-KR" sz="900" dirty="0">
                      <a:latin typeface="+mn-ea"/>
                    </a:rPr>
                    <a:t>/UX </a:t>
                  </a:r>
                  <a:r>
                    <a:rPr lang="ko-KR" altLang="en-US" sz="900" dirty="0">
                      <a:latin typeface="+mn-ea"/>
                    </a:rPr>
                    <a:t>한계</a:t>
                  </a:r>
                </a:p>
              </p:txBody>
            </p:sp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32C19618-33D8-0306-8DBB-451CCBFF8AC1}"/>
                    </a:ext>
                  </a:extLst>
                </p:cNvPr>
                <p:cNvSpPr txBox="1"/>
                <p:nvPr/>
              </p:nvSpPr>
              <p:spPr>
                <a:xfrm>
                  <a:off x="10242074" y="2543647"/>
                  <a:ext cx="1371600" cy="1980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sz="850" dirty="0">
                      <a:latin typeface="+mn-ea"/>
                    </a:rPr>
                    <a:t> 0</a:t>
                  </a:r>
                  <a:r>
                    <a:rPr lang="en-US" sz="850" dirty="0">
                      <a:latin typeface="+mn-ea"/>
                    </a:rPr>
                    <a:t>9</a:t>
                  </a:r>
                  <a:endParaRPr sz="850" dirty="0">
                    <a:latin typeface="+mn-ea"/>
                  </a:endParaRPr>
                </a:p>
              </p:txBody>
            </p:sp>
          </p:grpSp>
          <p:grpSp>
            <p:nvGrpSpPr>
              <p:cNvPr id="51" name="그룹 50">
                <a:extLst>
                  <a:ext uri="{FF2B5EF4-FFF2-40B4-BE49-F238E27FC236}">
                    <a16:creationId xmlns:a16="http://schemas.microsoft.com/office/drawing/2014/main" id="{F5401605-FB23-0D61-62C7-70D077052B26}"/>
                  </a:ext>
                </a:extLst>
              </p:cNvPr>
              <p:cNvGrpSpPr/>
              <p:nvPr/>
            </p:nvGrpSpPr>
            <p:grpSpPr>
              <a:xfrm>
                <a:off x="550228" y="3415058"/>
                <a:ext cx="5415596" cy="231459"/>
                <a:chOff x="6198078" y="2543647"/>
                <a:chExt cx="5415596" cy="231459"/>
              </a:xfrm>
            </p:grpSpPr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B58171D-6B73-BF30-2E59-CEBC8DED180F}"/>
                    </a:ext>
                  </a:extLst>
                </p:cNvPr>
                <p:cNvSpPr txBox="1"/>
                <p:nvPr/>
              </p:nvSpPr>
              <p:spPr>
                <a:xfrm>
                  <a:off x="6198078" y="2547358"/>
                  <a:ext cx="36576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en-US" sz="900" dirty="0">
                      <a:latin typeface="+mn-ea"/>
                    </a:rPr>
                    <a:t>7</a:t>
                  </a:r>
                  <a:r>
                    <a:rPr sz="900" dirty="0">
                      <a:latin typeface="+mn-ea"/>
                    </a:rPr>
                    <a:t>.</a:t>
                  </a:r>
                </a:p>
              </p:txBody>
            </p: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CDC5627C-08D8-A751-4081-5634D8E87701}"/>
                    </a:ext>
                  </a:extLst>
                </p:cNvPr>
                <p:cNvSpPr txBox="1"/>
                <p:nvPr/>
              </p:nvSpPr>
              <p:spPr>
                <a:xfrm>
                  <a:off x="6867526" y="2570214"/>
                  <a:ext cx="347472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ko-KR" altLang="en-US" sz="900" dirty="0">
                      <a:latin typeface="+mn-ea"/>
                    </a:rPr>
                    <a:t>개선방향 ① </a:t>
                  </a:r>
                  <a:r>
                    <a:rPr lang="en-US" altLang="ko-KR" sz="900" dirty="0">
                      <a:latin typeface="+mn-ea"/>
                    </a:rPr>
                    <a:t>- </a:t>
                  </a:r>
                  <a:r>
                    <a:rPr lang="ko-KR" altLang="en-US" sz="900" dirty="0">
                      <a:latin typeface="+mn-ea"/>
                    </a:rPr>
                    <a:t>권한프로세스 자동화</a:t>
                  </a:r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EA340073-B2D4-8C3A-599F-EA7F9DA5C984}"/>
                    </a:ext>
                  </a:extLst>
                </p:cNvPr>
                <p:cNvSpPr txBox="1"/>
                <p:nvPr/>
              </p:nvSpPr>
              <p:spPr>
                <a:xfrm>
                  <a:off x="10242074" y="2543647"/>
                  <a:ext cx="1371600" cy="1980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sz="850" dirty="0">
                      <a:latin typeface="+mn-ea"/>
                    </a:rPr>
                    <a:t>12</a:t>
                  </a:r>
                  <a:endParaRPr sz="850" dirty="0">
                    <a:latin typeface="+mn-ea"/>
                  </a:endParaRPr>
                </a:p>
              </p:txBody>
            </p:sp>
          </p:grpSp>
          <p:grpSp>
            <p:nvGrpSpPr>
              <p:cNvPr id="52" name="그룹 51">
                <a:extLst>
                  <a:ext uri="{FF2B5EF4-FFF2-40B4-BE49-F238E27FC236}">
                    <a16:creationId xmlns:a16="http://schemas.microsoft.com/office/drawing/2014/main" id="{A2440CD7-D467-956E-4FE2-9D8C93458F95}"/>
                  </a:ext>
                </a:extLst>
              </p:cNvPr>
              <p:cNvGrpSpPr/>
              <p:nvPr/>
            </p:nvGrpSpPr>
            <p:grpSpPr>
              <a:xfrm>
                <a:off x="539910" y="3699972"/>
                <a:ext cx="5415596" cy="246911"/>
                <a:chOff x="6198078" y="2547358"/>
                <a:chExt cx="5415596" cy="246911"/>
              </a:xfrm>
            </p:grpSpPr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F3DA9A38-19E4-7C8F-62E5-BEBB60D659B8}"/>
                    </a:ext>
                  </a:extLst>
                </p:cNvPr>
                <p:cNvSpPr txBox="1"/>
                <p:nvPr/>
              </p:nvSpPr>
              <p:spPr>
                <a:xfrm>
                  <a:off x="6198078" y="2547358"/>
                  <a:ext cx="36576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en-US" sz="900" dirty="0">
                      <a:latin typeface="+mn-ea"/>
                    </a:rPr>
                    <a:t>9</a:t>
                  </a:r>
                  <a:r>
                    <a:rPr sz="900" dirty="0">
                      <a:latin typeface="+mn-ea"/>
                    </a:rPr>
                    <a:t>.</a:t>
                  </a:r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203E2C1B-517E-C0CD-AC36-C6DB9731FD22}"/>
                    </a:ext>
                  </a:extLst>
                </p:cNvPr>
                <p:cNvSpPr txBox="1"/>
                <p:nvPr/>
              </p:nvSpPr>
              <p:spPr>
                <a:xfrm>
                  <a:off x="6867526" y="2589377"/>
                  <a:ext cx="347472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ko-KR" altLang="en-US" sz="900" dirty="0">
                      <a:latin typeface="+mn-ea"/>
                    </a:rPr>
                    <a:t>개선방향 ③ </a:t>
                  </a:r>
                  <a:r>
                    <a:rPr lang="en-US" altLang="ko-KR" sz="900" dirty="0">
                      <a:latin typeface="+mn-ea"/>
                    </a:rPr>
                    <a:t>- </a:t>
                  </a:r>
                  <a:r>
                    <a:rPr lang="ko-KR" altLang="en-US" sz="900" dirty="0">
                      <a:latin typeface="+mn-ea"/>
                    </a:rPr>
                    <a:t>접근성 및 편의성 강화</a:t>
                  </a:r>
                </a:p>
              </p:txBody>
            </p:sp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A82C0E04-940B-0512-D7C8-CA0352A3A6D6}"/>
                    </a:ext>
                  </a:extLst>
                </p:cNvPr>
                <p:cNvSpPr txBox="1"/>
                <p:nvPr/>
              </p:nvSpPr>
              <p:spPr>
                <a:xfrm>
                  <a:off x="10242074" y="2571828"/>
                  <a:ext cx="1371600" cy="1980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sz="850" dirty="0">
                      <a:latin typeface="+mn-ea"/>
                    </a:rPr>
                    <a:t>14</a:t>
                  </a:r>
                  <a:endParaRPr sz="850" dirty="0">
                    <a:latin typeface="+mn-ea"/>
                  </a:endParaRPr>
                </a:p>
              </p:txBody>
            </p:sp>
          </p:grpSp>
          <p:grpSp>
            <p:nvGrpSpPr>
              <p:cNvPr id="53" name="그룹 52">
                <a:extLst>
                  <a:ext uri="{FF2B5EF4-FFF2-40B4-BE49-F238E27FC236}">
                    <a16:creationId xmlns:a16="http://schemas.microsoft.com/office/drawing/2014/main" id="{EF3902B6-B8C1-7A34-5DC0-644BC0586E25}"/>
                  </a:ext>
                </a:extLst>
              </p:cNvPr>
              <p:cNvGrpSpPr/>
              <p:nvPr/>
            </p:nvGrpSpPr>
            <p:grpSpPr>
              <a:xfrm>
                <a:off x="550228" y="3999022"/>
                <a:ext cx="5415596" cy="228875"/>
                <a:chOff x="6198078" y="2547358"/>
                <a:chExt cx="5415596" cy="228875"/>
              </a:xfrm>
            </p:grpSpPr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87996067-B730-BC6F-3E57-35AD35B8A09A}"/>
                    </a:ext>
                  </a:extLst>
                </p:cNvPr>
                <p:cNvSpPr txBox="1"/>
                <p:nvPr/>
              </p:nvSpPr>
              <p:spPr>
                <a:xfrm>
                  <a:off x="6198078" y="2547358"/>
                  <a:ext cx="36576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en-US" sz="900" dirty="0">
                      <a:latin typeface="+mn-ea"/>
                    </a:rPr>
                    <a:t>11</a:t>
                  </a:r>
                  <a:r>
                    <a:rPr sz="900" dirty="0">
                      <a:latin typeface="+mn-ea"/>
                    </a:rPr>
                    <a:t>.</a:t>
                  </a: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AFC28912-3B6E-1BBD-C619-94AA3C9F49FE}"/>
                    </a:ext>
                  </a:extLst>
                </p:cNvPr>
                <p:cNvSpPr txBox="1"/>
                <p:nvPr/>
              </p:nvSpPr>
              <p:spPr>
                <a:xfrm>
                  <a:off x="6867526" y="2571341"/>
                  <a:ext cx="347472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ko-KR" altLang="en-US" sz="900" dirty="0">
                      <a:latin typeface="+mn-ea"/>
                    </a:rPr>
                    <a:t>주요 화면 설계 </a:t>
                  </a:r>
                  <a:r>
                    <a:rPr lang="en-US" altLang="ko-KR" sz="900" dirty="0">
                      <a:latin typeface="+mn-ea"/>
                    </a:rPr>
                    <a:t>– </a:t>
                  </a:r>
                  <a:r>
                    <a:rPr lang="ko-KR" altLang="en-US" sz="900" dirty="0">
                      <a:latin typeface="+mn-ea"/>
                    </a:rPr>
                    <a:t>공지사항</a:t>
                  </a:r>
                </a:p>
              </p:txBody>
            </p: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18CE16D2-78FD-1A05-161F-3E58DD71DA5F}"/>
                    </a:ext>
                  </a:extLst>
                </p:cNvPr>
                <p:cNvSpPr txBox="1"/>
                <p:nvPr/>
              </p:nvSpPr>
              <p:spPr>
                <a:xfrm>
                  <a:off x="10242074" y="2566192"/>
                  <a:ext cx="1371600" cy="19806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sz="850" dirty="0">
                      <a:latin typeface="+mn-ea"/>
                    </a:rPr>
                    <a:t>23</a:t>
                  </a:r>
                  <a:endParaRPr sz="850" dirty="0">
                    <a:latin typeface="+mn-ea"/>
                  </a:endParaRPr>
                </a:p>
              </p:txBody>
            </p:sp>
          </p:grpSp>
          <p:grpSp>
            <p:nvGrpSpPr>
              <p:cNvPr id="54" name="그룹 53">
                <a:extLst>
                  <a:ext uri="{FF2B5EF4-FFF2-40B4-BE49-F238E27FC236}">
                    <a16:creationId xmlns:a16="http://schemas.microsoft.com/office/drawing/2014/main" id="{80FE13D5-7A8B-4D27-604D-5CC729D519AD}"/>
                  </a:ext>
                </a:extLst>
              </p:cNvPr>
              <p:cNvGrpSpPr/>
              <p:nvPr/>
            </p:nvGrpSpPr>
            <p:grpSpPr>
              <a:xfrm>
                <a:off x="550228" y="4295105"/>
                <a:ext cx="5415596" cy="228875"/>
                <a:chOff x="6198078" y="2547358"/>
                <a:chExt cx="5415596" cy="228875"/>
              </a:xfrm>
            </p:grpSpPr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262E7D3B-26D2-8BE4-44F3-620313C40710}"/>
                    </a:ext>
                  </a:extLst>
                </p:cNvPr>
                <p:cNvSpPr txBox="1"/>
                <p:nvPr/>
              </p:nvSpPr>
              <p:spPr>
                <a:xfrm>
                  <a:off x="6198078" y="2547358"/>
                  <a:ext cx="36576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en-US" sz="900" dirty="0">
                      <a:latin typeface="+mn-ea"/>
                    </a:rPr>
                    <a:t>13</a:t>
                  </a:r>
                  <a:r>
                    <a:rPr sz="900" dirty="0">
                      <a:latin typeface="+mn-ea"/>
                    </a:rPr>
                    <a:t>.</a:t>
                  </a:r>
                </a:p>
              </p:txBody>
            </p: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3632C209-A95D-D3A3-9D1F-7E583947CD02}"/>
                    </a:ext>
                  </a:extLst>
                </p:cNvPr>
                <p:cNvSpPr txBox="1"/>
                <p:nvPr/>
              </p:nvSpPr>
              <p:spPr>
                <a:xfrm>
                  <a:off x="6867526" y="2571341"/>
                  <a:ext cx="347472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ko-KR" altLang="en-US" sz="900" dirty="0">
                      <a:latin typeface="+mn-ea"/>
                    </a:rPr>
                    <a:t>주요 화면 설계 – 자료요청</a:t>
                  </a:r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A03378A2-78A5-4773-3984-ACCE5AD30222}"/>
                    </a:ext>
                  </a:extLst>
                </p:cNvPr>
                <p:cNvSpPr txBox="1"/>
                <p:nvPr/>
              </p:nvSpPr>
              <p:spPr>
                <a:xfrm>
                  <a:off x="10242074" y="2566192"/>
                  <a:ext cx="1371600" cy="19806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sz="850" dirty="0" err="1">
                      <a:latin typeface="+mn-ea"/>
                    </a:rPr>
                    <a:t>슬라이드</a:t>
                  </a:r>
                  <a:r>
                    <a:rPr sz="850" dirty="0">
                      <a:latin typeface="+mn-ea"/>
                    </a:rPr>
                    <a:t> </a:t>
                  </a:r>
                  <a:r>
                    <a:rPr lang="en-US" sz="850" dirty="0">
                      <a:latin typeface="+mn-ea"/>
                    </a:rPr>
                    <a:t>21</a:t>
                  </a:r>
                  <a:endParaRPr sz="850" dirty="0">
                    <a:latin typeface="+mn-ea"/>
                  </a:endParaRPr>
                </a:p>
              </p:txBody>
            </p:sp>
          </p:grpSp>
          <p:grpSp>
            <p:nvGrpSpPr>
              <p:cNvPr id="55" name="그룹 54">
                <a:extLst>
                  <a:ext uri="{FF2B5EF4-FFF2-40B4-BE49-F238E27FC236}">
                    <a16:creationId xmlns:a16="http://schemas.microsoft.com/office/drawing/2014/main" id="{FEDAA12F-ADCC-FE47-55F3-7EC63C3240D2}"/>
                  </a:ext>
                </a:extLst>
              </p:cNvPr>
              <p:cNvGrpSpPr/>
              <p:nvPr/>
            </p:nvGrpSpPr>
            <p:grpSpPr>
              <a:xfrm>
                <a:off x="539910" y="4603071"/>
                <a:ext cx="5415596" cy="214551"/>
                <a:chOff x="6198078" y="2566191"/>
                <a:chExt cx="5415596" cy="214551"/>
              </a:xfrm>
            </p:grpSpPr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972F6126-55DD-2A51-CDEA-4DF42A7C42D2}"/>
                    </a:ext>
                  </a:extLst>
                </p:cNvPr>
                <p:cNvSpPr txBox="1"/>
                <p:nvPr/>
              </p:nvSpPr>
              <p:spPr>
                <a:xfrm>
                  <a:off x="6198078" y="2567648"/>
                  <a:ext cx="36576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en-US" sz="900" dirty="0">
                      <a:latin typeface="+mn-ea"/>
                    </a:rPr>
                    <a:t>15</a:t>
                  </a:r>
                  <a:r>
                    <a:rPr sz="900" dirty="0">
                      <a:latin typeface="+mn-ea"/>
                    </a:rPr>
                    <a:t>.</a:t>
                  </a:r>
                </a:p>
              </p:txBody>
            </p:sp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63585FF3-80C8-5D37-E738-2A39687A48CA}"/>
                    </a:ext>
                  </a:extLst>
                </p:cNvPr>
                <p:cNvSpPr txBox="1"/>
                <p:nvPr/>
              </p:nvSpPr>
              <p:spPr>
                <a:xfrm>
                  <a:off x="6867526" y="2575850"/>
                  <a:ext cx="347472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ko-KR" altLang="en-US" sz="900" dirty="0">
                      <a:latin typeface="+mn-ea"/>
                    </a:rPr>
                    <a:t>주요 화면 설계 </a:t>
                  </a:r>
                  <a:r>
                    <a:rPr lang="en-US" altLang="ko-KR" sz="900" dirty="0">
                      <a:latin typeface="+mn-ea"/>
                    </a:rPr>
                    <a:t>– </a:t>
                  </a:r>
                  <a:r>
                    <a:rPr lang="ko-KR" altLang="en-US" sz="900" dirty="0">
                      <a:latin typeface="+mn-ea"/>
                    </a:rPr>
                    <a:t>관리자 </a:t>
                  </a:r>
                  <a:r>
                    <a:rPr lang="en-US" altLang="ko-KR" sz="900" dirty="0">
                      <a:latin typeface="+mn-ea"/>
                    </a:rPr>
                    <a:t>&gt; </a:t>
                  </a:r>
                  <a:r>
                    <a:rPr lang="ko-KR" altLang="en-US" sz="900" dirty="0">
                      <a:latin typeface="+mn-ea"/>
                    </a:rPr>
                    <a:t>권한신청관리</a:t>
                  </a:r>
                  <a:endParaRPr sz="900" dirty="0">
                    <a:latin typeface="+mn-ea"/>
                  </a:endParaRPr>
                </a:p>
              </p:txBody>
            </p: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003BFE10-3237-9770-B676-A84298E01F1D}"/>
                    </a:ext>
                  </a:extLst>
                </p:cNvPr>
                <p:cNvSpPr txBox="1"/>
                <p:nvPr/>
              </p:nvSpPr>
              <p:spPr>
                <a:xfrm>
                  <a:off x="10242074" y="2566191"/>
                  <a:ext cx="1371600" cy="1980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sz="850" dirty="0" err="1">
                      <a:latin typeface="+mn-ea"/>
                    </a:rPr>
                    <a:t>슬라이드</a:t>
                  </a:r>
                  <a:r>
                    <a:rPr sz="850" dirty="0">
                      <a:latin typeface="+mn-ea"/>
                    </a:rPr>
                    <a:t> </a:t>
                  </a:r>
                  <a:r>
                    <a:rPr lang="en-US" sz="850" dirty="0">
                      <a:latin typeface="+mn-ea"/>
                    </a:rPr>
                    <a:t>30</a:t>
                  </a:r>
                  <a:endParaRPr sz="850" dirty="0">
                    <a:latin typeface="+mn-ea"/>
                  </a:endParaRPr>
                </a:p>
              </p:txBody>
            </p:sp>
          </p:grpSp>
          <p:grpSp>
            <p:nvGrpSpPr>
              <p:cNvPr id="56" name="그룹 55">
                <a:extLst>
                  <a:ext uri="{FF2B5EF4-FFF2-40B4-BE49-F238E27FC236}">
                    <a16:creationId xmlns:a16="http://schemas.microsoft.com/office/drawing/2014/main" id="{C0AB5F6E-70F0-5769-00AA-AF12D82B6602}"/>
                  </a:ext>
                </a:extLst>
              </p:cNvPr>
              <p:cNvGrpSpPr/>
              <p:nvPr/>
            </p:nvGrpSpPr>
            <p:grpSpPr>
              <a:xfrm>
                <a:off x="6219508" y="2841203"/>
                <a:ext cx="5415596" cy="243859"/>
                <a:chOff x="6198078" y="2543647"/>
                <a:chExt cx="5415596" cy="243859"/>
              </a:xfrm>
            </p:grpSpPr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0659735F-A77D-1255-D180-E72722BB7EFB}"/>
                    </a:ext>
                  </a:extLst>
                </p:cNvPr>
                <p:cNvSpPr txBox="1"/>
                <p:nvPr/>
              </p:nvSpPr>
              <p:spPr>
                <a:xfrm>
                  <a:off x="6198078" y="2547358"/>
                  <a:ext cx="36576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en-US" sz="900" dirty="0">
                      <a:latin typeface="+mn-ea"/>
                    </a:rPr>
                    <a:t>4</a:t>
                  </a:r>
                  <a:r>
                    <a:rPr sz="900" dirty="0">
                      <a:latin typeface="+mn-ea"/>
                    </a:rPr>
                    <a:t>.</a:t>
                  </a:r>
                </a:p>
              </p:txBody>
            </p:sp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58F44C7A-752A-8220-12FE-8DBEC06CBB89}"/>
                    </a:ext>
                  </a:extLst>
                </p:cNvPr>
                <p:cNvSpPr txBox="1"/>
                <p:nvPr/>
              </p:nvSpPr>
              <p:spPr>
                <a:xfrm>
                  <a:off x="6867526" y="2582614"/>
                  <a:ext cx="347472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sz="900" dirty="0">
                      <a:latin typeface="+mn-ea"/>
                    </a:rPr>
                    <a:t>ASIS </a:t>
                  </a:r>
                  <a:r>
                    <a:rPr lang="ko-KR" altLang="en-US" sz="900" dirty="0">
                      <a:latin typeface="+mn-ea"/>
                    </a:rPr>
                    <a:t>현황 </a:t>
                  </a:r>
                  <a:r>
                    <a:rPr lang="en-US" altLang="ko-KR" sz="900" dirty="0">
                      <a:latin typeface="+mn-ea"/>
                    </a:rPr>
                    <a:t>① - </a:t>
                  </a:r>
                  <a:r>
                    <a:rPr lang="ko-KR" altLang="en-US" sz="900" dirty="0">
                      <a:latin typeface="+mn-ea"/>
                    </a:rPr>
                    <a:t>메뉴중복 운영</a:t>
                  </a:r>
                  <a:endParaRPr sz="900" dirty="0">
                    <a:latin typeface="+mn-ea"/>
                  </a:endParaRPr>
                </a:p>
              </p:txBody>
            </p: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D01C1C7A-D399-FFF3-18DC-5073E1171475}"/>
                    </a:ext>
                  </a:extLst>
                </p:cNvPr>
                <p:cNvSpPr txBox="1"/>
                <p:nvPr/>
              </p:nvSpPr>
              <p:spPr>
                <a:xfrm>
                  <a:off x="10242074" y="2543647"/>
                  <a:ext cx="1371600" cy="19806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sz="850" dirty="0">
                      <a:latin typeface="+mn-ea"/>
                    </a:rPr>
                    <a:t>0</a:t>
                  </a:r>
                  <a:r>
                    <a:rPr lang="en-US" sz="850" dirty="0">
                      <a:latin typeface="+mn-ea"/>
                    </a:rPr>
                    <a:t>8</a:t>
                  </a:r>
                  <a:endParaRPr sz="850" dirty="0">
                    <a:latin typeface="+mn-ea"/>
                  </a:endParaRPr>
                </a:p>
              </p:txBody>
            </p:sp>
          </p:grpSp>
          <p:grpSp>
            <p:nvGrpSpPr>
              <p:cNvPr id="57" name="그룹 56">
                <a:extLst>
                  <a:ext uri="{FF2B5EF4-FFF2-40B4-BE49-F238E27FC236}">
                    <a16:creationId xmlns:a16="http://schemas.microsoft.com/office/drawing/2014/main" id="{ED2CA3C0-8DC7-74E6-3E10-3E593C8F8D17}"/>
                  </a:ext>
                </a:extLst>
              </p:cNvPr>
              <p:cNvGrpSpPr/>
              <p:nvPr/>
            </p:nvGrpSpPr>
            <p:grpSpPr>
              <a:xfrm>
                <a:off x="6219508" y="3123900"/>
                <a:ext cx="5415596" cy="233384"/>
                <a:chOff x="6198078" y="2547358"/>
                <a:chExt cx="5415596" cy="233384"/>
              </a:xfrm>
            </p:grpSpPr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83188249-B466-66A6-E42A-701E7390E8A0}"/>
                    </a:ext>
                  </a:extLst>
                </p:cNvPr>
                <p:cNvSpPr txBox="1"/>
                <p:nvPr/>
              </p:nvSpPr>
              <p:spPr>
                <a:xfrm>
                  <a:off x="6198078" y="2547358"/>
                  <a:ext cx="36576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en-US" sz="900" dirty="0">
                      <a:latin typeface="+mn-ea"/>
                    </a:rPr>
                    <a:t>6</a:t>
                  </a:r>
                  <a:r>
                    <a:rPr sz="900" dirty="0">
                      <a:latin typeface="+mn-ea"/>
                    </a:rPr>
                    <a:t>.</a:t>
                  </a:r>
                </a:p>
              </p:txBody>
            </p: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5CC62D46-30AA-EEA8-3792-DED553F7FBB5}"/>
                    </a:ext>
                  </a:extLst>
                </p:cNvPr>
                <p:cNvSpPr txBox="1"/>
                <p:nvPr/>
              </p:nvSpPr>
              <p:spPr>
                <a:xfrm>
                  <a:off x="6867526" y="2575850"/>
                  <a:ext cx="347472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sz="900" dirty="0">
                      <a:latin typeface="+mn-ea"/>
                    </a:rPr>
                    <a:t>ASIS </a:t>
                  </a:r>
                  <a:r>
                    <a:rPr lang="ko-KR" altLang="en-US" sz="900" dirty="0">
                      <a:latin typeface="+mn-ea"/>
                    </a:rPr>
                    <a:t>현황 ③ </a:t>
                  </a:r>
                  <a:r>
                    <a:rPr lang="en-US" altLang="ko-KR" sz="900" dirty="0">
                      <a:latin typeface="+mn-ea"/>
                    </a:rPr>
                    <a:t>- </a:t>
                  </a:r>
                  <a:r>
                    <a:rPr lang="ko-KR" altLang="en-US" sz="900" dirty="0">
                      <a:latin typeface="+mn-ea"/>
                    </a:rPr>
                    <a:t>알림 자동화 부족</a:t>
                  </a:r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ABD7DC46-FDC1-5066-4B1F-5043A8E2C9B8}"/>
                    </a:ext>
                  </a:extLst>
                </p:cNvPr>
                <p:cNvSpPr txBox="1"/>
                <p:nvPr/>
              </p:nvSpPr>
              <p:spPr>
                <a:xfrm>
                  <a:off x="10242074" y="2571828"/>
                  <a:ext cx="1371600" cy="1980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sz="850" dirty="0">
                      <a:latin typeface="+mn-ea"/>
                    </a:rPr>
                    <a:t>10</a:t>
                  </a:r>
                  <a:endParaRPr sz="850" dirty="0">
                    <a:latin typeface="+mn-ea"/>
                  </a:endParaRPr>
                </a:p>
              </p:txBody>
            </p:sp>
          </p:grpSp>
          <p:grpSp>
            <p:nvGrpSpPr>
              <p:cNvPr id="58" name="그룹 57">
                <a:extLst>
                  <a:ext uri="{FF2B5EF4-FFF2-40B4-BE49-F238E27FC236}">
                    <a16:creationId xmlns:a16="http://schemas.microsoft.com/office/drawing/2014/main" id="{61EAB46F-D39C-6A3E-7C5C-56AB9594AA9D}"/>
                  </a:ext>
                </a:extLst>
              </p:cNvPr>
              <p:cNvGrpSpPr/>
              <p:nvPr/>
            </p:nvGrpSpPr>
            <p:grpSpPr>
              <a:xfrm>
                <a:off x="6226176" y="3423777"/>
                <a:ext cx="5415596" cy="232586"/>
                <a:chOff x="6198078" y="2543647"/>
                <a:chExt cx="5415596" cy="232586"/>
              </a:xfrm>
            </p:grpSpPr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2228A1AC-EA63-375E-2FBC-F1D72795EAB8}"/>
                    </a:ext>
                  </a:extLst>
                </p:cNvPr>
                <p:cNvSpPr txBox="1"/>
                <p:nvPr/>
              </p:nvSpPr>
              <p:spPr>
                <a:xfrm>
                  <a:off x="6198078" y="2547358"/>
                  <a:ext cx="36576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en-US" sz="900" dirty="0">
                      <a:latin typeface="+mn-ea"/>
                    </a:rPr>
                    <a:t>8</a:t>
                  </a:r>
                  <a:r>
                    <a:rPr sz="900" dirty="0">
                      <a:latin typeface="+mn-ea"/>
                    </a:rPr>
                    <a:t>.</a:t>
                  </a:r>
                </a:p>
              </p:txBody>
            </p:sp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2E542952-063B-87A1-F680-0EEB6CCA49EB}"/>
                    </a:ext>
                  </a:extLst>
                </p:cNvPr>
                <p:cNvSpPr txBox="1"/>
                <p:nvPr/>
              </p:nvSpPr>
              <p:spPr>
                <a:xfrm>
                  <a:off x="6867526" y="2571341"/>
                  <a:ext cx="347472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ko-KR" altLang="en-US" sz="900" dirty="0">
                      <a:latin typeface="+mn-ea"/>
                    </a:rPr>
                    <a:t>개선방향 ② </a:t>
                  </a:r>
                  <a:r>
                    <a:rPr lang="en-US" altLang="ko-KR" sz="900" dirty="0">
                      <a:latin typeface="+mn-ea"/>
                    </a:rPr>
                    <a:t>- </a:t>
                  </a:r>
                  <a:r>
                    <a:rPr lang="ko-KR" altLang="en-US" sz="900" dirty="0">
                      <a:latin typeface="+mn-ea"/>
                    </a:rPr>
                    <a:t>알림 체계 고도화</a:t>
                  </a:r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F2AB9745-1DEF-5A07-9EE4-3C108896301E}"/>
                    </a:ext>
                  </a:extLst>
                </p:cNvPr>
                <p:cNvSpPr txBox="1"/>
                <p:nvPr/>
              </p:nvSpPr>
              <p:spPr>
                <a:xfrm>
                  <a:off x="10242074" y="2543647"/>
                  <a:ext cx="1371600" cy="1980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sz="850" dirty="0">
                      <a:latin typeface="+mn-ea"/>
                    </a:rPr>
                    <a:t>13</a:t>
                  </a:r>
                  <a:endParaRPr sz="850" dirty="0">
                    <a:latin typeface="+mn-ea"/>
                  </a:endParaRPr>
                </a:p>
              </p:txBody>
            </p:sp>
          </p:grpSp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22B71534-03CA-E0F3-4BA1-B45089B878B5}"/>
                  </a:ext>
                </a:extLst>
              </p:cNvPr>
              <p:cNvGrpSpPr/>
              <p:nvPr/>
            </p:nvGrpSpPr>
            <p:grpSpPr>
              <a:xfrm>
                <a:off x="6219508" y="3702527"/>
                <a:ext cx="5415596" cy="243530"/>
                <a:chOff x="6198078" y="2547358"/>
                <a:chExt cx="5415596" cy="243530"/>
              </a:xfrm>
            </p:grpSpPr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7EB01A2A-FF34-A30E-6338-A7BAD6EB5685}"/>
                    </a:ext>
                  </a:extLst>
                </p:cNvPr>
                <p:cNvSpPr txBox="1"/>
                <p:nvPr/>
              </p:nvSpPr>
              <p:spPr>
                <a:xfrm>
                  <a:off x="6198078" y="2547358"/>
                  <a:ext cx="36576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en-US" sz="900" dirty="0">
                      <a:latin typeface="+mn-ea"/>
                    </a:rPr>
                    <a:t>10</a:t>
                  </a:r>
                  <a:r>
                    <a:rPr sz="900" dirty="0">
                      <a:latin typeface="+mn-ea"/>
                    </a:rPr>
                    <a:t>.</a:t>
                  </a:r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5EF4BFAF-1ADD-9A8C-E1FF-A800ADF96904}"/>
                    </a:ext>
                  </a:extLst>
                </p:cNvPr>
                <p:cNvSpPr txBox="1"/>
                <p:nvPr/>
              </p:nvSpPr>
              <p:spPr>
                <a:xfrm>
                  <a:off x="6867526" y="2585996"/>
                  <a:ext cx="347472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ko-KR" altLang="en-US" sz="900" dirty="0">
                      <a:latin typeface="+mn-ea"/>
                    </a:rPr>
                    <a:t>메뉴 구조 개편안</a:t>
                  </a:r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61C39C59-0C8D-466F-5F41-C9C61BBCE086}"/>
                    </a:ext>
                  </a:extLst>
                </p:cNvPr>
                <p:cNvSpPr txBox="1"/>
                <p:nvPr/>
              </p:nvSpPr>
              <p:spPr>
                <a:xfrm>
                  <a:off x="10242074" y="2566192"/>
                  <a:ext cx="1371600" cy="19806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sz="850" dirty="0">
                      <a:latin typeface="+mn-ea"/>
                    </a:rPr>
                    <a:t>16</a:t>
                  </a:r>
                  <a:endParaRPr sz="850" dirty="0">
                    <a:latin typeface="+mn-ea"/>
                  </a:endParaRPr>
                </a:p>
              </p:txBody>
            </p:sp>
          </p:grpSp>
          <p:grpSp>
            <p:nvGrpSpPr>
              <p:cNvPr id="60" name="그룹 59">
                <a:extLst>
                  <a:ext uri="{FF2B5EF4-FFF2-40B4-BE49-F238E27FC236}">
                    <a16:creationId xmlns:a16="http://schemas.microsoft.com/office/drawing/2014/main" id="{79FDF355-2224-CFFF-04D8-EE98664BEDA1}"/>
                  </a:ext>
                </a:extLst>
              </p:cNvPr>
              <p:cNvGrpSpPr/>
              <p:nvPr/>
            </p:nvGrpSpPr>
            <p:grpSpPr>
              <a:xfrm>
                <a:off x="6219508" y="4015565"/>
                <a:ext cx="5415596" cy="222111"/>
                <a:chOff x="6198078" y="2547358"/>
                <a:chExt cx="5415596" cy="222111"/>
              </a:xfrm>
            </p:grpSpPr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5FC406CB-AF3D-7E7E-E5E5-C92F48550B19}"/>
                    </a:ext>
                  </a:extLst>
                </p:cNvPr>
                <p:cNvSpPr txBox="1"/>
                <p:nvPr/>
              </p:nvSpPr>
              <p:spPr>
                <a:xfrm>
                  <a:off x="6198078" y="2547358"/>
                  <a:ext cx="36576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en-US" sz="900" dirty="0">
                      <a:latin typeface="+mn-ea"/>
                    </a:rPr>
                    <a:t>12</a:t>
                  </a:r>
                  <a:r>
                    <a:rPr sz="900" dirty="0">
                      <a:latin typeface="+mn-ea"/>
                    </a:rPr>
                    <a:t>.</a:t>
                  </a:r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7EB1162A-AC39-43CE-D07E-4D2A4236104E}"/>
                    </a:ext>
                  </a:extLst>
                </p:cNvPr>
                <p:cNvSpPr txBox="1"/>
                <p:nvPr/>
              </p:nvSpPr>
              <p:spPr>
                <a:xfrm>
                  <a:off x="6867526" y="2564577"/>
                  <a:ext cx="347472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ko-KR" altLang="en-US" sz="900" dirty="0">
                      <a:latin typeface="+mn-ea"/>
                    </a:rPr>
                    <a:t>주요 화면 설계 – 자료요청</a:t>
                  </a: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554C0664-AC1D-8F25-99E5-956DD15D41B3}"/>
                    </a:ext>
                  </a:extLst>
                </p:cNvPr>
                <p:cNvSpPr txBox="1"/>
                <p:nvPr/>
              </p:nvSpPr>
              <p:spPr>
                <a:xfrm>
                  <a:off x="10242074" y="2566192"/>
                  <a:ext cx="1371600" cy="19806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sz="850" dirty="0">
                      <a:latin typeface="+mn-ea"/>
                    </a:rPr>
                    <a:t> </a:t>
                  </a:r>
                  <a:r>
                    <a:rPr lang="en-US" sz="850" dirty="0">
                      <a:latin typeface="+mn-ea"/>
                    </a:rPr>
                    <a:t>26</a:t>
                  </a:r>
                  <a:endParaRPr sz="850" dirty="0">
                    <a:latin typeface="+mn-ea"/>
                  </a:endParaRPr>
                </a:p>
              </p:txBody>
            </p:sp>
          </p:grpSp>
          <p:grpSp>
            <p:nvGrpSpPr>
              <p:cNvPr id="61" name="그룹 60">
                <a:extLst>
                  <a:ext uri="{FF2B5EF4-FFF2-40B4-BE49-F238E27FC236}">
                    <a16:creationId xmlns:a16="http://schemas.microsoft.com/office/drawing/2014/main" id="{A231B8BF-DF1E-A75E-ADC1-6872A03E1F92}"/>
                  </a:ext>
                </a:extLst>
              </p:cNvPr>
              <p:cNvGrpSpPr/>
              <p:nvPr/>
            </p:nvGrpSpPr>
            <p:grpSpPr>
              <a:xfrm>
                <a:off x="6219508" y="4294533"/>
                <a:ext cx="5415596" cy="240148"/>
                <a:chOff x="6198078" y="2547358"/>
                <a:chExt cx="5415596" cy="240148"/>
              </a:xfrm>
            </p:grpSpPr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65BF69FF-D2A7-3F3C-49B8-F883F026479B}"/>
                    </a:ext>
                  </a:extLst>
                </p:cNvPr>
                <p:cNvSpPr txBox="1"/>
                <p:nvPr/>
              </p:nvSpPr>
              <p:spPr>
                <a:xfrm>
                  <a:off x="6198078" y="2547358"/>
                  <a:ext cx="36576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en-US" sz="900" dirty="0">
                      <a:latin typeface="+mn-ea"/>
                    </a:rPr>
                    <a:t>14</a:t>
                  </a:r>
                  <a:r>
                    <a:rPr sz="900" dirty="0">
                      <a:latin typeface="+mn-ea"/>
                    </a:rPr>
                    <a:t>.</a:t>
                  </a: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6F0613F8-2A5E-6925-D14D-42B021B364BB}"/>
                    </a:ext>
                  </a:extLst>
                </p:cNvPr>
                <p:cNvSpPr txBox="1"/>
                <p:nvPr/>
              </p:nvSpPr>
              <p:spPr>
                <a:xfrm>
                  <a:off x="6867526" y="2582614"/>
                  <a:ext cx="3474720" cy="204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ko-KR" altLang="en-US" sz="900" dirty="0">
                      <a:latin typeface="+mn-ea"/>
                    </a:rPr>
                    <a:t>주요 화면 설계 </a:t>
                  </a:r>
                  <a:r>
                    <a:rPr lang="en-US" altLang="ko-KR" sz="900" dirty="0">
                      <a:latin typeface="+mn-ea"/>
                    </a:rPr>
                    <a:t>– </a:t>
                  </a:r>
                  <a:r>
                    <a:rPr lang="ko-KR" altLang="en-US" sz="900" dirty="0" err="1">
                      <a:latin typeface="+mn-ea"/>
                    </a:rPr>
                    <a:t>마이페이지</a:t>
                  </a:r>
                  <a:r>
                    <a:rPr lang="ko-KR" altLang="en-US" sz="900" dirty="0">
                      <a:latin typeface="+mn-ea"/>
                    </a:rPr>
                    <a:t> </a:t>
                  </a:r>
                  <a:r>
                    <a:rPr lang="en-US" altLang="ko-KR" sz="900" dirty="0">
                      <a:latin typeface="+mn-ea"/>
                    </a:rPr>
                    <a:t>&gt; </a:t>
                  </a:r>
                  <a:r>
                    <a:rPr lang="ko-KR" altLang="en-US" sz="900" dirty="0">
                      <a:latin typeface="+mn-ea"/>
                    </a:rPr>
                    <a:t>권한신청</a:t>
                  </a:r>
                </a:p>
              </p:txBody>
            </p: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2DA4B81E-3B53-B8E8-5974-67249DC98AF8}"/>
                    </a:ext>
                  </a:extLst>
                </p:cNvPr>
                <p:cNvSpPr txBox="1"/>
                <p:nvPr/>
              </p:nvSpPr>
              <p:spPr>
                <a:xfrm>
                  <a:off x="10242074" y="2566192"/>
                  <a:ext cx="1371600" cy="19806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sz="850" dirty="0" err="1">
                      <a:latin typeface="+mn-ea"/>
                    </a:rPr>
                    <a:t>슬라이드</a:t>
                  </a:r>
                  <a:r>
                    <a:rPr sz="850" dirty="0">
                      <a:latin typeface="+mn-ea"/>
                    </a:rPr>
                    <a:t> </a:t>
                  </a:r>
                  <a:r>
                    <a:rPr lang="en-US" sz="850" dirty="0">
                      <a:latin typeface="+mn-ea"/>
                    </a:rPr>
                    <a:t>28</a:t>
                  </a:r>
                  <a:endParaRPr sz="850" dirty="0">
                    <a:latin typeface="+mn-ea"/>
                  </a:endParaRPr>
                </a:p>
              </p:txBody>
            </p:sp>
          </p:grpSp>
        </p:grp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65BF69FF-D2A7-3F3C-49B8-F883F026479B}"/>
                </a:ext>
              </a:extLst>
            </p:cNvPr>
            <p:cNvSpPr txBox="1"/>
            <p:nvPr/>
          </p:nvSpPr>
          <p:spPr>
            <a:xfrm>
              <a:off x="6253633" y="5298125"/>
              <a:ext cx="37819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900" dirty="0">
                  <a:latin typeface="+mn-ea"/>
                </a:rPr>
                <a:t>16</a:t>
              </a:r>
              <a:r>
                <a:rPr sz="900" dirty="0">
                  <a:latin typeface="+mn-ea"/>
                </a:rPr>
                <a:t>.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6F0613F8-2A5E-6925-D14D-42B021B364BB}"/>
                </a:ext>
              </a:extLst>
            </p:cNvPr>
            <p:cNvSpPr txBox="1"/>
            <p:nvPr/>
          </p:nvSpPr>
          <p:spPr>
            <a:xfrm>
              <a:off x="6945835" y="5312444"/>
              <a:ext cx="3592825" cy="2308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900" dirty="0">
                  <a:latin typeface="+mn-ea"/>
                </a:rPr>
                <a:t>주요 화면 설계 </a:t>
              </a:r>
              <a:r>
                <a:rPr lang="en-US" altLang="ko-KR" sz="900" dirty="0">
                  <a:latin typeface="+mn-ea"/>
                </a:rPr>
                <a:t>- </a:t>
              </a:r>
              <a:r>
                <a:rPr lang="ko-KR" altLang="en-US" sz="900" dirty="0">
                  <a:latin typeface="+mn-ea"/>
                </a:rPr>
                <a:t>업무캘린더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2DA4B81E-3B53-B8E8-5974-67249DC98AF8}"/>
                </a:ext>
              </a:extLst>
            </p:cNvPr>
            <p:cNvSpPr txBox="1"/>
            <p:nvPr/>
          </p:nvSpPr>
          <p:spPr>
            <a:xfrm>
              <a:off x="10435084" y="5312994"/>
              <a:ext cx="1418220" cy="2231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sz="850" dirty="0" err="1">
                  <a:latin typeface="+mn-ea"/>
                </a:rPr>
                <a:t>슬라이드</a:t>
              </a:r>
              <a:r>
                <a:rPr sz="850" dirty="0">
                  <a:latin typeface="+mn-ea"/>
                </a:rPr>
                <a:t> </a:t>
              </a:r>
              <a:r>
                <a:rPr lang="en-US" sz="850" dirty="0">
                  <a:latin typeface="+mn-ea"/>
                </a:rPr>
                <a:t>31</a:t>
              </a:r>
              <a:endParaRPr sz="850" dirty="0">
                <a:latin typeface="+mn-ea"/>
              </a:endParaRPr>
            </a:p>
          </p:txBody>
        </p:sp>
        <p:grpSp>
          <p:nvGrpSpPr>
            <p:cNvPr id="14" name="그룹 13"/>
            <p:cNvGrpSpPr/>
            <p:nvPr/>
          </p:nvGrpSpPr>
          <p:grpSpPr>
            <a:xfrm>
              <a:off x="294963" y="5599879"/>
              <a:ext cx="5796770" cy="288447"/>
              <a:chOff x="294963" y="5599879"/>
              <a:chExt cx="5796770" cy="288447"/>
            </a:xfrm>
          </p:grpSpPr>
          <p:sp>
            <p:nvSpPr>
              <p:cNvPr id="130" name="Rectangle 83">
                <a:extLst>
                  <a:ext uri="{FF2B5EF4-FFF2-40B4-BE49-F238E27FC236}">
                    <a16:creationId xmlns:a16="http://schemas.microsoft.com/office/drawing/2014/main" id="{8B62FEB8-92F2-4B1C-5095-EAAA3CF24816}"/>
                  </a:ext>
                </a:extLst>
              </p:cNvPr>
              <p:cNvSpPr/>
              <p:nvPr/>
            </p:nvSpPr>
            <p:spPr>
              <a:xfrm>
                <a:off x="294963" y="5599879"/>
                <a:ext cx="5796770" cy="2884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972F6126-55DD-2A51-CDEA-4DF42A7C42D2}"/>
                  </a:ext>
                </a:extLst>
              </p:cNvPr>
              <p:cNvSpPr txBox="1"/>
              <p:nvPr/>
            </p:nvSpPr>
            <p:spPr>
              <a:xfrm>
                <a:off x="380121" y="5611828"/>
                <a:ext cx="378192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900" dirty="0">
                    <a:latin typeface="+mn-ea"/>
                  </a:rPr>
                  <a:t>17</a:t>
                </a:r>
                <a:r>
                  <a:rPr sz="900" dirty="0">
                    <a:latin typeface="+mn-ea"/>
                  </a:rPr>
                  <a:t>.</a:t>
                </a:r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63585FF3-80C8-5D37-E738-2A39687A48CA}"/>
                  </a:ext>
                </a:extLst>
              </p:cNvPr>
              <p:cNvSpPr txBox="1"/>
              <p:nvPr/>
            </p:nvSpPr>
            <p:spPr>
              <a:xfrm>
                <a:off x="1072323" y="5628687"/>
                <a:ext cx="3592825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ko-KR" altLang="en-US" sz="900" dirty="0">
                    <a:latin typeface="+mn-ea"/>
                  </a:rPr>
                  <a:t>별책 </a:t>
                </a:r>
                <a:r>
                  <a:rPr lang="en-US" altLang="ko-KR" sz="900" dirty="0">
                    <a:latin typeface="+mn-ea"/>
                  </a:rPr>
                  <a:t>– </a:t>
                </a:r>
                <a:r>
                  <a:rPr lang="ko-KR" altLang="en-US" sz="900" dirty="0">
                    <a:latin typeface="+mn-ea"/>
                  </a:rPr>
                  <a:t>화면 및 컴포넌트 개선안</a:t>
                </a:r>
                <a:r>
                  <a:rPr lang="en-US" altLang="ko-KR" sz="900" dirty="0">
                    <a:latin typeface="+mn-ea"/>
                  </a:rPr>
                  <a:t>(UI</a:t>
                </a:r>
                <a:r>
                  <a:rPr lang="ko-KR" altLang="en-US" sz="900" dirty="0">
                    <a:latin typeface="+mn-ea"/>
                  </a:rPr>
                  <a:t>개선</a:t>
                </a:r>
                <a:r>
                  <a:rPr lang="en-US" altLang="ko-KR" sz="900" dirty="0">
                    <a:latin typeface="+mn-ea"/>
                  </a:rPr>
                  <a:t>)</a:t>
                </a:r>
                <a:endParaRPr sz="900" dirty="0">
                  <a:latin typeface="+mn-ea"/>
                </a:endParaRP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003BFE10-3237-9770-B676-A84298E01F1D}"/>
                  </a:ext>
                </a:extLst>
              </p:cNvPr>
              <p:cNvSpPr txBox="1"/>
              <p:nvPr/>
            </p:nvSpPr>
            <p:spPr>
              <a:xfrm>
                <a:off x="4561572" y="5626697"/>
                <a:ext cx="1418220" cy="2231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sz="850" dirty="0" err="1">
                    <a:latin typeface="+mn-ea"/>
                  </a:rPr>
                  <a:t>슬라이드</a:t>
                </a:r>
                <a:r>
                  <a:rPr sz="850" dirty="0">
                    <a:latin typeface="+mn-ea"/>
                  </a:rPr>
                  <a:t> </a:t>
                </a:r>
                <a:r>
                  <a:rPr lang="en-US" sz="850" dirty="0">
                    <a:latin typeface="+mn-ea"/>
                  </a:rPr>
                  <a:t>32</a:t>
                </a:r>
                <a:endParaRPr sz="850" dirty="0">
                  <a:latin typeface="+mn-ea"/>
                </a:endParaRPr>
              </a:p>
            </p:txBody>
          </p:sp>
        </p:grpSp>
        <p:grpSp>
          <p:nvGrpSpPr>
            <p:cNvPr id="131" name="그룹 130"/>
            <p:cNvGrpSpPr/>
            <p:nvPr/>
          </p:nvGrpSpPr>
          <p:grpSpPr>
            <a:xfrm>
              <a:off x="289608" y="5923320"/>
              <a:ext cx="5796770" cy="288447"/>
              <a:chOff x="288613" y="5599879"/>
              <a:chExt cx="5796770" cy="288447"/>
            </a:xfrm>
          </p:grpSpPr>
          <p:sp>
            <p:nvSpPr>
              <p:cNvPr id="132" name="Rectangle 83">
                <a:extLst>
                  <a:ext uri="{FF2B5EF4-FFF2-40B4-BE49-F238E27FC236}">
                    <a16:creationId xmlns:a16="http://schemas.microsoft.com/office/drawing/2014/main" id="{8B62FEB8-92F2-4B1C-5095-EAAA3CF24816}"/>
                  </a:ext>
                </a:extLst>
              </p:cNvPr>
              <p:cNvSpPr/>
              <p:nvPr/>
            </p:nvSpPr>
            <p:spPr>
              <a:xfrm>
                <a:off x="288613" y="5599879"/>
                <a:ext cx="5796770" cy="288447"/>
              </a:xfrm>
              <a:prstGeom prst="rect">
                <a:avLst/>
              </a:prstGeom>
              <a:solidFill>
                <a:schemeClr val="bg1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972F6126-55DD-2A51-CDEA-4DF42A7C42D2}"/>
                  </a:ext>
                </a:extLst>
              </p:cNvPr>
              <p:cNvSpPr txBox="1"/>
              <p:nvPr/>
            </p:nvSpPr>
            <p:spPr>
              <a:xfrm>
                <a:off x="380121" y="5611828"/>
                <a:ext cx="378192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900" dirty="0">
                    <a:latin typeface="+mn-ea"/>
                  </a:rPr>
                  <a:t>19</a:t>
                </a:r>
                <a:r>
                  <a:rPr sz="900" dirty="0">
                    <a:latin typeface="+mn-ea"/>
                  </a:rPr>
                  <a:t>.</a:t>
                </a: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63585FF3-80C8-5D37-E738-2A39687A48CA}"/>
                  </a:ext>
                </a:extLst>
              </p:cNvPr>
              <p:cNvSpPr txBox="1"/>
              <p:nvPr/>
            </p:nvSpPr>
            <p:spPr>
              <a:xfrm>
                <a:off x="1072323" y="5628687"/>
                <a:ext cx="3592825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900" dirty="0">
                    <a:latin typeface="+mn-ea"/>
                  </a:rPr>
                  <a:t>(UI</a:t>
                </a:r>
                <a:r>
                  <a:rPr lang="ko-KR" altLang="en-US" sz="900" dirty="0">
                    <a:latin typeface="+mn-ea"/>
                  </a:rPr>
                  <a:t>개선안</a:t>
                </a:r>
                <a:r>
                  <a:rPr lang="en-US" altLang="ko-KR" sz="900" dirty="0">
                    <a:latin typeface="+mn-ea"/>
                  </a:rPr>
                  <a:t>) </a:t>
                </a:r>
                <a:r>
                  <a:rPr lang="ko-KR" altLang="en-US" sz="900" dirty="0">
                    <a:latin typeface="+mn-ea"/>
                  </a:rPr>
                  <a:t>디지털채널지원 </a:t>
                </a:r>
                <a:r>
                  <a:rPr lang="en-US" altLang="ko-KR" sz="900" dirty="0">
                    <a:latin typeface="+mn-ea"/>
                  </a:rPr>
                  <a:t>&gt; </a:t>
                </a:r>
                <a:r>
                  <a:rPr lang="ko-KR" altLang="en-US" sz="900" dirty="0">
                    <a:latin typeface="+mn-ea"/>
                  </a:rPr>
                  <a:t>디지털 </a:t>
                </a:r>
                <a:r>
                  <a:rPr lang="ko-KR" altLang="en-US" sz="900" dirty="0" err="1">
                    <a:latin typeface="+mn-ea"/>
                  </a:rPr>
                  <a:t>콘텐츠</a:t>
                </a:r>
                <a:r>
                  <a:rPr lang="ko-KR" altLang="en-US" sz="900" dirty="0">
                    <a:latin typeface="+mn-ea"/>
                  </a:rPr>
                  <a:t> 계획</a:t>
                </a:r>
                <a:endParaRPr sz="900" dirty="0">
                  <a:latin typeface="+mn-ea"/>
                </a:endParaRP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003BFE10-3237-9770-B676-A84298E01F1D}"/>
                  </a:ext>
                </a:extLst>
              </p:cNvPr>
              <p:cNvSpPr txBox="1"/>
              <p:nvPr/>
            </p:nvSpPr>
            <p:spPr>
              <a:xfrm>
                <a:off x="4561572" y="5626697"/>
                <a:ext cx="1418220" cy="2231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sz="850" dirty="0" err="1">
                    <a:latin typeface="+mn-ea"/>
                  </a:rPr>
                  <a:t>슬라이드</a:t>
                </a:r>
                <a:r>
                  <a:rPr sz="850" dirty="0">
                    <a:latin typeface="+mn-ea"/>
                  </a:rPr>
                  <a:t> </a:t>
                </a:r>
                <a:r>
                  <a:rPr lang="en-US" sz="850" dirty="0">
                    <a:latin typeface="+mn-ea"/>
                  </a:rPr>
                  <a:t>34</a:t>
                </a:r>
                <a:endParaRPr sz="850" dirty="0">
                  <a:latin typeface="+mn-ea"/>
                </a:endParaRPr>
              </a:p>
            </p:txBody>
          </p:sp>
        </p:grpSp>
        <p:grpSp>
          <p:nvGrpSpPr>
            <p:cNvPr id="136" name="그룹 135"/>
            <p:cNvGrpSpPr/>
            <p:nvPr/>
          </p:nvGrpSpPr>
          <p:grpSpPr>
            <a:xfrm>
              <a:off x="6143325" y="5608055"/>
              <a:ext cx="5796770" cy="288447"/>
              <a:chOff x="288613" y="5599879"/>
              <a:chExt cx="5796770" cy="288447"/>
            </a:xfrm>
          </p:grpSpPr>
          <p:sp>
            <p:nvSpPr>
              <p:cNvPr id="137" name="Rectangle 83">
                <a:extLst>
                  <a:ext uri="{FF2B5EF4-FFF2-40B4-BE49-F238E27FC236}">
                    <a16:creationId xmlns:a16="http://schemas.microsoft.com/office/drawing/2014/main" id="{8B62FEB8-92F2-4B1C-5095-EAAA3CF24816}"/>
                  </a:ext>
                </a:extLst>
              </p:cNvPr>
              <p:cNvSpPr/>
              <p:nvPr/>
            </p:nvSpPr>
            <p:spPr>
              <a:xfrm>
                <a:off x="288613" y="5599879"/>
                <a:ext cx="5796770" cy="2884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972F6126-55DD-2A51-CDEA-4DF42A7C42D2}"/>
                  </a:ext>
                </a:extLst>
              </p:cNvPr>
              <p:cNvSpPr txBox="1"/>
              <p:nvPr/>
            </p:nvSpPr>
            <p:spPr>
              <a:xfrm>
                <a:off x="380121" y="5611828"/>
                <a:ext cx="378192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900" dirty="0">
                    <a:latin typeface="+mn-ea"/>
                  </a:rPr>
                  <a:t>18</a:t>
                </a:r>
                <a:r>
                  <a:rPr sz="900" dirty="0">
                    <a:latin typeface="+mn-ea"/>
                  </a:rPr>
                  <a:t>.</a:t>
                </a:r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63585FF3-80C8-5D37-E738-2A39687A48CA}"/>
                  </a:ext>
                </a:extLst>
              </p:cNvPr>
              <p:cNvSpPr txBox="1"/>
              <p:nvPr/>
            </p:nvSpPr>
            <p:spPr>
              <a:xfrm>
                <a:off x="1085023" y="5628687"/>
                <a:ext cx="3592825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altLang="ko-KR" sz="900" dirty="0">
                    <a:latin typeface="+mn-ea"/>
                  </a:rPr>
                  <a:t>(UI</a:t>
                </a:r>
                <a:r>
                  <a:rPr lang="ko-KR" altLang="en-US" sz="900" dirty="0">
                    <a:latin typeface="+mn-ea"/>
                  </a:rPr>
                  <a:t>개선안</a:t>
                </a:r>
                <a:r>
                  <a:rPr lang="en-US" altLang="ko-KR" sz="900" dirty="0">
                    <a:latin typeface="+mn-ea"/>
                  </a:rPr>
                  <a:t>) </a:t>
                </a:r>
                <a:r>
                  <a:rPr lang="ko-KR" altLang="en-US" sz="900" dirty="0">
                    <a:latin typeface="+mn-ea"/>
                  </a:rPr>
                  <a:t>매체협업 </a:t>
                </a:r>
                <a:r>
                  <a:rPr lang="en-US" altLang="ko-KR" sz="900" dirty="0">
                    <a:latin typeface="+mn-ea"/>
                  </a:rPr>
                  <a:t>&gt; </a:t>
                </a:r>
                <a:r>
                  <a:rPr lang="ko-KR" altLang="en-US" sz="900" dirty="0">
                    <a:latin typeface="+mn-ea"/>
                  </a:rPr>
                  <a:t>게재실적</a:t>
                </a:r>
                <a:endParaRPr sz="900" dirty="0">
                  <a:latin typeface="+mn-ea"/>
                </a:endParaRP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003BFE10-3237-9770-B676-A84298E01F1D}"/>
                  </a:ext>
                </a:extLst>
              </p:cNvPr>
              <p:cNvSpPr txBox="1"/>
              <p:nvPr/>
            </p:nvSpPr>
            <p:spPr>
              <a:xfrm>
                <a:off x="4561572" y="5626697"/>
                <a:ext cx="1418220" cy="2231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sz="850" dirty="0" err="1">
                    <a:latin typeface="+mn-ea"/>
                  </a:rPr>
                  <a:t>슬라이드</a:t>
                </a:r>
                <a:r>
                  <a:rPr sz="850" dirty="0">
                    <a:latin typeface="+mn-ea"/>
                  </a:rPr>
                  <a:t> </a:t>
                </a:r>
                <a:r>
                  <a:rPr lang="en-US" sz="850" dirty="0">
                    <a:latin typeface="+mn-ea"/>
                  </a:rPr>
                  <a:t>33</a:t>
                </a:r>
                <a:endParaRPr sz="850" dirty="0">
                  <a:latin typeface="+mn-ea"/>
                </a:endParaRPr>
              </a:p>
            </p:txBody>
          </p:sp>
        </p:grpSp>
        <p:grpSp>
          <p:nvGrpSpPr>
            <p:cNvPr id="141" name="그룹 140"/>
            <p:cNvGrpSpPr/>
            <p:nvPr/>
          </p:nvGrpSpPr>
          <p:grpSpPr>
            <a:xfrm>
              <a:off x="6139771" y="5923320"/>
              <a:ext cx="5796770" cy="288447"/>
              <a:chOff x="288613" y="5599879"/>
              <a:chExt cx="5796770" cy="288447"/>
            </a:xfrm>
          </p:grpSpPr>
          <p:sp>
            <p:nvSpPr>
              <p:cNvPr id="142" name="Rectangle 83">
                <a:extLst>
                  <a:ext uri="{FF2B5EF4-FFF2-40B4-BE49-F238E27FC236}">
                    <a16:creationId xmlns:a16="http://schemas.microsoft.com/office/drawing/2014/main" id="{8B62FEB8-92F2-4B1C-5095-EAAA3CF24816}"/>
                  </a:ext>
                </a:extLst>
              </p:cNvPr>
              <p:cNvSpPr/>
              <p:nvPr/>
            </p:nvSpPr>
            <p:spPr>
              <a:xfrm>
                <a:off x="288613" y="5599879"/>
                <a:ext cx="5796770" cy="288447"/>
              </a:xfrm>
              <a:prstGeom prst="rect">
                <a:avLst/>
              </a:prstGeom>
              <a:solidFill>
                <a:schemeClr val="bg1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972F6126-55DD-2A51-CDEA-4DF42A7C42D2}"/>
                  </a:ext>
                </a:extLst>
              </p:cNvPr>
              <p:cNvSpPr txBox="1"/>
              <p:nvPr/>
            </p:nvSpPr>
            <p:spPr>
              <a:xfrm>
                <a:off x="380121" y="5611828"/>
                <a:ext cx="378192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900" dirty="0">
                    <a:latin typeface="+mn-ea"/>
                  </a:rPr>
                  <a:t>20</a:t>
                </a:r>
                <a:r>
                  <a:rPr sz="900" dirty="0">
                    <a:latin typeface="+mn-ea"/>
                  </a:rPr>
                  <a:t>.</a:t>
                </a: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63585FF3-80C8-5D37-E738-2A39687A48CA}"/>
                  </a:ext>
                </a:extLst>
              </p:cNvPr>
              <p:cNvSpPr txBox="1"/>
              <p:nvPr/>
            </p:nvSpPr>
            <p:spPr>
              <a:xfrm>
                <a:off x="1078673" y="5628687"/>
                <a:ext cx="3592825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900" dirty="0">
                    <a:latin typeface="+mn-ea"/>
                  </a:rPr>
                  <a:t>(UI</a:t>
                </a:r>
                <a:r>
                  <a:rPr lang="ko-KR" altLang="en-US" sz="900" dirty="0">
                    <a:latin typeface="+mn-ea"/>
                  </a:rPr>
                  <a:t>개선안</a:t>
                </a:r>
                <a:r>
                  <a:rPr lang="en-US" altLang="ko-KR" sz="900" dirty="0">
                    <a:latin typeface="+mn-ea"/>
                  </a:rPr>
                  <a:t>) </a:t>
                </a:r>
                <a:r>
                  <a:rPr lang="ko-KR" altLang="en-US" sz="900" dirty="0">
                    <a:latin typeface="+mn-ea"/>
                  </a:rPr>
                  <a:t>스튜디오 </a:t>
                </a:r>
                <a:r>
                  <a:rPr lang="en-US" altLang="ko-KR" sz="900" dirty="0">
                    <a:latin typeface="+mn-ea"/>
                  </a:rPr>
                  <a:t>&gt; </a:t>
                </a:r>
                <a:r>
                  <a:rPr lang="ko-KR" altLang="en-US" sz="900" dirty="0">
                    <a:latin typeface="+mn-ea"/>
                  </a:rPr>
                  <a:t>스튜디오</a:t>
                </a:r>
                <a:r>
                  <a:rPr lang="en-US" altLang="ko-KR" sz="900" dirty="0">
                    <a:latin typeface="+mn-ea"/>
                  </a:rPr>
                  <a:t> </a:t>
                </a:r>
                <a:r>
                  <a:rPr lang="ko-KR" altLang="en-US" sz="900" dirty="0">
                    <a:latin typeface="+mn-ea"/>
                  </a:rPr>
                  <a:t>예약</a:t>
                </a:r>
                <a:r>
                  <a:rPr lang="en-US" altLang="ko-KR" sz="900" dirty="0">
                    <a:latin typeface="+mn-ea"/>
                  </a:rPr>
                  <a:t>(</a:t>
                </a:r>
                <a:r>
                  <a:rPr lang="ko-KR" altLang="en-US" sz="900" dirty="0">
                    <a:latin typeface="+mn-ea"/>
                  </a:rPr>
                  <a:t>변경</a:t>
                </a:r>
                <a:r>
                  <a:rPr lang="en-US" altLang="ko-KR" sz="900" dirty="0">
                    <a:latin typeface="+mn-ea"/>
                  </a:rPr>
                  <a:t>)</a:t>
                </a:r>
                <a:endParaRPr lang="ko-KR" altLang="en-US" sz="900" dirty="0">
                  <a:latin typeface="+mn-ea"/>
                </a:endParaRPr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003BFE10-3237-9770-B676-A84298E01F1D}"/>
                  </a:ext>
                </a:extLst>
              </p:cNvPr>
              <p:cNvSpPr txBox="1"/>
              <p:nvPr/>
            </p:nvSpPr>
            <p:spPr>
              <a:xfrm>
                <a:off x="4561572" y="5626697"/>
                <a:ext cx="1418220" cy="2231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sz="850" dirty="0" err="1">
                    <a:latin typeface="+mn-ea"/>
                  </a:rPr>
                  <a:t>슬라이드</a:t>
                </a:r>
                <a:r>
                  <a:rPr sz="850" dirty="0">
                    <a:latin typeface="+mn-ea"/>
                  </a:rPr>
                  <a:t> </a:t>
                </a:r>
                <a:r>
                  <a:rPr lang="en-US" sz="850" dirty="0">
                    <a:latin typeface="+mn-ea"/>
                  </a:rPr>
                  <a:t>35</a:t>
                </a:r>
                <a:endParaRPr sz="850" dirty="0">
                  <a:latin typeface="+mn-ea"/>
                </a:endParaRPr>
              </a:p>
            </p:txBody>
          </p:sp>
        </p:grpSp>
        <p:grpSp>
          <p:nvGrpSpPr>
            <p:cNvPr id="146" name="그룹 145"/>
            <p:cNvGrpSpPr/>
            <p:nvPr/>
          </p:nvGrpSpPr>
          <p:grpSpPr>
            <a:xfrm>
              <a:off x="288616" y="6238994"/>
              <a:ext cx="5796770" cy="288447"/>
              <a:chOff x="288613" y="5599879"/>
              <a:chExt cx="5796770" cy="288447"/>
            </a:xfrm>
          </p:grpSpPr>
          <p:sp>
            <p:nvSpPr>
              <p:cNvPr id="147" name="Rectangle 83">
                <a:extLst>
                  <a:ext uri="{FF2B5EF4-FFF2-40B4-BE49-F238E27FC236}">
                    <a16:creationId xmlns:a16="http://schemas.microsoft.com/office/drawing/2014/main" id="{8B62FEB8-92F2-4B1C-5095-EAAA3CF24816}"/>
                  </a:ext>
                </a:extLst>
              </p:cNvPr>
              <p:cNvSpPr/>
              <p:nvPr/>
            </p:nvSpPr>
            <p:spPr>
              <a:xfrm>
                <a:off x="288613" y="5599879"/>
                <a:ext cx="5796770" cy="2884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972F6126-55DD-2A51-CDEA-4DF42A7C42D2}"/>
                  </a:ext>
                </a:extLst>
              </p:cNvPr>
              <p:cNvSpPr txBox="1"/>
              <p:nvPr/>
            </p:nvSpPr>
            <p:spPr>
              <a:xfrm>
                <a:off x="380121" y="5611828"/>
                <a:ext cx="378192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900" dirty="0">
                    <a:latin typeface="+mn-ea"/>
                  </a:rPr>
                  <a:t>21</a:t>
                </a:r>
                <a:r>
                  <a:rPr sz="900" dirty="0">
                    <a:latin typeface="+mn-ea"/>
                  </a:rPr>
                  <a:t>.</a:t>
                </a: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63585FF3-80C8-5D37-E738-2A39687A48CA}"/>
                  </a:ext>
                </a:extLst>
              </p:cNvPr>
              <p:cNvSpPr txBox="1"/>
              <p:nvPr/>
            </p:nvSpPr>
            <p:spPr>
              <a:xfrm>
                <a:off x="1072323" y="5628687"/>
                <a:ext cx="3592825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900" dirty="0">
                    <a:latin typeface="+mn-ea"/>
                  </a:rPr>
                  <a:t>(UI</a:t>
                </a:r>
                <a:r>
                  <a:rPr lang="ko-KR" altLang="en-US" sz="900" dirty="0">
                    <a:latin typeface="+mn-ea"/>
                  </a:rPr>
                  <a:t>개선안</a:t>
                </a:r>
                <a:r>
                  <a:rPr lang="en-US" altLang="ko-KR" sz="900" dirty="0">
                    <a:latin typeface="+mn-ea"/>
                  </a:rPr>
                  <a:t>) </a:t>
                </a:r>
                <a:r>
                  <a:rPr lang="ko-KR" altLang="en-US" sz="900" dirty="0">
                    <a:latin typeface="+mn-ea"/>
                  </a:rPr>
                  <a:t>설문조사</a:t>
                </a:r>
                <a:endParaRPr sz="900" dirty="0">
                  <a:latin typeface="+mn-ea"/>
                </a:endParaRP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003BFE10-3237-9770-B676-A84298E01F1D}"/>
                  </a:ext>
                </a:extLst>
              </p:cNvPr>
              <p:cNvSpPr txBox="1"/>
              <p:nvPr/>
            </p:nvSpPr>
            <p:spPr>
              <a:xfrm>
                <a:off x="4561572" y="5626697"/>
                <a:ext cx="1418220" cy="2231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sz="850" dirty="0" err="1">
                    <a:latin typeface="+mn-ea"/>
                  </a:rPr>
                  <a:t>슬라이드</a:t>
                </a:r>
                <a:r>
                  <a:rPr sz="850" dirty="0">
                    <a:latin typeface="+mn-ea"/>
                  </a:rPr>
                  <a:t> </a:t>
                </a:r>
                <a:r>
                  <a:rPr lang="en-US" sz="850" dirty="0">
                    <a:latin typeface="+mn-ea"/>
                  </a:rPr>
                  <a:t>36</a:t>
                </a:r>
                <a:endParaRPr sz="850" dirty="0">
                  <a:latin typeface="+mn-ea"/>
                </a:endParaRPr>
              </a:p>
            </p:txBody>
          </p:sp>
        </p:grpSp>
      </p:grpSp>
      <p:sp>
        <p:nvSpPr>
          <p:cNvPr id="152" name="Rectangle 151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9720000" y="6591600"/>
            <a:ext cx="2376000" cy="266400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2 / 50</a:t>
            </a:r>
          </a:p>
        </p:txBody>
      </p: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81B6CBEB-B908-D0A8-FF95-1291A45AF840}"/>
              </a:ext>
            </a:extLst>
          </p:cNvPr>
          <p:cNvGrpSpPr/>
          <p:nvPr/>
        </p:nvGrpSpPr>
        <p:grpSpPr>
          <a:xfrm>
            <a:off x="258768" y="2092755"/>
            <a:ext cx="11668728" cy="347472"/>
            <a:chOff x="258768" y="2092755"/>
            <a:chExt cx="11668728" cy="347472"/>
          </a:xfrm>
        </p:grpSpPr>
        <p:sp>
          <p:nvSpPr>
            <p:cNvPr id="175" name="Rectangle 19">
              <a:extLst>
                <a:ext uri="{FF2B5EF4-FFF2-40B4-BE49-F238E27FC236}">
                  <a16:creationId xmlns:a16="http://schemas.microsoft.com/office/drawing/2014/main" id="{0AE63BB4-349B-B552-479C-D061B87D6121}"/>
                </a:ext>
              </a:extLst>
            </p:cNvPr>
            <p:cNvSpPr/>
            <p:nvPr/>
          </p:nvSpPr>
          <p:spPr>
            <a:xfrm>
              <a:off x="258768" y="2092755"/>
              <a:ext cx="853872" cy="347472"/>
            </a:xfrm>
            <a:prstGeom prst="rect">
              <a:avLst/>
            </a:prstGeom>
            <a:solidFill>
              <a:srgbClr val="E8ECF4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+mn-ea"/>
                </a:rPr>
                <a:t>v1.1</a:t>
              </a:r>
            </a:p>
          </p:txBody>
        </p:sp>
        <p:sp>
          <p:nvSpPr>
            <p:cNvPr id="176" name="Rectangle 21">
              <a:extLst>
                <a:ext uri="{FF2B5EF4-FFF2-40B4-BE49-F238E27FC236}">
                  <a16:creationId xmlns:a16="http://schemas.microsoft.com/office/drawing/2014/main" id="{543ED562-4A75-662B-F287-E1CF42ACD10A}"/>
                </a:ext>
              </a:extLst>
            </p:cNvPr>
            <p:cNvSpPr/>
            <p:nvPr/>
          </p:nvSpPr>
          <p:spPr>
            <a:xfrm>
              <a:off x="1112640" y="2092755"/>
              <a:ext cx="1423119" cy="347472"/>
            </a:xfrm>
            <a:prstGeom prst="rect">
              <a:avLst/>
            </a:prstGeom>
            <a:solidFill>
              <a:srgbClr val="E8ECF4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+mn-ea"/>
                </a:rPr>
                <a:t>2026-06-24</a:t>
              </a:r>
              <a:endParaRPr sz="9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77" name="Rectangle 23">
              <a:extLst>
                <a:ext uri="{FF2B5EF4-FFF2-40B4-BE49-F238E27FC236}">
                  <a16:creationId xmlns:a16="http://schemas.microsoft.com/office/drawing/2014/main" id="{8C9226D9-7E1D-5187-DE61-AEAA726CE027}"/>
                </a:ext>
              </a:extLst>
            </p:cNvPr>
            <p:cNvSpPr/>
            <p:nvPr/>
          </p:nvSpPr>
          <p:spPr>
            <a:xfrm>
              <a:off x="2535759" y="2092755"/>
              <a:ext cx="1233370" cy="347472"/>
            </a:xfrm>
            <a:prstGeom prst="rect">
              <a:avLst/>
            </a:prstGeom>
            <a:solidFill>
              <a:srgbClr val="E8ECF4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+mn-ea"/>
                </a:rPr>
                <a:t>김재연</a:t>
              </a:r>
              <a:endParaRPr sz="9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78" name="Rectangle 25">
              <a:extLst>
                <a:ext uri="{FF2B5EF4-FFF2-40B4-BE49-F238E27FC236}">
                  <a16:creationId xmlns:a16="http://schemas.microsoft.com/office/drawing/2014/main" id="{84E4230A-C37E-95EA-35F8-13C2B468DA98}"/>
                </a:ext>
              </a:extLst>
            </p:cNvPr>
            <p:cNvSpPr/>
            <p:nvPr/>
          </p:nvSpPr>
          <p:spPr>
            <a:xfrm>
              <a:off x="3769130" y="2092755"/>
              <a:ext cx="6161910" cy="347472"/>
            </a:xfrm>
            <a:prstGeom prst="rect">
              <a:avLst/>
            </a:prstGeom>
            <a:solidFill>
              <a:srgbClr val="E8ECF4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PM </a:t>
              </a:r>
              <a:r>
                <a:rPr lang="ko-KR" altLang="en-US" sz="900" dirty="0">
                  <a:solidFill>
                    <a:schemeClr val="tx1"/>
                  </a:solidFill>
                </a:rPr>
                <a:t>및 </a:t>
              </a:r>
              <a:r>
                <a:rPr lang="en-US" altLang="ko-KR" sz="900" dirty="0">
                  <a:solidFill>
                    <a:schemeClr val="tx1"/>
                  </a:solidFill>
                </a:rPr>
                <a:t>P</a:t>
              </a:r>
              <a:r>
                <a:rPr lang="en-US" altLang="ko-KR" sz="900" dirty="0">
                  <a:solidFill>
                    <a:schemeClr val="tx1"/>
                  </a:solidFill>
                  <a:latin typeface="+mn-ea"/>
                </a:rPr>
                <a:t>L </a:t>
              </a:r>
              <a:r>
                <a:rPr lang="ko-KR" altLang="en-US" sz="900" dirty="0">
                  <a:solidFill>
                    <a:schemeClr val="tx1"/>
                  </a:solidFill>
                </a:rPr>
                <a:t>피드백 반영</a:t>
              </a:r>
              <a:endParaRPr sz="900" dirty="0">
                <a:solidFill>
                  <a:schemeClr val="tx1"/>
                </a:solidFill>
              </a:endParaRPr>
            </a:p>
          </p:txBody>
        </p:sp>
        <p:sp>
          <p:nvSpPr>
            <p:cNvPr id="179" name="Rectangle 27">
              <a:extLst>
                <a:ext uri="{FF2B5EF4-FFF2-40B4-BE49-F238E27FC236}">
                  <a16:creationId xmlns:a16="http://schemas.microsoft.com/office/drawing/2014/main" id="{6C61106F-0F8B-3FA6-9BDF-32FD79F3DC60}"/>
                </a:ext>
              </a:extLst>
            </p:cNvPr>
            <p:cNvSpPr/>
            <p:nvPr/>
          </p:nvSpPr>
          <p:spPr>
            <a:xfrm>
              <a:off x="9940922" y="2092755"/>
              <a:ext cx="1986574" cy="347472"/>
            </a:xfrm>
            <a:prstGeom prst="rect">
              <a:avLst/>
            </a:prstGeom>
            <a:solidFill>
              <a:srgbClr val="E8ECF4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900">
                <a:solidFill>
                  <a:schemeClr val="tx1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3638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368FDE-E6C4-9C10-B794-DC7FE9AFE767}"/>
              </a:ext>
            </a:extLst>
          </p:cNvPr>
          <p:cNvSpPr/>
          <p:nvPr/>
        </p:nvSpPr>
        <p:spPr>
          <a:xfrm>
            <a:off x="0" y="-3494"/>
            <a:ext cx="12188952" cy="502920"/>
          </a:xfrm>
          <a:prstGeom prst="rect">
            <a:avLst/>
          </a:prstGeom>
          <a:solidFill>
            <a:srgbClr val="2E4470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3" name="Rectangle 272"/>
          <p:cNvSpPr/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3990BB-31C1-4668-04FE-6D5EBEDE6554}"/>
              </a:ext>
            </a:extLst>
          </p:cNvPr>
          <p:cNvSpPr txBox="1"/>
          <p:nvPr/>
        </p:nvSpPr>
        <p:spPr>
          <a:xfrm>
            <a:off x="184469" y="42227"/>
            <a:ext cx="1371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62BE7D-0F39-6F9B-9275-F22E5FDB01E5}"/>
              </a:ext>
            </a:extLst>
          </p:cNvPr>
          <p:cNvSpPr txBox="1"/>
          <p:nvPr/>
        </p:nvSpPr>
        <p:spPr>
          <a:xfrm>
            <a:off x="6984842" y="218932"/>
            <a:ext cx="50787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사업 개요 및 목적</a:t>
            </a:r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(Business Overview &amp; Objectives</a:t>
            </a:r>
            <a:r>
              <a:rPr lang="en-US" sz="900" dirty="0">
                <a:solidFill>
                  <a:schemeClr val="bg1"/>
                </a:solidFill>
                <a:latin typeface="+mn-ea"/>
              </a:rPr>
              <a:t>)</a:t>
            </a:r>
            <a:endParaRPr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FD72F6-3011-C22F-47A2-9605C4CCA03B}"/>
              </a:ext>
            </a:extLst>
          </p:cNvPr>
          <p:cNvSpPr txBox="1"/>
          <p:nvPr/>
        </p:nvSpPr>
        <p:spPr>
          <a:xfrm>
            <a:off x="1525208" y="90619"/>
            <a:ext cx="57135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400" b="1" dirty="0">
                <a:solidFill>
                  <a:srgbClr val="E8ECF4"/>
                </a:solidFill>
                <a:latin typeface="+mn-ea"/>
              </a:rPr>
              <a:t>개요</a:t>
            </a:r>
            <a:endParaRPr sz="1400" b="1" dirty="0">
              <a:solidFill>
                <a:srgbClr val="E8ECF4"/>
              </a:solidFill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666" y="6642100"/>
            <a:ext cx="2217274" cy="184666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600" b="0" dirty="0" err="1">
                <a:solidFill>
                  <a:srgbClr val="AABBCC"/>
                </a:solidFill>
                <a:latin typeface="+mn-ea"/>
              </a:rPr>
              <a:t>소통나눔방</a:t>
            </a:r>
            <a:r>
              <a:rPr sz="600" b="0" dirty="0">
                <a:solidFill>
                  <a:srgbClr val="AABBCC"/>
                </a:solidFill>
                <a:latin typeface="+mn-ea"/>
              </a:rPr>
              <a:t> </a:t>
            </a:r>
            <a:r>
              <a:rPr sz="600" b="0" dirty="0" err="1">
                <a:solidFill>
                  <a:srgbClr val="AABBCC"/>
                </a:solidFill>
                <a:latin typeface="+mn-ea"/>
              </a:rPr>
              <a:t>시스템</a:t>
            </a:r>
            <a:r>
              <a:rPr sz="600" b="0" dirty="0">
                <a:solidFill>
                  <a:srgbClr val="AABBCC"/>
                </a:solidFill>
                <a:latin typeface="+mn-ea"/>
              </a:rPr>
              <a:t> </a:t>
            </a:r>
            <a:r>
              <a:rPr sz="600" b="0" dirty="0" err="1">
                <a:solidFill>
                  <a:srgbClr val="AABBCC"/>
                </a:solidFill>
                <a:latin typeface="+mn-ea"/>
              </a:rPr>
              <a:t>고도화</a:t>
            </a:r>
            <a:r>
              <a:rPr sz="600" b="0" dirty="0">
                <a:solidFill>
                  <a:srgbClr val="AABBCC"/>
                </a:solidFill>
                <a:latin typeface="+mn-ea"/>
              </a:rPr>
              <a:t> </a:t>
            </a:r>
            <a:r>
              <a:rPr sz="600" b="0" dirty="0" err="1">
                <a:solidFill>
                  <a:srgbClr val="AABBCC"/>
                </a:solidFill>
                <a:latin typeface="+mn-ea"/>
              </a:rPr>
              <a:t>기획서</a:t>
            </a:r>
            <a:r>
              <a:rPr sz="600" b="0" dirty="0">
                <a:solidFill>
                  <a:srgbClr val="AABBCC"/>
                </a:solidFill>
                <a:latin typeface="+mn-ea"/>
              </a:rPr>
              <a:t>  |  </a:t>
            </a:r>
            <a:r>
              <a:rPr sz="600" b="0" dirty="0" err="1">
                <a:solidFill>
                  <a:srgbClr val="AABBCC"/>
                </a:solidFill>
                <a:latin typeface="+mn-ea"/>
              </a:rPr>
              <a:t>○○부처</a:t>
            </a:r>
            <a:r>
              <a:rPr sz="600" b="0" dirty="0">
                <a:solidFill>
                  <a:srgbClr val="AABBCC"/>
                </a:solidFill>
                <a:latin typeface="+mn-ea"/>
              </a:rPr>
              <a:t> </a:t>
            </a:r>
            <a:r>
              <a:rPr sz="600" b="0" dirty="0" err="1">
                <a:solidFill>
                  <a:srgbClr val="AABBCC"/>
                </a:solidFill>
                <a:latin typeface="+mn-ea"/>
              </a:rPr>
              <a:t>○○과</a:t>
            </a:r>
            <a:endParaRPr sz="600" b="0" dirty="0">
              <a:solidFill>
                <a:srgbClr val="AABBCC"/>
              </a:solidFill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00D966-1A0F-E9CD-9352-FBDD81B3A5D5}"/>
              </a:ext>
            </a:extLst>
          </p:cNvPr>
          <p:cNvSpPr txBox="1"/>
          <p:nvPr/>
        </p:nvSpPr>
        <p:spPr>
          <a:xfrm>
            <a:off x="4762898" y="6632027"/>
            <a:ext cx="7300674" cy="18466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solidFill>
                  <a:srgbClr val="E8ECF4"/>
                </a:solidFill>
                <a:latin typeface="+mn-ea"/>
              </a:rPr>
              <a:t>PR v1.0</a:t>
            </a:r>
            <a:endParaRPr sz="600" dirty="0">
              <a:solidFill>
                <a:srgbClr val="E8ECF4"/>
              </a:solidFill>
              <a:latin typeface="+mn-ea"/>
            </a:endParaRPr>
          </a:p>
        </p:txBody>
      </p:sp>
      <p:grpSp>
        <p:nvGrpSpPr>
          <p:cNvPr id="39" name="그룹 38"/>
          <p:cNvGrpSpPr/>
          <p:nvPr/>
        </p:nvGrpSpPr>
        <p:grpSpPr>
          <a:xfrm>
            <a:off x="245194" y="993760"/>
            <a:ext cx="11691346" cy="1276237"/>
            <a:chOff x="245194" y="993760"/>
            <a:chExt cx="11691346" cy="1276237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827F2D92-D46B-2DDB-78FC-8EF1B5A0020E}"/>
                </a:ext>
              </a:extLst>
            </p:cNvPr>
            <p:cNvGrpSpPr/>
            <p:nvPr/>
          </p:nvGrpSpPr>
          <p:grpSpPr>
            <a:xfrm>
              <a:off x="255460" y="993760"/>
              <a:ext cx="11681080" cy="317420"/>
              <a:chOff x="382491" y="4286685"/>
              <a:chExt cx="11681080" cy="317420"/>
            </a:xfrm>
          </p:grpSpPr>
          <p:sp>
            <p:nvSpPr>
              <p:cNvPr id="10" name="Rectangle 77">
                <a:extLst>
                  <a:ext uri="{FF2B5EF4-FFF2-40B4-BE49-F238E27FC236}">
                    <a16:creationId xmlns:a16="http://schemas.microsoft.com/office/drawing/2014/main" id="{7772F2D2-5121-CC51-2089-29C7D1E0C7DA}"/>
                  </a:ext>
                </a:extLst>
              </p:cNvPr>
              <p:cNvSpPr/>
              <p:nvPr/>
            </p:nvSpPr>
            <p:spPr>
              <a:xfrm>
                <a:off x="382491" y="4286685"/>
                <a:ext cx="38090" cy="317420"/>
              </a:xfrm>
              <a:prstGeom prst="rect">
                <a:avLst/>
              </a:prstGeom>
              <a:solidFill>
                <a:srgbClr val="2E4470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1" name="Rectangle 78">
                <a:extLst>
                  <a:ext uri="{FF2B5EF4-FFF2-40B4-BE49-F238E27FC236}">
                    <a16:creationId xmlns:a16="http://schemas.microsoft.com/office/drawing/2014/main" id="{A4DF57C5-62AE-D74B-4315-90BD28EC035E}"/>
                  </a:ext>
                </a:extLst>
              </p:cNvPr>
              <p:cNvSpPr/>
              <p:nvPr/>
            </p:nvSpPr>
            <p:spPr>
              <a:xfrm>
                <a:off x="420582" y="4286685"/>
                <a:ext cx="11642989" cy="317420"/>
              </a:xfrm>
              <a:prstGeom prst="rect">
                <a:avLst/>
              </a:prstGeom>
              <a:solidFill>
                <a:srgbClr val="E8ECF4"/>
              </a:solidFill>
              <a:ln>
                <a:solidFill>
                  <a:srgbClr val="2E44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CF23378-1AFD-0A9A-F263-F7898C7C7717}"/>
                  </a:ext>
                </a:extLst>
              </p:cNvPr>
              <p:cNvSpPr txBox="1"/>
              <p:nvPr/>
            </p:nvSpPr>
            <p:spPr>
              <a:xfrm>
                <a:off x="458672" y="4311400"/>
                <a:ext cx="1155411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 </a:t>
                </a:r>
                <a:r>
                  <a:rPr lang="ko-KR" altLang="en-US"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추진 배경 및 필요성</a:t>
                </a:r>
                <a:endPara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B7D1135F-1E29-BED4-5A6C-4F0366E4F41D}"/>
                </a:ext>
              </a:extLst>
            </p:cNvPr>
            <p:cNvGrpSpPr/>
            <p:nvPr/>
          </p:nvGrpSpPr>
          <p:grpSpPr>
            <a:xfrm>
              <a:off x="245194" y="1535081"/>
              <a:ext cx="11681080" cy="734916"/>
              <a:chOff x="1140625" y="5013542"/>
              <a:chExt cx="8744937" cy="609446"/>
            </a:xfrm>
          </p:grpSpPr>
          <p:sp>
            <p:nvSpPr>
              <p:cNvPr id="27" name="Rectangle 95">
                <a:extLst>
                  <a:ext uri="{FF2B5EF4-FFF2-40B4-BE49-F238E27FC236}">
                    <a16:creationId xmlns:a16="http://schemas.microsoft.com/office/drawing/2014/main" id="{3735BE3A-94B1-EAE8-D814-64D48B627497}"/>
                  </a:ext>
                </a:extLst>
              </p:cNvPr>
              <p:cNvSpPr/>
              <p:nvPr/>
            </p:nvSpPr>
            <p:spPr>
              <a:xfrm>
                <a:off x="1140625" y="5013542"/>
                <a:ext cx="2872656" cy="228542"/>
              </a:xfrm>
              <a:prstGeom prst="rect">
                <a:avLst/>
              </a:prstGeom>
              <a:solidFill>
                <a:srgbClr val="445064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88CE33A-2F4A-2B39-AB71-E641A5701E2E}"/>
                  </a:ext>
                </a:extLst>
              </p:cNvPr>
              <p:cNvSpPr txBox="1"/>
              <p:nvPr/>
            </p:nvSpPr>
            <p:spPr>
              <a:xfrm>
                <a:off x="1140625" y="5018809"/>
                <a:ext cx="2872656" cy="210566"/>
              </a:xfrm>
              <a:prstGeom prst="rect">
                <a:avLst/>
              </a:prstGeom>
              <a:noFill/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050" b="1" dirty="0" err="1">
                    <a:solidFill>
                      <a:srgbClr val="FFFFFF"/>
                    </a:solidFill>
                    <a:latin typeface="+mn-ea"/>
                  </a:rPr>
                  <a:t>레거시</a:t>
                </a:r>
                <a:r>
                  <a:rPr lang="ko-KR" altLang="en-US" sz="1050" b="1" dirty="0">
                    <a:solidFill>
                      <a:srgbClr val="FFFFFF"/>
                    </a:solidFill>
                    <a:latin typeface="+mn-ea"/>
                  </a:rPr>
                  <a:t> 기술 종속성</a:t>
                </a:r>
                <a:endParaRPr sz="105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29" name="Rectangle 97">
                <a:extLst>
                  <a:ext uri="{FF2B5EF4-FFF2-40B4-BE49-F238E27FC236}">
                    <a16:creationId xmlns:a16="http://schemas.microsoft.com/office/drawing/2014/main" id="{75AD7C84-804A-CD0F-6B2C-92D8B9655795}"/>
                  </a:ext>
                </a:extLst>
              </p:cNvPr>
              <p:cNvSpPr/>
              <p:nvPr/>
            </p:nvSpPr>
            <p:spPr>
              <a:xfrm>
                <a:off x="1140625" y="5242084"/>
                <a:ext cx="2872656" cy="38090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1E2D4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3BAE6BA-E6FC-23B9-4E0F-32EC394C55EF}"/>
                  </a:ext>
                </a:extLst>
              </p:cNvPr>
              <p:cNvSpPr txBox="1"/>
              <p:nvPr/>
            </p:nvSpPr>
            <p:spPr>
              <a:xfrm>
                <a:off x="1191412" y="5329603"/>
                <a:ext cx="2771082" cy="2169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100" dirty="0">
                    <a:latin typeface="+mn-ea"/>
                  </a:rPr>
                  <a:t>기술적 노후화로 인한 유지보수 어려움</a:t>
                </a:r>
                <a:endParaRPr sz="1100" dirty="0">
                  <a:latin typeface="+mn-ea"/>
                </a:endParaRPr>
              </a:p>
            </p:txBody>
          </p:sp>
          <p:sp>
            <p:nvSpPr>
              <p:cNvPr id="31" name="Rectangle 99">
                <a:extLst>
                  <a:ext uri="{FF2B5EF4-FFF2-40B4-BE49-F238E27FC236}">
                    <a16:creationId xmlns:a16="http://schemas.microsoft.com/office/drawing/2014/main" id="{303E519C-3DC4-48E2-5F4E-8481CA3F6EB6}"/>
                  </a:ext>
                </a:extLst>
              </p:cNvPr>
              <p:cNvSpPr/>
              <p:nvPr/>
            </p:nvSpPr>
            <p:spPr>
              <a:xfrm>
                <a:off x="4076765" y="5013542"/>
                <a:ext cx="2872656" cy="228542"/>
              </a:xfrm>
              <a:prstGeom prst="rect">
                <a:avLst/>
              </a:prstGeom>
              <a:solidFill>
                <a:srgbClr val="2E4470"/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63BF674-4114-C5E8-8E8D-CD5B4880C40B}"/>
                  </a:ext>
                </a:extLst>
              </p:cNvPr>
              <p:cNvSpPr txBox="1"/>
              <p:nvPr/>
            </p:nvSpPr>
            <p:spPr>
              <a:xfrm>
                <a:off x="4075625" y="5018808"/>
                <a:ext cx="2872656" cy="210566"/>
              </a:xfrm>
              <a:prstGeom prst="rect">
                <a:avLst/>
              </a:prstGeom>
              <a:noFill/>
              <a:ln>
                <a:solidFill>
                  <a:srgbClr val="2E4470"/>
                </a:solidFill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050" b="1" dirty="0" err="1">
                    <a:solidFill>
                      <a:srgbClr val="FFFFFF"/>
                    </a:solidFill>
                    <a:latin typeface="+mn-ea"/>
                  </a:rPr>
                  <a:t>웹표준</a:t>
                </a:r>
                <a:r>
                  <a:rPr lang="ko-KR" altLang="en-US" sz="1050" b="1" dirty="0">
                    <a:solidFill>
                      <a:srgbClr val="FFFFFF"/>
                    </a:solidFill>
                    <a:latin typeface="+mn-ea"/>
                  </a:rPr>
                  <a:t> 준수 및 </a:t>
                </a:r>
                <a:r>
                  <a:rPr lang="ko-KR" altLang="en-US" sz="1050" b="1" dirty="0" err="1">
                    <a:solidFill>
                      <a:srgbClr val="FFFFFF"/>
                    </a:solidFill>
                    <a:latin typeface="+mn-ea"/>
                  </a:rPr>
                  <a:t>보안성</a:t>
                </a:r>
                <a:r>
                  <a:rPr lang="ko-KR" altLang="en-US" sz="1050" b="1" dirty="0">
                    <a:solidFill>
                      <a:srgbClr val="FFFFFF"/>
                    </a:solidFill>
                    <a:latin typeface="+mn-ea"/>
                  </a:rPr>
                  <a:t> 강화 기조</a:t>
                </a:r>
                <a:endParaRPr sz="105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33" name="Rectangle 101">
                <a:extLst>
                  <a:ext uri="{FF2B5EF4-FFF2-40B4-BE49-F238E27FC236}">
                    <a16:creationId xmlns:a16="http://schemas.microsoft.com/office/drawing/2014/main" id="{237794DD-9573-F120-193A-66EF28CB24A0}"/>
                  </a:ext>
                </a:extLst>
              </p:cNvPr>
              <p:cNvSpPr/>
              <p:nvPr/>
            </p:nvSpPr>
            <p:spPr>
              <a:xfrm>
                <a:off x="4076765" y="5242084"/>
                <a:ext cx="2872656" cy="38090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2E44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18E961F-DC66-9191-00B8-A8FECF173D5D}"/>
                  </a:ext>
                </a:extLst>
              </p:cNvPr>
              <p:cNvSpPr txBox="1"/>
              <p:nvPr/>
            </p:nvSpPr>
            <p:spPr>
              <a:xfrm>
                <a:off x="4127552" y="5333621"/>
                <a:ext cx="2771082" cy="2169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100" dirty="0">
                    <a:latin typeface="+mn-ea"/>
                  </a:rPr>
                  <a:t>최신 웹 취약점 대응에 취약 및 보안 규정 준수 시급</a:t>
                </a:r>
                <a:endParaRPr sz="1100" dirty="0">
                  <a:latin typeface="+mn-ea"/>
                </a:endParaRPr>
              </a:p>
            </p:txBody>
          </p:sp>
          <p:sp>
            <p:nvSpPr>
              <p:cNvPr id="35" name="Rectangle 103">
                <a:extLst>
                  <a:ext uri="{FF2B5EF4-FFF2-40B4-BE49-F238E27FC236}">
                    <a16:creationId xmlns:a16="http://schemas.microsoft.com/office/drawing/2014/main" id="{5EFBAC72-DC3A-C10C-5EF0-DFCF979DEA9F}"/>
                  </a:ext>
                </a:extLst>
              </p:cNvPr>
              <p:cNvSpPr/>
              <p:nvPr/>
            </p:nvSpPr>
            <p:spPr>
              <a:xfrm>
                <a:off x="7012906" y="5013542"/>
                <a:ext cx="2872656" cy="228542"/>
              </a:xfrm>
              <a:prstGeom prst="rect">
                <a:avLst/>
              </a:prstGeom>
              <a:solidFill>
                <a:srgbClr val="1E2D45"/>
              </a:solidFill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BEAFF2B-8930-350D-C703-0592CB5F7B94}"/>
                  </a:ext>
                </a:extLst>
              </p:cNvPr>
              <p:cNvSpPr txBox="1"/>
              <p:nvPr/>
            </p:nvSpPr>
            <p:spPr>
              <a:xfrm>
                <a:off x="7012906" y="5018809"/>
                <a:ext cx="2872656" cy="210566"/>
              </a:xfrm>
              <a:prstGeom prst="rect">
                <a:avLst/>
              </a:prstGeom>
              <a:noFill/>
              <a:effectLst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050" b="1" dirty="0">
                    <a:solidFill>
                      <a:srgbClr val="FFFFFF"/>
                    </a:solidFill>
                    <a:latin typeface="+mn-ea"/>
                  </a:rPr>
                  <a:t>공공 시스템의 상호 </a:t>
                </a:r>
                <a:r>
                  <a:rPr lang="ko-KR" altLang="en-US" sz="1050" b="1" dirty="0" err="1">
                    <a:solidFill>
                      <a:srgbClr val="FFFFFF"/>
                    </a:solidFill>
                    <a:latin typeface="+mn-ea"/>
                  </a:rPr>
                  <a:t>운용성</a:t>
                </a:r>
                <a:endParaRPr sz="105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37" name="Rectangle 105">
                <a:extLst>
                  <a:ext uri="{FF2B5EF4-FFF2-40B4-BE49-F238E27FC236}">
                    <a16:creationId xmlns:a16="http://schemas.microsoft.com/office/drawing/2014/main" id="{B5D70D87-07E2-2FF0-496C-0B176334ABFF}"/>
                  </a:ext>
                </a:extLst>
              </p:cNvPr>
              <p:cNvSpPr/>
              <p:nvPr/>
            </p:nvSpPr>
            <p:spPr>
              <a:xfrm>
                <a:off x="7012906" y="5242084"/>
                <a:ext cx="2872656" cy="38090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1E2D4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2FF5806-DEEF-FC9F-56DF-DBFE6A01FCCA}"/>
                  </a:ext>
                </a:extLst>
              </p:cNvPr>
              <p:cNvSpPr txBox="1"/>
              <p:nvPr/>
            </p:nvSpPr>
            <p:spPr>
              <a:xfrm>
                <a:off x="7063693" y="5333621"/>
                <a:ext cx="2771082" cy="2169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100" dirty="0">
                    <a:latin typeface="+mn-ea"/>
                  </a:rPr>
                  <a:t>표준 프레임워크 도입을 통한 </a:t>
                </a:r>
                <a:r>
                  <a:rPr lang="ko-KR" altLang="en-US" sz="1100" dirty="0" err="1">
                    <a:latin typeface="+mn-ea"/>
                  </a:rPr>
                  <a:t>확장성</a:t>
                </a:r>
                <a:r>
                  <a:rPr lang="ko-KR" altLang="en-US" sz="1100" dirty="0">
                    <a:latin typeface="+mn-ea"/>
                  </a:rPr>
                  <a:t> 확보</a:t>
                </a:r>
                <a:endParaRPr sz="1100" dirty="0">
                  <a:latin typeface="+mn-ea"/>
                </a:endParaRPr>
              </a:p>
            </p:txBody>
          </p:sp>
        </p:grpSp>
      </p:grpSp>
      <p:grpSp>
        <p:nvGrpSpPr>
          <p:cNvPr id="61" name="그룹 60"/>
          <p:cNvGrpSpPr/>
          <p:nvPr/>
        </p:nvGrpSpPr>
        <p:grpSpPr>
          <a:xfrm>
            <a:off x="255460" y="4099181"/>
            <a:ext cx="11691346" cy="1503746"/>
            <a:chOff x="287201" y="4275547"/>
            <a:chExt cx="11691346" cy="1503746"/>
          </a:xfrm>
        </p:grpSpPr>
        <p:grpSp>
          <p:nvGrpSpPr>
            <p:cNvPr id="40" name="그룹 39"/>
            <p:cNvGrpSpPr/>
            <p:nvPr/>
          </p:nvGrpSpPr>
          <p:grpSpPr>
            <a:xfrm>
              <a:off x="287201" y="4275547"/>
              <a:ext cx="11691346" cy="1503746"/>
              <a:chOff x="245194" y="993760"/>
              <a:chExt cx="11691346" cy="1503746"/>
            </a:xfrm>
          </p:grpSpPr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827F2D92-D46B-2DDB-78FC-8EF1B5A0020E}"/>
                  </a:ext>
                </a:extLst>
              </p:cNvPr>
              <p:cNvGrpSpPr/>
              <p:nvPr/>
            </p:nvGrpSpPr>
            <p:grpSpPr>
              <a:xfrm>
                <a:off x="255460" y="993760"/>
                <a:ext cx="11681080" cy="317420"/>
                <a:chOff x="382491" y="4286685"/>
                <a:chExt cx="11681080" cy="317420"/>
              </a:xfrm>
            </p:grpSpPr>
            <p:sp>
              <p:nvSpPr>
                <p:cNvPr id="55" name="Rectangle 77">
                  <a:extLst>
                    <a:ext uri="{FF2B5EF4-FFF2-40B4-BE49-F238E27FC236}">
                      <a16:creationId xmlns:a16="http://schemas.microsoft.com/office/drawing/2014/main" id="{7772F2D2-5121-CC51-2089-29C7D1E0C7DA}"/>
                    </a:ext>
                  </a:extLst>
                </p:cNvPr>
                <p:cNvSpPr/>
                <p:nvPr/>
              </p:nvSpPr>
              <p:spPr>
                <a:xfrm>
                  <a:off x="382491" y="4286685"/>
                  <a:ext cx="38090" cy="317420"/>
                </a:xfrm>
                <a:prstGeom prst="rect">
                  <a:avLst/>
                </a:prstGeom>
                <a:solidFill>
                  <a:srgbClr val="2E4470"/>
                </a:solidFill>
                <a:ln/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latin typeface="+mn-ea"/>
                  </a:endParaRPr>
                </a:p>
              </p:txBody>
            </p:sp>
            <p:sp>
              <p:nvSpPr>
                <p:cNvPr id="56" name="Rectangle 78">
                  <a:extLst>
                    <a:ext uri="{FF2B5EF4-FFF2-40B4-BE49-F238E27FC236}">
                      <a16:creationId xmlns:a16="http://schemas.microsoft.com/office/drawing/2014/main" id="{A4DF57C5-62AE-D74B-4315-90BD28EC035E}"/>
                    </a:ext>
                  </a:extLst>
                </p:cNvPr>
                <p:cNvSpPr/>
                <p:nvPr/>
              </p:nvSpPr>
              <p:spPr>
                <a:xfrm>
                  <a:off x="420582" y="4286685"/>
                  <a:ext cx="11642989" cy="317420"/>
                </a:xfrm>
                <a:prstGeom prst="rect">
                  <a:avLst/>
                </a:prstGeom>
                <a:solidFill>
                  <a:srgbClr val="E8ECF4"/>
                </a:solidFill>
                <a:ln>
                  <a:solidFill>
                    <a:srgbClr val="2E447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latin typeface="+mn-ea"/>
                  </a:endParaRP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5CF23378-1AFD-0A9A-F263-F7898C7C7717}"/>
                    </a:ext>
                  </a:extLst>
                </p:cNvPr>
                <p:cNvSpPr txBox="1"/>
                <p:nvPr/>
              </p:nvSpPr>
              <p:spPr>
                <a:xfrm>
                  <a:off x="458672" y="4311400"/>
                  <a:ext cx="11554111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sz="1200" b="1" dirty="0">
                      <a:solidFill>
                        <a:schemeClr val="accent1">
                          <a:lumMod val="50000"/>
                        </a:schemeClr>
                      </a:solidFill>
                      <a:latin typeface="+mn-ea"/>
                    </a:rPr>
                    <a:t> </a:t>
                  </a:r>
                  <a:r>
                    <a:rPr lang="ko-KR" altLang="en-US" sz="1200" b="1" dirty="0">
                      <a:solidFill>
                        <a:schemeClr val="accent1">
                          <a:lumMod val="50000"/>
                        </a:schemeClr>
                      </a:solidFill>
                      <a:latin typeface="+mn-ea"/>
                    </a:rPr>
                    <a:t>사업 목적</a:t>
                  </a:r>
                  <a:endParaRPr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endParaRPr>
                </a:p>
              </p:txBody>
            </p:sp>
          </p:grpSp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B7D1135F-1E29-BED4-5A6C-4F0366E4F41D}"/>
                  </a:ext>
                </a:extLst>
              </p:cNvPr>
              <p:cNvGrpSpPr/>
              <p:nvPr/>
            </p:nvGrpSpPr>
            <p:grpSpPr>
              <a:xfrm>
                <a:off x="245194" y="1535080"/>
                <a:ext cx="11681080" cy="962426"/>
                <a:chOff x="1140625" y="5013542"/>
                <a:chExt cx="8744937" cy="798114"/>
              </a:xfrm>
            </p:grpSpPr>
            <p:sp>
              <p:nvSpPr>
                <p:cNvPr id="43" name="Rectangle 95">
                  <a:extLst>
                    <a:ext uri="{FF2B5EF4-FFF2-40B4-BE49-F238E27FC236}">
                      <a16:creationId xmlns:a16="http://schemas.microsoft.com/office/drawing/2014/main" id="{3735BE3A-94B1-EAE8-D814-64D48B627497}"/>
                    </a:ext>
                  </a:extLst>
                </p:cNvPr>
                <p:cNvSpPr/>
                <p:nvPr/>
              </p:nvSpPr>
              <p:spPr>
                <a:xfrm>
                  <a:off x="1140625" y="5013542"/>
                  <a:ext cx="2872656" cy="228542"/>
                </a:xfrm>
                <a:prstGeom prst="rect">
                  <a:avLst/>
                </a:prstGeom>
                <a:solidFill>
                  <a:srgbClr val="1E2D45"/>
                </a:solidFill>
                <a:ln/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latin typeface="+mn-ea"/>
                  </a:endParaRPr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588CE33A-2F4A-2B39-AB71-E641A5701E2E}"/>
                    </a:ext>
                  </a:extLst>
                </p:cNvPr>
                <p:cNvSpPr txBox="1"/>
                <p:nvPr/>
              </p:nvSpPr>
              <p:spPr>
                <a:xfrm>
                  <a:off x="1140625" y="5018809"/>
                  <a:ext cx="2872656" cy="204184"/>
                </a:xfrm>
                <a:prstGeom prst="rect">
                  <a:avLst/>
                </a:prstGeom>
                <a:noFill/>
                <a:effectLst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1000" b="1" dirty="0">
                      <a:solidFill>
                        <a:srgbClr val="FFFFFF"/>
                      </a:solidFill>
                      <a:latin typeface="+mn-ea"/>
                    </a:rPr>
                    <a:t>시스템 표준화</a:t>
                  </a:r>
                  <a:endParaRPr sz="1000" b="1" dirty="0">
                    <a:solidFill>
                      <a:srgbClr val="FFFFFF"/>
                    </a:solidFill>
                    <a:latin typeface="+mn-ea"/>
                  </a:endParaRPr>
                </a:p>
              </p:txBody>
            </p:sp>
            <p:sp>
              <p:nvSpPr>
                <p:cNvPr id="45" name="Rectangle 97">
                  <a:extLst>
                    <a:ext uri="{FF2B5EF4-FFF2-40B4-BE49-F238E27FC236}">
                      <a16:creationId xmlns:a16="http://schemas.microsoft.com/office/drawing/2014/main" id="{75AD7C84-804A-CD0F-6B2C-92D8B9655795}"/>
                    </a:ext>
                  </a:extLst>
                </p:cNvPr>
                <p:cNvSpPr/>
                <p:nvPr/>
              </p:nvSpPr>
              <p:spPr>
                <a:xfrm>
                  <a:off x="1140625" y="5242084"/>
                  <a:ext cx="2872656" cy="56957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1E2D45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latin typeface="+mn-ea"/>
                  </a:endParaRPr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3BAE6BA-E6FC-23B9-4E0F-32EC394C55EF}"/>
                    </a:ext>
                  </a:extLst>
                </p:cNvPr>
                <p:cNvSpPr txBox="1"/>
                <p:nvPr/>
              </p:nvSpPr>
              <p:spPr>
                <a:xfrm>
                  <a:off x="1191412" y="5329603"/>
                  <a:ext cx="2771082" cy="2169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1100" dirty="0">
                      <a:latin typeface="+mn-ea"/>
                    </a:rPr>
                    <a:t>노후기술 종속성 제거</a:t>
                  </a:r>
                  <a:endParaRPr sz="1100" dirty="0">
                    <a:latin typeface="+mn-ea"/>
                  </a:endParaRPr>
                </a:p>
              </p:txBody>
            </p:sp>
            <p:sp>
              <p:nvSpPr>
                <p:cNvPr id="47" name="Rectangle 99">
                  <a:extLst>
                    <a:ext uri="{FF2B5EF4-FFF2-40B4-BE49-F238E27FC236}">
                      <a16:creationId xmlns:a16="http://schemas.microsoft.com/office/drawing/2014/main" id="{303E519C-3DC4-48E2-5F4E-8481CA3F6EB6}"/>
                    </a:ext>
                  </a:extLst>
                </p:cNvPr>
                <p:cNvSpPr/>
                <p:nvPr/>
              </p:nvSpPr>
              <p:spPr>
                <a:xfrm>
                  <a:off x="4076765" y="5013542"/>
                  <a:ext cx="2872656" cy="228542"/>
                </a:xfrm>
                <a:prstGeom prst="rect">
                  <a:avLst/>
                </a:prstGeom>
                <a:solidFill>
                  <a:srgbClr val="2E4470"/>
                </a:solidFill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latin typeface="+mn-ea"/>
                  </a:endParaRPr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863BF674-4114-C5E8-8E8D-CD5B4880C40B}"/>
                    </a:ext>
                  </a:extLst>
                </p:cNvPr>
                <p:cNvSpPr txBox="1"/>
                <p:nvPr/>
              </p:nvSpPr>
              <p:spPr>
                <a:xfrm>
                  <a:off x="4075625" y="5018808"/>
                  <a:ext cx="2872656" cy="204184"/>
                </a:xfrm>
                <a:prstGeom prst="rect">
                  <a:avLst/>
                </a:prstGeom>
                <a:noFill/>
                <a:ln>
                  <a:solidFill>
                    <a:srgbClr val="2E4470"/>
                  </a:solidFill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1000" b="1" dirty="0">
                      <a:solidFill>
                        <a:srgbClr val="FFFFFF"/>
                      </a:solidFill>
                      <a:latin typeface="+mn-ea"/>
                    </a:rPr>
                    <a:t>운영 효율성 및 유지보수성 극대화</a:t>
                  </a:r>
                  <a:endParaRPr sz="1000" b="1" dirty="0">
                    <a:solidFill>
                      <a:srgbClr val="FFFFFF"/>
                    </a:solidFill>
                    <a:latin typeface="+mn-ea"/>
                  </a:endParaRPr>
                </a:p>
              </p:txBody>
            </p:sp>
            <p:sp>
              <p:nvSpPr>
                <p:cNvPr id="49" name="Rectangle 101">
                  <a:extLst>
                    <a:ext uri="{FF2B5EF4-FFF2-40B4-BE49-F238E27FC236}">
                      <a16:creationId xmlns:a16="http://schemas.microsoft.com/office/drawing/2014/main" id="{237794DD-9573-F120-193A-66EF28CB24A0}"/>
                    </a:ext>
                  </a:extLst>
                </p:cNvPr>
                <p:cNvSpPr/>
                <p:nvPr/>
              </p:nvSpPr>
              <p:spPr>
                <a:xfrm>
                  <a:off x="4076765" y="5242084"/>
                  <a:ext cx="2872656" cy="56957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2E447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latin typeface="+mn-ea"/>
                  </a:endParaRPr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18E961F-DC66-9191-00B8-A8FECF173D5D}"/>
                    </a:ext>
                  </a:extLst>
                </p:cNvPr>
                <p:cNvSpPr txBox="1"/>
                <p:nvPr/>
              </p:nvSpPr>
              <p:spPr>
                <a:xfrm>
                  <a:off x="4127552" y="5333621"/>
                  <a:ext cx="2771082" cy="2169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1100" dirty="0">
                      <a:latin typeface="+mn-ea"/>
                    </a:rPr>
                    <a:t>기능 모듈화로 신속한 기능개발 및 유연한 변경</a:t>
                  </a:r>
                  <a:endParaRPr sz="1100" dirty="0">
                    <a:latin typeface="+mn-ea"/>
                  </a:endParaRPr>
                </a:p>
              </p:txBody>
            </p:sp>
            <p:sp>
              <p:nvSpPr>
                <p:cNvPr id="51" name="Rectangle 103">
                  <a:extLst>
                    <a:ext uri="{FF2B5EF4-FFF2-40B4-BE49-F238E27FC236}">
                      <a16:creationId xmlns:a16="http://schemas.microsoft.com/office/drawing/2014/main" id="{5EFBAC72-DC3A-C10C-5EF0-DFCF979DEA9F}"/>
                    </a:ext>
                  </a:extLst>
                </p:cNvPr>
                <p:cNvSpPr/>
                <p:nvPr/>
              </p:nvSpPr>
              <p:spPr>
                <a:xfrm>
                  <a:off x="7012906" y="5013542"/>
                  <a:ext cx="2872656" cy="228542"/>
                </a:xfrm>
                <a:prstGeom prst="rect">
                  <a:avLst/>
                </a:prstGeom>
                <a:solidFill>
                  <a:srgbClr val="445064"/>
                </a:solidFill>
                <a:ln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latin typeface="+mn-ea"/>
                  </a:endParaRPr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3BEAFF2B-8930-350D-C703-0592CB5F7B94}"/>
                    </a:ext>
                  </a:extLst>
                </p:cNvPr>
                <p:cNvSpPr txBox="1"/>
                <p:nvPr/>
              </p:nvSpPr>
              <p:spPr>
                <a:xfrm>
                  <a:off x="7012906" y="5018809"/>
                  <a:ext cx="2872656" cy="204184"/>
                </a:xfrm>
                <a:prstGeom prst="rect">
                  <a:avLst/>
                </a:prstGeom>
                <a:noFill/>
                <a:effectLst/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1000" b="1" dirty="0" err="1">
                      <a:solidFill>
                        <a:srgbClr val="FFFFFF"/>
                      </a:solidFill>
                      <a:latin typeface="+mn-ea"/>
                    </a:rPr>
                    <a:t>웹보안</a:t>
                  </a:r>
                  <a:r>
                    <a:rPr lang="ko-KR" altLang="en-US" sz="1000" b="1" dirty="0">
                      <a:solidFill>
                        <a:srgbClr val="FFFFFF"/>
                      </a:solidFill>
                      <a:latin typeface="+mn-ea"/>
                    </a:rPr>
                    <a:t> 신뢰성 확보 및 안정적 서비스 제공</a:t>
                  </a:r>
                  <a:endParaRPr sz="1000" b="1" dirty="0">
                    <a:solidFill>
                      <a:srgbClr val="FFFFFF"/>
                    </a:solidFill>
                    <a:latin typeface="+mn-ea"/>
                  </a:endParaRPr>
                </a:p>
              </p:txBody>
            </p:sp>
            <p:sp>
              <p:nvSpPr>
                <p:cNvPr id="53" name="Rectangle 105">
                  <a:extLst>
                    <a:ext uri="{FF2B5EF4-FFF2-40B4-BE49-F238E27FC236}">
                      <a16:creationId xmlns:a16="http://schemas.microsoft.com/office/drawing/2014/main" id="{B5D70D87-07E2-2FF0-496C-0B176334ABFF}"/>
                    </a:ext>
                  </a:extLst>
                </p:cNvPr>
                <p:cNvSpPr/>
                <p:nvPr/>
              </p:nvSpPr>
              <p:spPr>
                <a:xfrm>
                  <a:off x="7012906" y="5242084"/>
                  <a:ext cx="2872656" cy="56957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1E2D45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latin typeface="+mn-ea"/>
                  </a:endParaRPr>
                </a:p>
              </p:txBody>
            </p:sp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E2FF5806-DEEF-FC9F-56DF-DBFE6A01FCCA}"/>
                    </a:ext>
                  </a:extLst>
                </p:cNvPr>
                <p:cNvSpPr txBox="1"/>
                <p:nvPr/>
              </p:nvSpPr>
              <p:spPr>
                <a:xfrm>
                  <a:off x="7063693" y="5333621"/>
                  <a:ext cx="2771082" cy="2169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1100" dirty="0">
                      <a:latin typeface="+mn-ea"/>
                    </a:rPr>
                    <a:t>최신 웹 표준 서비스 환경 제공</a:t>
                  </a:r>
                  <a:endParaRPr sz="1100" dirty="0">
                    <a:latin typeface="+mn-ea"/>
                  </a:endParaRPr>
                </a:p>
              </p:txBody>
            </p:sp>
          </p:grp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3BAE6BA-E6FC-23B9-4E0F-32EC394C55EF}"/>
                </a:ext>
              </a:extLst>
            </p:cNvPr>
            <p:cNvSpPr txBox="1"/>
            <p:nvPr/>
          </p:nvSpPr>
          <p:spPr>
            <a:xfrm>
              <a:off x="355040" y="5478199"/>
              <a:ext cx="370148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100" dirty="0">
                  <a:latin typeface="+mn-ea"/>
                </a:rPr>
                <a:t>프레임워크 표준화 및 기술 독립성 확보</a:t>
              </a:r>
              <a:endParaRPr sz="1100" dirty="0">
                <a:latin typeface="+mn-ea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18E961F-DC66-9191-00B8-A8FECF173D5D}"/>
                </a:ext>
              </a:extLst>
            </p:cNvPr>
            <p:cNvSpPr txBox="1"/>
            <p:nvPr/>
          </p:nvSpPr>
          <p:spPr>
            <a:xfrm>
              <a:off x="4275476" y="5478199"/>
              <a:ext cx="370148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>
                  <a:latin typeface="+mn-ea"/>
                </a:rPr>
                <a:t>MVC </a:t>
              </a:r>
              <a:r>
                <a:rPr lang="ko-KR" altLang="en-US" sz="1100" dirty="0">
                  <a:latin typeface="+mn-ea"/>
                </a:rPr>
                <a:t>패턴 기반의 체계적인 아키텍처 정제</a:t>
              </a:r>
              <a:endParaRPr sz="1100" dirty="0">
                <a:latin typeface="+mn-ea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2FF5806-DEEF-FC9F-56DF-DBFE6A01FCCA}"/>
                </a:ext>
              </a:extLst>
            </p:cNvPr>
            <p:cNvSpPr txBox="1"/>
            <p:nvPr/>
          </p:nvSpPr>
          <p:spPr>
            <a:xfrm>
              <a:off x="8198960" y="5449062"/>
              <a:ext cx="370148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100" dirty="0">
                  <a:latin typeface="+mn-ea"/>
                </a:rPr>
                <a:t>컴포넌트 기반 보안 및 </a:t>
              </a:r>
              <a:r>
                <a:rPr lang="ko-KR" altLang="en-US" sz="1100" dirty="0" err="1">
                  <a:latin typeface="+mn-ea"/>
                </a:rPr>
                <a:t>시큐어</a:t>
              </a:r>
              <a:r>
                <a:rPr lang="ko-KR" altLang="en-US" sz="1100" dirty="0">
                  <a:latin typeface="+mn-ea"/>
                </a:rPr>
                <a:t> 코딩</a:t>
              </a:r>
              <a:endParaRPr sz="1100" dirty="0">
                <a:latin typeface="+mn-ea"/>
              </a:endParaRPr>
            </a:p>
          </p:txBody>
        </p:sp>
      </p:grpSp>
      <p:sp>
        <p:nvSpPr>
          <p:cNvPr id="62" name="Rectangle 61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720000" y="6591600"/>
            <a:ext cx="2376000" cy="266400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4 / 50</a:t>
            </a:r>
          </a:p>
        </p:txBody>
      </p:sp>
    </p:spTree>
    <p:extLst>
      <p:ext uri="{BB962C8B-B14F-4D97-AF65-F5344CB8AC3E}">
        <p14:creationId xmlns:p14="http://schemas.microsoft.com/office/powerpoint/2010/main" val="1270108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368FDE-E6C4-9C10-B794-DC7FE9AFE767}"/>
              </a:ext>
            </a:extLst>
          </p:cNvPr>
          <p:cNvSpPr/>
          <p:nvPr/>
        </p:nvSpPr>
        <p:spPr>
          <a:xfrm>
            <a:off x="0" y="-3494"/>
            <a:ext cx="12188952" cy="502920"/>
          </a:xfrm>
          <a:prstGeom prst="rect">
            <a:avLst/>
          </a:prstGeom>
          <a:solidFill>
            <a:srgbClr val="2E4470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3" name="Rectangle 272"/>
          <p:cNvSpPr/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3990BB-31C1-4668-04FE-6D5EBEDE6554}"/>
              </a:ext>
            </a:extLst>
          </p:cNvPr>
          <p:cNvSpPr txBox="1"/>
          <p:nvPr/>
        </p:nvSpPr>
        <p:spPr>
          <a:xfrm>
            <a:off x="184469" y="42227"/>
            <a:ext cx="1371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62BE7D-0F39-6F9B-9275-F22E5FDB01E5}"/>
              </a:ext>
            </a:extLst>
          </p:cNvPr>
          <p:cNvSpPr txBox="1"/>
          <p:nvPr/>
        </p:nvSpPr>
        <p:spPr>
          <a:xfrm>
            <a:off x="6984842" y="218932"/>
            <a:ext cx="50787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사업 개요 및 목적</a:t>
            </a:r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(Business Overview &amp; Objectives</a:t>
            </a:r>
            <a:r>
              <a:rPr lang="en-US" sz="900" dirty="0">
                <a:solidFill>
                  <a:schemeClr val="bg1"/>
                </a:solidFill>
                <a:latin typeface="+mn-ea"/>
              </a:rPr>
              <a:t>)</a:t>
            </a:r>
            <a:endParaRPr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FD72F6-3011-C22F-47A2-9605C4CCA03B}"/>
              </a:ext>
            </a:extLst>
          </p:cNvPr>
          <p:cNvSpPr txBox="1"/>
          <p:nvPr/>
        </p:nvSpPr>
        <p:spPr>
          <a:xfrm>
            <a:off x="1525208" y="90619"/>
            <a:ext cx="57135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400" b="1" dirty="0">
                <a:solidFill>
                  <a:srgbClr val="E8ECF4"/>
                </a:solidFill>
                <a:latin typeface="+mn-ea"/>
              </a:rPr>
              <a:t>사업 범위</a:t>
            </a:r>
            <a:endParaRPr sz="1400" b="1" dirty="0">
              <a:solidFill>
                <a:srgbClr val="E8ECF4"/>
              </a:solidFill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666" y="6642100"/>
            <a:ext cx="2217274" cy="184666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600" b="0" dirty="0" err="1">
                <a:solidFill>
                  <a:srgbClr val="AABBCC"/>
                </a:solidFill>
                <a:latin typeface="+mn-ea"/>
              </a:rPr>
              <a:t>소통나눔방</a:t>
            </a:r>
            <a:r>
              <a:rPr sz="600" b="0" dirty="0">
                <a:solidFill>
                  <a:srgbClr val="AABBCC"/>
                </a:solidFill>
                <a:latin typeface="+mn-ea"/>
              </a:rPr>
              <a:t> </a:t>
            </a:r>
            <a:r>
              <a:rPr sz="600" b="0" dirty="0" err="1">
                <a:solidFill>
                  <a:srgbClr val="AABBCC"/>
                </a:solidFill>
                <a:latin typeface="+mn-ea"/>
              </a:rPr>
              <a:t>시스템</a:t>
            </a:r>
            <a:r>
              <a:rPr sz="600" b="0" dirty="0">
                <a:solidFill>
                  <a:srgbClr val="AABBCC"/>
                </a:solidFill>
                <a:latin typeface="+mn-ea"/>
              </a:rPr>
              <a:t> </a:t>
            </a:r>
            <a:r>
              <a:rPr sz="600" b="0" dirty="0" err="1">
                <a:solidFill>
                  <a:srgbClr val="AABBCC"/>
                </a:solidFill>
                <a:latin typeface="+mn-ea"/>
              </a:rPr>
              <a:t>고도화</a:t>
            </a:r>
            <a:r>
              <a:rPr sz="600" b="0" dirty="0">
                <a:solidFill>
                  <a:srgbClr val="AABBCC"/>
                </a:solidFill>
                <a:latin typeface="+mn-ea"/>
              </a:rPr>
              <a:t> </a:t>
            </a:r>
            <a:r>
              <a:rPr sz="600" b="0" dirty="0" err="1">
                <a:solidFill>
                  <a:srgbClr val="AABBCC"/>
                </a:solidFill>
                <a:latin typeface="+mn-ea"/>
              </a:rPr>
              <a:t>기획서</a:t>
            </a:r>
            <a:r>
              <a:rPr sz="600" b="0" dirty="0">
                <a:solidFill>
                  <a:srgbClr val="AABBCC"/>
                </a:solidFill>
                <a:latin typeface="+mn-ea"/>
              </a:rPr>
              <a:t>  |  </a:t>
            </a:r>
            <a:r>
              <a:rPr sz="600" b="0" dirty="0" err="1">
                <a:solidFill>
                  <a:srgbClr val="AABBCC"/>
                </a:solidFill>
                <a:latin typeface="+mn-ea"/>
              </a:rPr>
              <a:t>○○부처</a:t>
            </a:r>
            <a:r>
              <a:rPr sz="600" b="0" dirty="0">
                <a:solidFill>
                  <a:srgbClr val="AABBCC"/>
                </a:solidFill>
                <a:latin typeface="+mn-ea"/>
              </a:rPr>
              <a:t> </a:t>
            </a:r>
            <a:r>
              <a:rPr sz="600" b="0" dirty="0" err="1">
                <a:solidFill>
                  <a:srgbClr val="AABBCC"/>
                </a:solidFill>
                <a:latin typeface="+mn-ea"/>
              </a:rPr>
              <a:t>○○과</a:t>
            </a:r>
            <a:endParaRPr sz="600" b="0" dirty="0">
              <a:solidFill>
                <a:srgbClr val="AABBCC"/>
              </a:solidFill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00D966-1A0F-E9CD-9352-FBDD81B3A5D5}"/>
              </a:ext>
            </a:extLst>
          </p:cNvPr>
          <p:cNvSpPr txBox="1"/>
          <p:nvPr/>
        </p:nvSpPr>
        <p:spPr>
          <a:xfrm>
            <a:off x="4762898" y="6632027"/>
            <a:ext cx="7300674" cy="18466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solidFill>
                  <a:srgbClr val="E8ECF4"/>
                </a:solidFill>
                <a:latin typeface="+mn-ea"/>
              </a:rPr>
              <a:t>PR v1.0</a:t>
            </a:r>
            <a:endParaRPr sz="600" dirty="0">
              <a:solidFill>
                <a:srgbClr val="E8ECF4"/>
              </a:solidFill>
              <a:latin typeface="+mn-ea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827F2D92-D46B-2DDB-78FC-8EF1B5A0020E}"/>
              </a:ext>
            </a:extLst>
          </p:cNvPr>
          <p:cNvGrpSpPr/>
          <p:nvPr/>
        </p:nvGrpSpPr>
        <p:grpSpPr>
          <a:xfrm>
            <a:off x="255460" y="993760"/>
            <a:ext cx="11681080" cy="317420"/>
            <a:chOff x="382491" y="4286685"/>
            <a:chExt cx="11681080" cy="317420"/>
          </a:xfrm>
        </p:grpSpPr>
        <p:sp>
          <p:nvSpPr>
            <p:cNvPr id="10" name="Rectangle 77">
              <a:extLst>
                <a:ext uri="{FF2B5EF4-FFF2-40B4-BE49-F238E27FC236}">
                  <a16:creationId xmlns:a16="http://schemas.microsoft.com/office/drawing/2014/main" id="{7772F2D2-5121-CC51-2089-29C7D1E0C7DA}"/>
                </a:ext>
              </a:extLst>
            </p:cNvPr>
            <p:cNvSpPr/>
            <p:nvPr/>
          </p:nvSpPr>
          <p:spPr>
            <a:xfrm>
              <a:off x="382491" y="4286685"/>
              <a:ext cx="38090" cy="317420"/>
            </a:xfrm>
            <a:prstGeom prst="rect">
              <a:avLst/>
            </a:prstGeom>
            <a:solidFill>
              <a:srgbClr val="2E4470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11" name="Rectangle 78">
              <a:extLst>
                <a:ext uri="{FF2B5EF4-FFF2-40B4-BE49-F238E27FC236}">
                  <a16:creationId xmlns:a16="http://schemas.microsoft.com/office/drawing/2014/main" id="{A4DF57C5-62AE-D74B-4315-90BD28EC035E}"/>
                </a:ext>
              </a:extLst>
            </p:cNvPr>
            <p:cNvSpPr/>
            <p:nvPr/>
          </p:nvSpPr>
          <p:spPr>
            <a:xfrm>
              <a:off x="420582" y="4286685"/>
              <a:ext cx="11642989" cy="317420"/>
            </a:xfrm>
            <a:prstGeom prst="rect">
              <a:avLst/>
            </a:prstGeom>
            <a:solidFill>
              <a:srgbClr val="E8ECF4"/>
            </a:solidFill>
            <a:ln>
              <a:solidFill>
                <a:srgbClr val="2E44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CF23378-1AFD-0A9A-F263-F7898C7C7717}"/>
                </a:ext>
              </a:extLst>
            </p:cNvPr>
            <p:cNvSpPr txBox="1"/>
            <p:nvPr/>
          </p:nvSpPr>
          <p:spPr>
            <a:xfrm>
              <a:off x="458672" y="4311400"/>
              <a:ext cx="1155411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사업 범위</a:t>
              </a:r>
              <a:r>
                <a:rPr lang="en-US" altLang="ko-KR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전체</a:t>
              </a:r>
              <a:r>
                <a:rPr lang="en-US" altLang="ko-KR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)</a:t>
              </a:r>
              <a:endParaRPr sz="1200" b="1" dirty="0">
                <a:solidFill>
                  <a:schemeClr val="accent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1676401" y="1772864"/>
            <a:ext cx="8407400" cy="3225482"/>
            <a:chOff x="1600220" y="1808621"/>
            <a:chExt cx="8407400" cy="3225482"/>
          </a:xfrm>
        </p:grpSpPr>
        <p:grpSp>
          <p:nvGrpSpPr>
            <p:cNvPr id="15" name="그룹 14"/>
            <p:cNvGrpSpPr/>
            <p:nvPr/>
          </p:nvGrpSpPr>
          <p:grpSpPr>
            <a:xfrm>
              <a:off x="1600220" y="1811591"/>
              <a:ext cx="3940154" cy="1392638"/>
              <a:chOff x="-1534581" y="1535081"/>
              <a:chExt cx="5616936" cy="919133"/>
            </a:xfrm>
          </p:grpSpPr>
          <p:sp>
            <p:nvSpPr>
              <p:cNvPr id="27" name="Rectangle 95">
                <a:extLst>
                  <a:ext uri="{FF2B5EF4-FFF2-40B4-BE49-F238E27FC236}">
                    <a16:creationId xmlns:a16="http://schemas.microsoft.com/office/drawing/2014/main" id="{3735BE3A-94B1-EAE8-D814-64D48B627497}"/>
                  </a:ext>
                </a:extLst>
              </p:cNvPr>
              <p:cNvSpPr/>
              <p:nvPr/>
            </p:nvSpPr>
            <p:spPr>
              <a:xfrm>
                <a:off x="-1534581" y="1535081"/>
                <a:ext cx="5616935" cy="181890"/>
              </a:xfrm>
              <a:prstGeom prst="rect">
                <a:avLst/>
              </a:prstGeom>
              <a:solidFill>
                <a:srgbClr val="445064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88CE33A-2F4A-2B39-AB71-E641A5701E2E}"/>
                  </a:ext>
                </a:extLst>
              </p:cNvPr>
              <p:cNvSpPr txBox="1"/>
              <p:nvPr/>
            </p:nvSpPr>
            <p:spPr>
              <a:xfrm>
                <a:off x="-1471215" y="1547653"/>
                <a:ext cx="5553570" cy="172661"/>
              </a:xfrm>
              <a:prstGeom prst="rect">
                <a:avLst/>
              </a:prstGeom>
              <a:noFill/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100" b="1" dirty="0">
                    <a:solidFill>
                      <a:srgbClr val="FFFFFF"/>
                    </a:solidFill>
                    <a:latin typeface="+mn-ea"/>
                  </a:rPr>
                  <a:t>아키텍처 전환</a:t>
                </a:r>
                <a:endParaRPr sz="11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29" name="Rectangle 97">
                <a:extLst>
                  <a:ext uri="{FF2B5EF4-FFF2-40B4-BE49-F238E27FC236}">
                    <a16:creationId xmlns:a16="http://schemas.microsoft.com/office/drawing/2014/main" id="{75AD7C84-804A-CD0F-6B2C-92D8B9655795}"/>
                  </a:ext>
                </a:extLst>
              </p:cNvPr>
              <p:cNvSpPr/>
              <p:nvPr/>
            </p:nvSpPr>
            <p:spPr>
              <a:xfrm>
                <a:off x="-1534581" y="1716971"/>
                <a:ext cx="5616936" cy="737243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1E2D4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3BAE6BA-E6FC-23B9-4E0F-32EC394C55EF}"/>
                  </a:ext>
                </a:extLst>
              </p:cNvPr>
              <p:cNvSpPr txBox="1"/>
              <p:nvPr/>
            </p:nvSpPr>
            <p:spPr>
              <a:xfrm>
                <a:off x="-1365998" y="1749168"/>
                <a:ext cx="5298989" cy="670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200" dirty="0">
                    <a:latin typeface="+mn-ea"/>
                  </a:rPr>
                  <a:t>구형 </a:t>
                </a:r>
                <a:r>
                  <a:rPr lang="en-US" altLang="ko-KR" sz="1200" dirty="0">
                    <a:latin typeface="+mn-ea"/>
                  </a:rPr>
                  <a:t>ASP </a:t>
                </a:r>
                <a:r>
                  <a:rPr lang="ko-KR" altLang="en-US" sz="1200" dirty="0">
                    <a:latin typeface="+mn-ea"/>
                  </a:rPr>
                  <a:t>환경 → </a:t>
                </a:r>
                <a:r>
                  <a:rPr lang="en-US" altLang="ko-KR" sz="1200" dirty="0">
                    <a:latin typeface="+mn-ea"/>
                  </a:rPr>
                  <a:t>JAVA/Spring </a:t>
                </a:r>
                <a:r>
                  <a:rPr lang="ko-KR" altLang="en-US" sz="1200" dirty="0">
                    <a:latin typeface="+mn-ea"/>
                  </a:rPr>
                  <a:t>기반</a:t>
                </a:r>
                <a:endParaRPr lang="en-US" altLang="ko-KR" sz="1200" dirty="0">
                  <a:latin typeface="+mn-ea"/>
                </a:endParaRPr>
              </a:p>
              <a:p>
                <a:pPr algn="ctr"/>
                <a:endParaRPr lang="en-US" altLang="ko-KR" sz="1200" dirty="0">
                  <a:latin typeface="+mn-ea"/>
                </a:endParaRPr>
              </a:p>
              <a:p>
                <a:pPr algn="ctr"/>
                <a:r>
                  <a:rPr lang="ko-KR" altLang="en-US" sz="1200" dirty="0">
                    <a:latin typeface="+mn-ea"/>
                  </a:rPr>
                  <a:t>전자정부프레임워크</a:t>
                </a:r>
                <a:endParaRPr lang="en-US" altLang="ko-KR" sz="1200" dirty="0">
                  <a:latin typeface="+mn-ea"/>
                </a:endParaRPr>
              </a:p>
              <a:p>
                <a:pPr algn="ctr"/>
                <a:r>
                  <a:rPr lang="en-US" altLang="ko-KR" sz="1200" dirty="0">
                    <a:latin typeface="+mn-ea"/>
                  </a:rPr>
                  <a:t> </a:t>
                </a:r>
              </a:p>
              <a:p>
                <a:pPr algn="ctr"/>
                <a:r>
                  <a:rPr lang="ko-KR" altLang="en-US" sz="1200" dirty="0">
                    <a:latin typeface="+mn-ea"/>
                  </a:rPr>
                  <a:t>아키텍처 전면 재설계</a:t>
                </a:r>
                <a:endParaRPr sz="1200" dirty="0">
                  <a:latin typeface="+mn-ea"/>
                </a:endParaRPr>
              </a:p>
            </p:txBody>
          </p:sp>
        </p:grpSp>
        <p:grpSp>
          <p:nvGrpSpPr>
            <p:cNvPr id="67" name="그룹 66"/>
            <p:cNvGrpSpPr/>
            <p:nvPr/>
          </p:nvGrpSpPr>
          <p:grpSpPr>
            <a:xfrm>
              <a:off x="6115045" y="1808621"/>
              <a:ext cx="3892574" cy="1392638"/>
              <a:chOff x="245194" y="1535081"/>
              <a:chExt cx="5549110" cy="919133"/>
            </a:xfrm>
          </p:grpSpPr>
          <p:sp>
            <p:nvSpPr>
              <p:cNvPr id="68" name="Rectangle 95">
                <a:extLst>
                  <a:ext uri="{FF2B5EF4-FFF2-40B4-BE49-F238E27FC236}">
                    <a16:creationId xmlns:a16="http://schemas.microsoft.com/office/drawing/2014/main" id="{3735BE3A-94B1-EAE8-D814-64D48B627497}"/>
                  </a:ext>
                </a:extLst>
              </p:cNvPr>
              <p:cNvSpPr/>
              <p:nvPr/>
            </p:nvSpPr>
            <p:spPr>
              <a:xfrm>
                <a:off x="245194" y="1535081"/>
                <a:ext cx="5549110" cy="181890"/>
              </a:xfrm>
              <a:prstGeom prst="rect">
                <a:avLst/>
              </a:prstGeom>
              <a:solidFill>
                <a:srgbClr val="1E2D45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588CE33A-2F4A-2B39-AB71-E641A5701E2E}"/>
                  </a:ext>
                </a:extLst>
              </p:cNvPr>
              <p:cNvSpPr txBox="1"/>
              <p:nvPr/>
            </p:nvSpPr>
            <p:spPr>
              <a:xfrm>
                <a:off x="245194" y="1547653"/>
                <a:ext cx="5549110" cy="172661"/>
              </a:xfrm>
              <a:prstGeom prst="rect">
                <a:avLst/>
              </a:prstGeom>
              <a:noFill/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b="1" dirty="0">
                    <a:solidFill>
                      <a:srgbClr val="FFFFFF"/>
                    </a:solidFill>
                    <a:latin typeface="+mn-ea"/>
                  </a:rPr>
                  <a:t>UI/UX </a:t>
                </a:r>
                <a:r>
                  <a:rPr lang="ko-KR" altLang="en-US" sz="1100" b="1" dirty="0">
                    <a:solidFill>
                      <a:srgbClr val="FFFFFF"/>
                    </a:solidFill>
                    <a:latin typeface="+mn-ea"/>
                  </a:rPr>
                  <a:t>고도화</a:t>
                </a:r>
                <a:endParaRPr sz="11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70" name="Rectangle 97">
                <a:extLst>
                  <a:ext uri="{FF2B5EF4-FFF2-40B4-BE49-F238E27FC236}">
                    <a16:creationId xmlns:a16="http://schemas.microsoft.com/office/drawing/2014/main" id="{75AD7C84-804A-CD0F-6B2C-92D8B9655795}"/>
                  </a:ext>
                </a:extLst>
              </p:cNvPr>
              <p:cNvSpPr/>
              <p:nvPr/>
            </p:nvSpPr>
            <p:spPr>
              <a:xfrm>
                <a:off x="245195" y="1716971"/>
                <a:ext cx="5549109" cy="737243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1E2D4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03BAE6BA-E6FC-23B9-4E0F-32EC394C55EF}"/>
                  </a:ext>
                </a:extLst>
              </p:cNvPr>
              <p:cNvSpPr txBox="1"/>
              <p:nvPr/>
            </p:nvSpPr>
            <p:spPr>
              <a:xfrm>
                <a:off x="300593" y="1865483"/>
                <a:ext cx="5440511" cy="4265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200" dirty="0">
                    <a:latin typeface="+mn-ea"/>
                  </a:rPr>
                  <a:t>웹 표준 및 </a:t>
                </a:r>
                <a:r>
                  <a:rPr lang="ko-KR" altLang="en-US" sz="1200" dirty="0" err="1">
                    <a:latin typeface="+mn-ea"/>
                  </a:rPr>
                  <a:t>반응형</a:t>
                </a:r>
                <a:r>
                  <a:rPr lang="ko-KR" altLang="en-US" sz="1200" dirty="0">
                    <a:latin typeface="+mn-ea"/>
                  </a:rPr>
                  <a:t> 웹 기술 적용 </a:t>
                </a:r>
                <a:endParaRPr lang="en-US" altLang="ko-KR" sz="1200" dirty="0">
                  <a:latin typeface="+mn-ea"/>
                </a:endParaRPr>
              </a:p>
              <a:p>
                <a:pPr algn="ctr"/>
                <a:endParaRPr lang="en-US" altLang="ko-KR" sz="1200" dirty="0">
                  <a:latin typeface="+mn-ea"/>
                </a:endParaRPr>
              </a:p>
              <a:p>
                <a:pPr algn="ctr"/>
                <a:r>
                  <a:rPr lang="ko-KR" altLang="en-US" sz="1200" dirty="0">
                    <a:latin typeface="+mn-ea"/>
                  </a:rPr>
                  <a:t>사용자 중심의 </a:t>
                </a:r>
                <a:r>
                  <a:rPr lang="en-US" altLang="ko-KR" sz="1200" dirty="0">
                    <a:latin typeface="+mn-ea"/>
                  </a:rPr>
                  <a:t>UI/UX </a:t>
                </a:r>
                <a:r>
                  <a:rPr lang="ko-KR" altLang="en-US" sz="1200" dirty="0">
                    <a:latin typeface="+mn-ea"/>
                  </a:rPr>
                  <a:t>개편</a:t>
                </a:r>
              </a:p>
            </p:txBody>
          </p:sp>
        </p:grpSp>
        <p:grpSp>
          <p:nvGrpSpPr>
            <p:cNvPr id="72" name="그룹 71"/>
            <p:cNvGrpSpPr/>
            <p:nvPr/>
          </p:nvGrpSpPr>
          <p:grpSpPr>
            <a:xfrm>
              <a:off x="1600220" y="3641465"/>
              <a:ext cx="3911559" cy="1392637"/>
              <a:chOff x="-1493819" y="1535081"/>
              <a:chExt cx="5576173" cy="919133"/>
            </a:xfrm>
          </p:grpSpPr>
          <p:sp>
            <p:nvSpPr>
              <p:cNvPr id="73" name="Rectangle 95">
                <a:extLst>
                  <a:ext uri="{FF2B5EF4-FFF2-40B4-BE49-F238E27FC236}">
                    <a16:creationId xmlns:a16="http://schemas.microsoft.com/office/drawing/2014/main" id="{3735BE3A-94B1-EAE8-D814-64D48B627497}"/>
                  </a:ext>
                </a:extLst>
              </p:cNvPr>
              <p:cNvSpPr/>
              <p:nvPr/>
            </p:nvSpPr>
            <p:spPr>
              <a:xfrm>
                <a:off x="-1493819" y="1535081"/>
                <a:ext cx="5576173" cy="181890"/>
              </a:xfrm>
              <a:prstGeom prst="rect">
                <a:avLst/>
              </a:prstGeom>
              <a:solidFill>
                <a:srgbClr val="1E2D45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588CE33A-2F4A-2B39-AB71-E641A5701E2E}"/>
                  </a:ext>
                </a:extLst>
              </p:cNvPr>
              <p:cNvSpPr txBox="1"/>
              <p:nvPr/>
            </p:nvSpPr>
            <p:spPr>
              <a:xfrm>
                <a:off x="-1493819" y="1547653"/>
                <a:ext cx="5576173" cy="172661"/>
              </a:xfrm>
              <a:prstGeom prst="rect">
                <a:avLst/>
              </a:prstGeom>
              <a:noFill/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100" b="1" dirty="0">
                    <a:solidFill>
                      <a:srgbClr val="FFFFFF"/>
                    </a:solidFill>
                    <a:latin typeface="+mn-ea"/>
                  </a:rPr>
                  <a:t>데이터 </a:t>
                </a:r>
                <a:r>
                  <a:rPr lang="ko-KR" altLang="en-US" sz="1100" b="1" dirty="0" err="1">
                    <a:solidFill>
                      <a:srgbClr val="FFFFFF"/>
                    </a:solidFill>
                    <a:latin typeface="+mn-ea"/>
                  </a:rPr>
                  <a:t>마이그레이션</a:t>
                </a:r>
                <a:endParaRPr lang="ko-KR" altLang="en-US" sz="11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75" name="Rectangle 97">
                <a:extLst>
                  <a:ext uri="{FF2B5EF4-FFF2-40B4-BE49-F238E27FC236}">
                    <a16:creationId xmlns:a16="http://schemas.microsoft.com/office/drawing/2014/main" id="{75AD7C84-804A-CD0F-6B2C-92D8B9655795}"/>
                  </a:ext>
                </a:extLst>
              </p:cNvPr>
              <p:cNvSpPr/>
              <p:nvPr/>
            </p:nvSpPr>
            <p:spPr>
              <a:xfrm>
                <a:off x="-1493819" y="1716971"/>
                <a:ext cx="5576173" cy="737243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1E2D4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3BAE6BA-E6FC-23B9-4E0F-32EC394C55EF}"/>
                  </a:ext>
                </a:extLst>
              </p:cNvPr>
              <p:cNvSpPr txBox="1"/>
              <p:nvPr/>
            </p:nvSpPr>
            <p:spPr>
              <a:xfrm>
                <a:off x="-1322250" y="1753999"/>
                <a:ext cx="5260533" cy="670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200" dirty="0">
                    <a:latin typeface="+mn-ea"/>
                  </a:rPr>
                  <a:t>기존 </a:t>
                </a:r>
                <a:r>
                  <a:rPr lang="en-US" altLang="ko-KR" sz="1200" dirty="0">
                    <a:latin typeface="+mn-ea"/>
                  </a:rPr>
                  <a:t>DB </a:t>
                </a:r>
                <a:r>
                  <a:rPr lang="ko-KR" altLang="en-US" sz="1200" dirty="0">
                    <a:latin typeface="+mn-ea"/>
                  </a:rPr>
                  <a:t>분석</a:t>
                </a:r>
                <a:r>
                  <a:rPr lang="en-US" altLang="ko-KR" sz="1200" dirty="0">
                    <a:latin typeface="+mn-ea"/>
                  </a:rPr>
                  <a:t>, </a:t>
                </a:r>
                <a:r>
                  <a:rPr lang="ko-KR" altLang="en-US" sz="1200" dirty="0">
                    <a:latin typeface="+mn-ea"/>
                  </a:rPr>
                  <a:t>정제</a:t>
                </a:r>
                <a:endParaRPr lang="en-US" altLang="ko-KR" sz="1200" dirty="0">
                  <a:latin typeface="+mn-ea"/>
                </a:endParaRPr>
              </a:p>
              <a:p>
                <a:pPr algn="ctr"/>
                <a:endParaRPr lang="en-US" altLang="ko-KR" sz="1200" dirty="0">
                  <a:latin typeface="+mn-ea"/>
                </a:endParaRPr>
              </a:p>
              <a:p>
                <a:pPr algn="ctr"/>
                <a:r>
                  <a:rPr lang="ko-KR" altLang="en-US" sz="1200" dirty="0">
                    <a:latin typeface="+mn-ea"/>
                  </a:rPr>
                  <a:t>신규 표준 아키텍처</a:t>
                </a:r>
              </a:p>
              <a:p>
                <a:pPr algn="ctr"/>
                <a:endParaRPr lang="ko-KR" altLang="en-US" sz="1200" dirty="0">
                  <a:latin typeface="+mn-ea"/>
                </a:endParaRPr>
              </a:p>
              <a:p>
                <a:pPr algn="ctr"/>
                <a:r>
                  <a:rPr lang="ko-KR" altLang="en-US" sz="1200" dirty="0">
                    <a:latin typeface="+mn-ea"/>
                  </a:rPr>
                  <a:t>안정적인 데이터 이관</a:t>
                </a:r>
              </a:p>
            </p:txBody>
          </p:sp>
        </p:grpSp>
        <p:grpSp>
          <p:nvGrpSpPr>
            <p:cNvPr id="77" name="그룹 76"/>
            <p:cNvGrpSpPr/>
            <p:nvPr/>
          </p:nvGrpSpPr>
          <p:grpSpPr>
            <a:xfrm>
              <a:off x="6113161" y="3641465"/>
              <a:ext cx="3894459" cy="1392638"/>
              <a:chOff x="245194" y="1535081"/>
              <a:chExt cx="5551795" cy="919133"/>
            </a:xfrm>
          </p:grpSpPr>
          <p:sp>
            <p:nvSpPr>
              <p:cNvPr id="78" name="Rectangle 95">
                <a:extLst>
                  <a:ext uri="{FF2B5EF4-FFF2-40B4-BE49-F238E27FC236}">
                    <a16:creationId xmlns:a16="http://schemas.microsoft.com/office/drawing/2014/main" id="{3735BE3A-94B1-EAE8-D814-64D48B627497}"/>
                  </a:ext>
                </a:extLst>
              </p:cNvPr>
              <p:cNvSpPr/>
              <p:nvPr/>
            </p:nvSpPr>
            <p:spPr>
              <a:xfrm>
                <a:off x="245194" y="1535081"/>
                <a:ext cx="5551795" cy="181890"/>
              </a:xfrm>
              <a:prstGeom prst="rect">
                <a:avLst/>
              </a:prstGeom>
              <a:solidFill>
                <a:srgbClr val="2E4470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588CE33A-2F4A-2B39-AB71-E641A5701E2E}"/>
                  </a:ext>
                </a:extLst>
              </p:cNvPr>
              <p:cNvSpPr txBox="1"/>
              <p:nvPr/>
            </p:nvSpPr>
            <p:spPr>
              <a:xfrm>
                <a:off x="245194" y="1547653"/>
                <a:ext cx="5551795" cy="172661"/>
              </a:xfrm>
              <a:prstGeom prst="rect">
                <a:avLst/>
              </a:prstGeom>
              <a:noFill/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100" b="1" dirty="0">
                    <a:solidFill>
                      <a:srgbClr val="FFFFFF"/>
                    </a:solidFill>
                    <a:latin typeface="+mn-ea"/>
                  </a:rPr>
                  <a:t>연계 및 보안 최적화</a:t>
                </a:r>
              </a:p>
            </p:txBody>
          </p:sp>
          <p:sp>
            <p:nvSpPr>
              <p:cNvPr id="80" name="Rectangle 97">
                <a:extLst>
                  <a:ext uri="{FF2B5EF4-FFF2-40B4-BE49-F238E27FC236}">
                    <a16:creationId xmlns:a16="http://schemas.microsoft.com/office/drawing/2014/main" id="{75AD7C84-804A-CD0F-6B2C-92D8B9655795}"/>
                  </a:ext>
                </a:extLst>
              </p:cNvPr>
              <p:cNvSpPr/>
              <p:nvPr/>
            </p:nvSpPr>
            <p:spPr>
              <a:xfrm>
                <a:off x="245194" y="1716971"/>
                <a:ext cx="5551795" cy="737243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1E2D4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03BAE6BA-E6FC-23B9-4E0F-32EC394C55EF}"/>
                  </a:ext>
                </a:extLst>
              </p:cNvPr>
              <p:cNvSpPr txBox="1"/>
              <p:nvPr/>
            </p:nvSpPr>
            <p:spPr>
              <a:xfrm>
                <a:off x="406995" y="1857619"/>
                <a:ext cx="5237535" cy="4265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200" dirty="0">
                    <a:latin typeface="+mn-ea"/>
                  </a:rPr>
                  <a:t>외부 인터페이스 표준화</a:t>
                </a:r>
                <a:endParaRPr lang="en-US" altLang="ko-KR" sz="1200" dirty="0">
                  <a:latin typeface="+mn-ea"/>
                </a:endParaRPr>
              </a:p>
              <a:p>
                <a:pPr algn="ctr"/>
                <a:r>
                  <a:rPr lang="ko-KR" altLang="en-US" sz="1200" dirty="0">
                    <a:latin typeface="+mn-ea"/>
                  </a:rPr>
                  <a:t> </a:t>
                </a:r>
                <a:endParaRPr lang="en-US" altLang="ko-KR" sz="1200" dirty="0">
                  <a:latin typeface="+mn-ea"/>
                </a:endParaRPr>
              </a:p>
              <a:p>
                <a:pPr algn="ctr"/>
                <a:r>
                  <a:rPr lang="ko-KR" altLang="en-US" sz="1200" dirty="0">
                    <a:latin typeface="+mn-ea"/>
                  </a:rPr>
                  <a:t>최신 통합 보안 솔루션 적용</a:t>
                </a:r>
              </a:p>
            </p:txBody>
          </p:sp>
        </p:grpSp>
      </p:grpSp>
      <p:sp>
        <p:nvSpPr>
          <p:cNvPr id="82" name="Rectangle 81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720000" y="6591600"/>
            <a:ext cx="2376000" cy="266400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Noto Sans KR"/>
              </a:rPr>
              <a:t>5 / 50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AE68320-0DAD-456C-AB70-1CE848F7C504}"/>
              </a:ext>
            </a:extLst>
          </p:cNvPr>
          <p:cNvGrpSpPr/>
          <p:nvPr/>
        </p:nvGrpSpPr>
        <p:grpSpPr>
          <a:xfrm>
            <a:off x="293550" y="5637181"/>
            <a:ext cx="11680919" cy="396000"/>
            <a:chOff x="255600" y="2015999"/>
            <a:chExt cx="11680919" cy="396000"/>
          </a:xfrm>
        </p:grpSpPr>
        <p:sp>
          <p:nvSpPr>
            <p:cNvPr id="14" name="Rectangle 19">
              <a:extLst>
                <a:ext uri="{FF2B5EF4-FFF2-40B4-BE49-F238E27FC236}">
                  <a16:creationId xmlns:a16="http://schemas.microsoft.com/office/drawing/2014/main" id="{462E53AE-89D3-80BF-C71E-4FDBF78C955E}"/>
                </a:ext>
              </a:extLst>
            </p:cNvPr>
            <p:cNvSpPr/>
            <p:nvPr/>
          </p:nvSpPr>
          <p:spPr>
            <a:xfrm>
              <a:off x="255600" y="2015999"/>
              <a:ext cx="11680919" cy="396000"/>
            </a:xfrm>
            <a:prstGeom prst="rect">
              <a:avLst/>
            </a:prstGeom>
            <a:solidFill>
              <a:srgbClr val="FFF6E5"/>
            </a:solidFill>
            <a:ln w="12700">
              <a:solidFill>
                <a:srgbClr val="E0A9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9752FDE-A977-69FC-AF9D-DA71A26D724A}"/>
                </a:ext>
              </a:extLst>
            </p:cNvPr>
            <p:cNvSpPr txBox="1"/>
            <p:nvPr/>
          </p:nvSpPr>
          <p:spPr>
            <a:xfrm>
              <a:off x="396000" y="2129360"/>
              <a:ext cx="11472119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1" dirty="0">
                  <a:solidFill>
                    <a:srgbClr val="8A5A00"/>
                  </a:solidFill>
                  <a:latin typeface="Noto Sans KR"/>
                </a:rPr>
                <a:t>※ 본 </a:t>
              </a:r>
              <a:r>
                <a:rPr sz="1100" b="1" dirty="0" err="1">
                  <a:solidFill>
                    <a:srgbClr val="8A5A00"/>
                  </a:solidFill>
                  <a:latin typeface="Noto Sans KR"/>
                </a:rPr>
                <a:t>문서는</a:t>
              </a:r>
              <a:r>
                <a:rPr sz="1100" b="1" dirty="0">
                  <a:solidFill>
                    <a:srgbClr val="8A5A00"/>
                  </a:solidFill>
                  <a:latin typeface="Noto Sans KR"/>
                </a:rPr>
                <a:t> UI/UX </a:t>
              </a:r>
              <a:r>
                <a:rPr sz="1100" b="1" dirty="0" err="1">
                  <a:solidFill>
                    <a:srgbClr val="8A5A00"/>
                  </a:solidFill>
                  <a:latin typeface="Noto Sans KR"/>
                </a:rPr>
                <a:t>개선을</a:t>
              </a:r>
              <a:r>
                <a:rPr sz="1100" b="1" dirty="0">
                  <a:solidFill>
                    <a:srgbClr val="8A5A00"/>
                  </a:solidFill>
                  <a:latin typeface="Noto Sans KR"/>
                </a:rPr>
                <a:t> </a:t>
              </a:r>
              <a:r>
                <a:rPr sz="1100" b="1" dirty="0" err="1">
                  <a:solidFill>
                    <a:srgbClr val="8A5A00"/>
                  </a:solidFill>
                  <a:latin typeface="Noto Sans KR"/>
                </a:rPr>
                <a:t>중심으로</a:t>
              </a:r>
              <a:r>
                <a:rPr sz="1100" b="1" dirty="0">
                  <a:solidFill>
                    <a:srgbClr val="8A5A00"/>
                  </a:solidFill>
                  <a:latin typeface="Noto Sans KR"/>
                </a:rPr>
                <a:t> </a:t>
              </a:r>
              <a:r>
                <a:rPr sz="1100" b="1" dirty="0" err="1">
                  <a:solidFill>
                    <a:srgbClr val="8A5A00"/>
                  </a:solidFill>
                  <a:latin typeface="Noto Sans KR"/>
                </a:rPr>
                <a:t>하는</a:t>
              </a:r>
              <a:r>
                <a:rPr sz="1100" b="1" dirty="0">
                  <a:solidFill>
                    <a:srgbClr val="8A5A00"/>
                  </a:solidFill>
                  <a:latin typeface="Noto Sans KR"/>
                </a:rPr>
                <a:t> </a:t>
              </a:r>
              <a:r>
                <a:rPr sz="1100" b="1" dirty="0" err="1">
                  <a:solidFill>
                    <a:srgbClr val="8A5A00"/>
                  </a:solidFill>
                  <a:latin typeface="Noto Sans KR"/>
                </a:rPr>
                <a:t>화면</a:t>
              </a:r>
              <a:r>
                <a:rPr lang="en-US" sz="1100" b="1" dirty="0">
                  <a:solidFill>
                    <a:srgbClr val="8A5A00"/>
                  </a:solidFill>
                  <a:latin typeface="Noto Sans KR"/>
                </a:rPr>
                <a:t> </a:t>
              </a:r>
              <a:r>
                <a:rPr sz="1100" b="1" dirty="0" err="1">
                  <a:solidFill>
                    <a:srgbClr val="8A5A00"/>
                  </a:solidFill>
                  <a:latin typeface="Noto Sans KR"/>
                </a:rPr>
                <a:t>설계</a:t>
              </a:r>
              <a:r>
                <a:rPr lang="ko-KR" altLang="en-US" sz="1100" b="1" dirty="0" err="1">
                  <a:solidFill>
                    <a:srgbClr val="8A5A00"/>
                  </a:solidFill>
                  <a:latin typeface="Noto Sans KR"/>
                </a:rPr>
                <a:t>에</a:t>
              </a:r>
              <a:r>
                <a:rPr lang="ko-KR" altLang="en-US" sz="1100" b="1" dirty="0">
                  <a:solidFill>
                    <a:srgbClr val="8A5A00"/>
                  </a:solidFill>
                  <a:latin typeface="Noto Sans KR"/>
                </a:rPr>
                <a:t> 집중</a:t>
              </a:r>
              <a:endParaRPr sz="1100" b="1" dirty="0">
                <a:solidFill>
                  <a:srgbClr val="8A5A00"/>
                </a:solidFill>
                <a:latin typeface="Noto Sans KR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7560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0" y="-3494"/>
            <a:ext cx="12192000" cy="6861494"/>
            <a:chOff x="0" y="-3494"/>
            <a:chExt cx="12192000" cy="6861494"/>
          </a:xfrm>
        </p:grpSpPr>
        <p:grpSp>
          <p:nvGrpSpPr>
            <p:cNvPr id="3" name="그룹 2"/>
            <p:cNvGrpSpPr/>
            <p:nvPr/>
          </p:nvGrpSpPr>
          <p:grpSpPr>
            <a:xfrm>
              <a:off x="0" y="-3494"/>
              <a:ext cx="12188952" cy="502920"/>
              <a:chOff x="0" y="-3494"/>
              <a:chExt cx="12188952" cy="502920"/>
            </a:xfrm>
          </p:grpSpPr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4E368FDE-E6C4-9C10-B794-DC7FE9AFE767}"/>
                  </a:ext>
                </a:extLst>
              </p:cNvPr>
              <p:cNvSpPr/>
              <p:nvPr/>
            </p:nvSpPr>
            <p:spPr>
              <a:xfrm>
                <a:off x="0" y="-3494"/>
                <a:ext cx="12188952" cy="502920"/>
              </a:xfrm>
              <a:prstGeom prst="rect">
                <a:avLst/>
              </a:prstGeom>
              <a:solidFill>
                <a:srgbClr val="2E4470"/>
              </a:solidFill>
              <a:ln>
                <a:noFill/>
              </a:ln>
              <a:effectLst>
                <a:reflection blurRad="6350" stA="52000" endA="300" endPos="35000" dir="5400000" sy="-100000" algn="bl" rotWithShape="0"/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9" name="Rectangle 2">
                <a:extLst>
                  <a:ext uri="{FF2B5EF4-FFF2-40B4-BE49-F238E27FC236}">
                    <a16:creationId xmlns:a16="http://schemas.microsoft.com/office/drawing/2014/main" id="{B0397472-7BC4-0F63-5086-828CC9DF6B34}"/>
                  </a:ext>
                </a:extLst>
              </p:cNvPr>
              <p:cNvSpPr/>
              <p:nvPr/>
            </p:nvSpPr>
            <p:spPr>
              <a:xfrm>
                <a:off x="0" y="-3494"/>
                <a:ext cx="45719" cy="502920"/>
              </a:xfrm>
              <a:prstGeom prst="rect">
                <a:avLst/>
              </a:prstGeom>
              <a:solidFill>
                <a:srgbClr val="1E2D45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grpSp>
            <p:nvGrpSpPr>
              <p:cNvPr id="10" name="그룹 9"/>
              <p:cNvGrpSpPr/>
              <p:nvPr/>
            </p:nvGrpSpPr>
            <p:grpSpPr>
              <a:xfrm>
                <a:off x="184469" y="42227"/>
                <a:ext cx="7054310" cy="356169"/>
                <a:chOff x="184469" y="42227"/>
                <a:chExt cx="7054310" cy="356169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B3990BB-31C1-4668-04FE-6D5EBEDE6554}"/>
                    </a:ext>
                  </a:extLst>
                </p:cNvPr>
                <p:cNvSpPr txBox="1"/>
                <p:nvPr/>
              </p:nvSpPr>
              <p:spPr>
                <a:xfrm>
                  <a:off x="184469" y="42227"/>
                  <a:ext cx="1371600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r>
                    <a:rPr lang="en-US"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endParaRPr sz="8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2FD72F6-3011-C22F-47A2-9605C4CCA03B}"/>
                    </a:ext>
                  </a:extLst>
                </p:cNvPr>
                <p:cNvSpPr txBox="1"/>
                <p:nvPr/>
              </p:nvSpPr>
              <p:spPr>
                <a:xfrm>
                  <a:off x="1525208" y="90619"/>
                  <a:ext cx="571357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400" b="1" dirty="0" err="1">
                      <a:solidFill>
                        <a:srgbClr val="E8ECF4"/>
                      </a:solidFill>
                      <a:latin typeface="+mn-ea"/>
                    </a:rPr>
                    <a:t>메뉴</a:t>
                  </a:r>
                  <a:r>
                    <a:rPr sz="1400" b="1" dirty="0">
                      <a:solidFill>
                        <a:srgbClr val="E8ECF4"/>
                      </a:solidFill>
                      <a:latin typeface="+mn-ea"/>
                    </a:rPr>
                    <a:t> </a:t>
                  </a:r>
                  <a:r>
                    <a:rPr sz="1400" b="1" dirty="0" err="1">
                      <a:solidFill>
                        <a:srgbClr val="E8ECF4"/>
                      </a:solidFill>
                      <a:latin typeface="+mn-ea"/>
                    </a:rPr>
                    <a:t>구조</a:t>
                  </a:r>
                  <a:r>
                    <a:rPr lang="ko-KR" altLang="en-US" sz="1400" b="1" dirty="0">
                      <a:solidFill>
                        <a:srgbClr val="E8ECF4"/>
                      </a:solidFill>
                      <a:latin typeface="+mn-ea"/>
                    </a:rPr>
                    <a:t>도</a:t>
                  </a:r>
                  <a:r>
                    <a:rPr sz="1400" b="1" dirty="0">
                      <a:solidFill>
                        <a:srgbClr val="E8ECF4"/>
                      </a:solidFill>
                      <a:latin typeface="+mn-ea"/>
                    </a:rPr>
                    <a:t> </a:t>
                  </a:r>
                  <a:r>
                    <a:rPr lang="en-US" sz="1400" b="1" dirty="0">
                      <a:solidFill>
                        <a:srgbClr val="E8ECF4"/>
                      </a:solidFill>
                      <a:latin typeface="+mn-ea"/>
                    </a:rPr>
                    <a:t>(</a:t>
                  </a:r>
                  <a:r>
                    <a:rPr lang="ko-KR" altLang="en-US" sz="1400" b="1" dirty="0">
                      <a:solidFill>
                        <a:srgbClr val="E8ECF4"/>
                      </a:solidFill>
                      <a:latin typeface="+mn-ea"/>
                    </a:rPr>
                    <a:t>전체</a:t>
                  </a:r>
                  <a:r>
                    <a:rPr lang="en-US" sz="1400" b="1" dirty="0">
                      <a:solidFill>
                        <a:srgbClr val="E8ECF4"/>
                      </a:solidFill>
                      <a:latin typeface="+mn-ea"/>
                    </a:rPr>
                    <a:t>)</a:t>
                  </a:r>
                  <a:endParaRPr sz="1400" b="1" dirty="0">
                    <a:solidFill>
                      <a:srgbClr val="E8ECF4"/>
                    </a:solidFill>
                    <a:latin typeface="+mn-ea"/>
                  </a:endParaRPr>
                </a:p>
              </p:txBody>
            </p:sp>
          </p:grpSp>
        </p:grpSp>
        <p:grpSp>
          <p:nvGrpSpPr>
            <p:cNvPr id="4" name="그룹 3"/>
            <p:cNvGrpSpPr/>
            <p:nvPr/>
          </p:nvGrpSpPr>
          <p:grpSpPr>
            <a:xfrm>
              <a:off x="0" y="6591300"/>
              <a:ext cx="12192000" cy="266700"/>
              <a:chOff x="0" y="6591300"/>
              <a:chExt cx="12192000" cy="266700"/>
            </a:xfrm>
          </p:grpSpPr>
          <p:sp>
            <p:nvSpPr>
              <p:cNvPr id="5" name="Rectangle 272"/>
              <p:cNvSpPr/>
              <p:nvPr/>
            </p:nvSpPr>
            <p:spPr>
              <a:xfrm>
                <a:off x="0" y="6591300"/>
                <a:ext cx="12192000" cy="266700"/>
              </a:xfrm>
              <a:prstGeom prst="rect">
                <a:avLst/>
              </a:prstGeom>
              <a:solidFill>
                <a:srgbClr val="1E2D4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34666" y="6642100"/>
                <a:ext cx="22172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소통나눔방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시스템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고도화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기획서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 | 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○○부처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○○과</a:t>
                </a:r>
                <a:endParaRPr sz="600" b="0" dirty="0">
                  <a:solidFill>
                    <a:srgbClr val="AABBCC"/>
                  </a:solidFill>
                  <a:latin typeface="+mn-ea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00D966-1A0F-E9CD-9352-FBDD81B3A5D5}"/>
                  </a:ext>
                </a:extLst>
              </p:cNvPr>
              <p:cNvSpPr txBox="1"/>
              <p:nvPr/>
            </p:nvSpPr>
            <p:spPr>
              <a:xfrm>
                <a:off x="4762898" y="6632027"/>
                <a:ext cx="73006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600" dirty="0">
                    <a:solidFill>
                      <a:srgbClr val="E8ECF4"/>
                    </a:solidFill>
                    <a:latin typeface="+mn-ea"/>
                  </a:rPr>
                  <a:t>PR v1.0</a:t>
                </a:r>
                <a:endParaRPr sz="600" dirty="0">
                  <a:solidFill>
                    <a:srgbClr val="E8ECF4"/>
                  </a:solidFill>
                  <a:latin typeface="+mn-ea"/>
                </a:endParaRPr>
              </a:p>
            </p:txBody>
          </p:sp>
        </p:grp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27F2D92-D46B-2DDB-78FC-8EF1B5A0020E}"/>
              </a:ext>
            </a:extLst>
          </p:cNvPr>
          <p:cNvGrpSpPr/>
          <p:nvPr/>
        </p:nvGrpSpPr>
        <p:grpSpPr>
          <a:xfrm>
            <a:off x="255460" y="993760"/>
            <a:ext cx="11681080" cy="317420"/>
            <a:chOff x="382491" y="4286685"/>
            <a:chExt cx="11681080" cy="317420"/>
          </a:xfrm>
        </p:grpSpPr>
        <p:sp>
          <p:nvSpPr>
            <p:cNvPr id="20" name="Rectangle 77">
              <a:extLst>
                <a:ext uri="{FF2B5EF4-FFF2-40B4-BE49-F238E27FC236}">
                  <a16:creationId xmlns:a16="http://schemas.microsoft.com/office/drawing/2014/main" id="{7772F2D2-5121-CC51-2089-29C7D1E0C7DA}"/>
                </a:ext>
              </a:extLst>
            </p:cNvPr>
            <p:cNvSpPr/>
            <p:nvPr/>
          </p:nvSpPr>
          <p:spPr>
            <a:xfrm>
              <a:off x="382491" y="4286685"/>
              <a:ext cx="38090" cy="317420"/>
            </a:xfrm>
            <a:prstGeom prst="rect">
              <a:avLst/>
            </a:prstGeom>
            <a:solidFill>
              <a:srgbClr val="2E4470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1" name="Rectangle 78">
              <a:extLst>
                <a:ext uri="{FF2B5EF4-FFF2-40B4-BE49-F238E27FC236}">
                  <a16:creationId xmlns:a16="http://schemas.microsoft.com/office/drawing/2014/main" id="{A4DF57C5-62AE-D74B-4315-90BD28EC035E}"/>
                </a:ext>
              </a:extLst>
            </p:cNvPr>
            <p:cNvSpPr/>
            <p:nvPr/>
          </p:nvSpPr>
          <p:spPr>
            <a:xfrm>
              <a:off x="420582" y="4286685"/>
              <a:ext cx="11642989" cy="317420"/>
            </a:xfrm>
            <a:prstGeom prst="rect">
              <a:avLst/>
            </a:prstGeom>
            <a:solidFill>
              <a:srgbClr val="E8ECF4"/>
            </a:solidFill>
            <a:ln>
              <a:solidFill>
                <a:srgbClr val="2E44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CF23378-1AFD-0A9A-F263-F7898C7C7717}"/>
                </a:ext>
              </a:extLst>
            </p:cNvPr>
            <p:cNvSpPr txBox="1"/>
            <p:nvPr/>
          </p:nvSpPr>
          <p:spPr>
            <a:xfrm>
              <a:off x="458672" y="4311400"/>
              <a:ext cx="1155411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메뉴 구조도 </a:t>
              </a:r>
              <a:r>
                <a:rPr lang="en-US" altLang="ko-KR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전체</a:t>
              </a:r>
              <a:r>
                <a:rPr lang="en-US" altLang="ko-KR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)</a:t>
              </a:r>
              <a:endParaRPr sz="1200" b="1" dirty="0">
                <a:solidFill>
                  <a:schemeClr val="accent1">
                    <a:lumMod val="50000"/>
                  </a:schemeClr>
                </a:solidFill>
                <a:latin typeface="+mn-ea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F03DBB0-374A-B912-71BE-7CB8B237CA13}"/>
              </a:ext>
            </a:extLst>
          </p:cNvPr>
          <p:cNvSpPr txBox="1"/>
          <p:nvPr/>
        </p:nvSpPr>
        <p:spPr>
          <a:xfrm>
            <a:off x="6984841" y="205950"/>
            <a:ext cx="50787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현황 분석</a:t>
            </a:r>
            <a:r>
              <a:rPr sz="900" dirty="0">
                <a:solidFill>
                  <a:schemeClr val="bg1"/>
                </a:solidFill>
                <a:latin typeface="+mn-ea"/>
              </a:rPr>
              <a:t>(</a:t>
            </a:r>
            <a:r>
              <a:rPr lang="en-US" sz="900" dirty="0">
                <a:solidFill>
                  <a:schemeClr val="bg1"/>
                </a:solidFill>
                <a:latin typeface="+mn-ea"/>
              </a:rPr>
              <a:t>AS-IS Analysis</a:t>
            </a:r>
            <a:r>
              <a:rPr sz="900" dirty="0">
                <a:solidFill>
                  <a:schemeClr val="bg1"/>
                </a:solidFill>
                <a:latin typeface="+mn-ea"/>
              </a:rPr>
              <a:t>)</a:t>
            </a:r>
          </a:p>
        </p:txBody>
      </p:sp>
      <p:grpSp>
        <p:nvGrpSpPr>
          <p:cNvPr id="196" name="그룹 195"/>
          <p:cNvGrpSpPr/>
          <p:nvPr/>
        </p:nvGrpSpPr>
        <p:grpSpPr>
          <a:xfrm>
            <a:off x="555493" y="1543785"/>
            <a:ext cx="11119104" cy="2971799"/>
            <a:chOff x="536512" y="640080"/>
            <a:chExt cx="11119104" cy="2971799"/>
          </a:xfrm>
        </p:grpSpPr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FB349976-A263-E9FA-DED9-B121025C1B97}"/>
                </a:ext>
              </a:extLst>
            </p:cNvPr>
            <p:cNvSpPr txBox="1"/>
            <p:nvPr/>
          </p:nvSpPr>
          <p:spPr>
            <a:xfrm>
              <a:off x="5122228" y="658368"/>
              <a:ext cx="196596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600" b="1" dirty="0" err="1">
                  <a:solidFill>
                    <a:srgbClr val="FFFFFF"/>
                  </a:solidFill>
                  <a:latin typeface="+mn-ea"/>
                </a:rPr>
                <a:t>소통나눔방</a:t>
              </a:r>
              <a:endParaRPr sz="16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98" name="Rectangle 9">
              <a:extLst>
                <a:ext uri="{FF2B5EF4-FFF2-40B4-BE49-F238E27FC236}">
                  <a16:creationId xmlns:a16="http://schemas.microsoft.com/office/drawing/2014/main" id="{A2D147E1-B911-7415-324D-A076043C09DC}"/>
                </a:ext>
              </a:extLst>
            </p:cNvPr>
            <p:cNvSpPr/>
            <p:nvPr/>
          </p:nvSpPr>
          <p:spPr>
            <a:xfrm>
              <a:off x="536512" y="1280160"/>
              <a:ext cx="11119104" cy="19050"/>
            </a:xfrm>
            <a:prstGeom prst="rect">
              <a:avLst/>
            </a:prstGeom>
            <a:solidFill>
              <a:srgbClr val="B3B3B3"/>
            </a:solidFill>
            <a:ln>
              <a:solidFill>
                <a:srgbClr val="2E44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99" name="Rectangle 10">
              <a:extLst>
                <a:ext uri="{FF2B5EF4-FFF2-40B4-BE49-F238E27FC236}">
                  <a16:creationId xmlns:a16="http://schemas.microsoft.com/office/drawing/2014/main" id="{E87B2E9F-10A7-08F3-A63D-0A0E57E45453}"/>
                </a:ext>
              </a:extLst>
            </p:cNvPr>
            <p:cNvSpPr/>
            <p:nvPr/>
          </p:nvSpPr>
          <p:spPr>
            <a:xfrm>
              <a:off x="1199452" y="1280160"/>
              <a:ext cx="19050" cy="713232"/>
            </a:xfrm>
            <a:prstGeom prst="rect">
              <a:avLst/>
            </a:prstGeom>
            <a:solidFill>
              <a:srgbClr val="B3B3B3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00" name="Rectangle 11">
              <a:extLst>
                <a:ext uri="{FF2B5EF4-FFF2-40B4-BE49-F238E27FC236}">
                  <a16:creationId xmlns:a16="http://schemas.microsoft.com/office/drawing/2014/main" id="{EA5F73CB-E07F-94FA-334E-0AFC5F045F1E}"/>
                </a:ext>
              </a:extLst>
            </p:cNvPr>
            <p:cNvSpPr/>
            <p:nvPr/>
          </p:nvSpPr>
          <p:spPr>
            <a:xfrm>
              <a:off x="536512" y="1325880"/>
              <a:ext cx="1325880" cy="384048"/>
            </a:xfrm>
            <a:prstGeom prst="rect">
              <a:avLst/>
            </a:prstGeom>
            <a:solidFill>
              <a:srgbClr val="2E4470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2863B852-0480-D50A-3CB2-8FE0AA90CD27}"/>
                </a:ext>
              </a:extLst>
            </p:cNvPr>
            <p:cNvSpPr txBox="1"/>
            <p:nvPr/>
          </p:nvSpPr>
          <p:spPr>
            <a:xfrm>
              <a:off x="536512" y="1391785"/>
              <a:ext cx="132588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 dirty="0" err="1">
                  <a:solidFill>
                    <a:srgbClr val="FFFFFF"/>
                  </a:solidFill>
                  <a:latin typeface="+mn-ea"/>
                </a:rPr>
                <a:t>대변인방</a:t>
              </a:r>
              <a:endParaRPr sz="105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02" name="Rectangle 13">
              <a:extLst>
                <a:ext uri="{FF2B5EF4-FFF2-40B4-BE49-F238E27FC236}">
                  <a16:creationId xmlns:a16="http://schemas.microsoft.com/office/drawing/2014/main" id="{008CBC20-876C-C28B-551D-CB1F45F5CD24}"/>
                </a:ext>
              </a:extLst>
            </p:cNvPr>
            <p:cNvSpPr/>
            <p:nvPr/>
          </p:nvSpPr>
          <p:spPr>
            <a:xfrm>
              <a:off x="536512" y="1874519"/>
              <a:ext cx="1325880" cy="31089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1A693DBD-F974-50F5-B5D3-A10970969C6D}"/>
                </a:ext>
              </a:extLst>
            </p:cNvPr>
            <p:cNvSpPr txBox="1"/>
            <p:nvPr/>
          </p:nvSpPr>
          <p:spPr>
            <a:xfrm>
              <a:off x="591376" y="1934904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dirty="0" err="1">
                  <a:solidFill>
                    <a:srgbClr val="444444"/>
                  </a:solidFill>
                  <a:latin typeface="+mn-ea"/>
                </a:rPr>
                <a:t>공지사항</a:t>
              </a:r>
              <a:endParaRPr sz="900" dirty="0">
                <a:solidFill>
                  <a:srgbClr val="444444"/>
                </a:solidFill>
                <a:latin typeface="+mn-ea"/>
              </a:endParaRPr>
            </a:p>
          </p:txBody>
        </p:sp>
        <p:sp>
          <p:nvSpPr>
            <p:cNvPr id="204" name="Rectangle 15">
              <a:extLst>
                <a:ext uri="{FF2B5EF4-FFF2-40B4-BE49-F238E27FC236}">
                  <a16:creationId xmlns:a16="http://schemas.microsoft.com/office/drawing/2014/main" id="{50BC1B01-69C0-FF5E-433E-B896A82C926E}"/>
                </a:ext>
              </a:extLst>
            </p:cNvPr>
            <p:cNvSpPr/>
            <p:nvPr/>
          </p:nvSpPr>
          <p:spPr>
            <a:xfrm>
              <a:off x="536512" y="2231135"/>
              <a:ext cx="1325880" cy="31089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0F8B74B2-C91B-C73E-E091-B8BA03C76ABF}"/>
                </a:ext>
              </a:extLst>
            </p:cNvPr>
            <p:cNvSpPr txBox="1"/>
            <p:nvPr/>
          </p:nvSpPr>
          <p:spPr>
            <a:xfrm>
              <a:off x="591376" y="2291520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dirty="0" err="1">
                  <a:solidFill>
                    <a:srgbClr val="444444"/>
                  </a:solidFill>
                  <a:latin typeface="+mn-ea"/>
                </a:rPr>
                <a:t>정책소통</a:t>
              </a:r>
              <a:r>
                <a:rPr sz="900" dirty="0">
                  <a:solidFill>
                    <a:srgbClr val="444444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444444"/>
                  </a:solidFill>
                  <a:latin typeface="+mn-ea"/>
                </a:rPr>
                <a:t>우수사례</a:t>
              </a:r>
              <a:endParaRPr sz="900" dirty="0">
                <a:solidFill>
                  <a:srgbClr val="444444"/>
                </a:solidFill>
                <a:latin typeface="+mn-ea"/>
              </a:endParaRPr>
            </a:p>
          </p:txBody>
        </p:sp>
        <p:sp>
          <p:nvSpPr>
            <p:cNvPr id="206" name="Rectangle 17">
              <a:extLst>
                <a:ext uri="{FF2B5EF4-FFF2-40B4-BE49-F238E27FC236}">
                  <a16:creationId xmlns:a16="http://schemas.microsoft.com/office/drawing/2014/main" id="{16FC52DC-35F6-024B-02AA-5A72B9C3D90C}"/>
                </a:ext>
              </a:extLst>
            </p:cNvPr>
            <p:cNvSpPr/>
            <p:nvPr/>
          </p:nvSpPr>
          <p:spPr>
            <a:xfrm>
              <a:off x="536512" y="2587751"/>
              <a:ext cx="1325880" cy="31089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AF99C265-7B66-9D76-4AB8-72B57053355A}"/>
                </a:ext>
              </a:extLst>
            </p:cNvPr>
            <p:cNvSpPr txBox="1"/>
            <p:nvPr/>
          </p:nvSpPr>
          <p:spPr>
            <a:xfrm>
              <a:off x="591376" y="2648136"/>
              <a:ext cx="133858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dirty="0" err="1">
                  <a:solidFill>
                    <a:srgbClr val="444444"/>
                  </a:solidFill>
                  <a:latin typeface="+mn-ea"/>
                </a:rPr>
                <a:t>주요이슈</a:t>
              </a:r>
              <a:r>
                <a:rPr sz="900" dirty="0">
                  <a:solidFill>
                    <a:srgbClr val="444444"/>
                  </a:solidFill>
                  <a:latin typeface="+mn-ea"/>
                </a:rPr>
                <a:t> 및 </a:t>
              </a:r>
              <a:r>
                <a:rPr sz="900" dirty="0" err="1">
                  <a:solidFill>
                    <a:srgbClr val="444444"/>
                  </a:solidFill>
                  <a:latin typeface="+mn-ea"/>
                </a:rPr>
                <a:t>홍보계획</a:t>
              </a:r>
              <a:endParaRPr sz="900" dirty="0">
                <a:solidFill>
                  <a:srgbClr val="444444"/>
                </a:solidFill>
                <a:latin typeface="+mn-ea"/>
              </a:endParaRPr>
            </a:p>
          </p:txBody>
        </p:sp>
        <p:sp>
          <p:nvSpPr>
            <p:cNvPr id="208" name="Rectangle 19">
              <a:extLst>
                <a:ext uri="{FF2B5EF4-FFF2-40B4-BE49-F238E27FC236}">
                  <a16:creationId xmlns:a16="http://schemas.microsoft.com/office/drawing/2014/main" id="{FCAEBCDD-9CE1-F3A8-38F8-2271AA92ED24}"/>
                </a:ext>
              </a:extLst>
            </p:cNvPr>
            <p:cNvSpPr/>
            <p:nvPr/>
          </p:nvSpPr>
          <p:spPr>
            <a:xfrm>
              <a:off x="536512" y="2944367"/>
              <a:ext cx="1325880" cy="31089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4D224C87-C14E-75D1-2BC2-2B04A0088B9C}"/>
                </a:ext>
              </a:extLst>
            </p:cNvPr>
            <p:cNvSpPr txBox="1"/>
            <p:nvPr/>
          </p:nvSpPr>
          <p:spPr>
            <a:xfrm>
              <a:off x="591376" y="3004752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>
                  <a:solidFill>
                    <a:srgbClr val="444444"/>
                  </a:solidFill>
                  <a:latin typeface="+mn-ea"/>
                </a:rPr>
                <a:t>자료요청</a:t>
              </a:r>
            </a:p>
          </p:txBody>
        </p:sp>
        <p:sp>
          <p:nvSpPr>
            <p:cNvPr id="210" name="Rectangle 21">
              <a:extLst>
                <a:ext uri="{FF2B5EF4-FFF2-40B4-BE49-F238E27FC236}">
                  <a16:creationId xmlns:a16="http://schemas.microsoft.com/office/drawing/2014/main" id="{CDD10064-DFB6-AA86-AC03-A417B866D2A6}"/>
                </a:ext>
              </a:extLst>
            </p:cNvPr>
            <p:cNvSpPr/>
            <p:nvPr/>
          </p:nvSpPr>
          <p:spPr>
            <a:xfrm>
              <a:off x="2598484" y="1280160"/>
              <a:ext cx="19050" cy="713232"/>
            </a:xfrm>
            <a:prstGeom prst="rect">
              <a:avLst/>
            </a:prstGeom>
            <a:solidFill>
              <a:srgbClr val="B3B3B3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11" name="Rectangle 22">
              <a:extLst>
                <a:ext uri="{FF2B5EF4-FFF2-40B4-BE49-F238E27FC236}">
                  <a16:creationId xmlns:a16="http://schemas.microsoft.com/office/drawing/2014/main" id="{027F9479-78CA-426B-3D3E-E63A68221B2A}"/>
                </a:ext>
              </a:extLst>
            </p:cNvPr>
            <p:cNvSpPr/>
            <p:nvPr/>
          </p:nvSpPr>
          <p:spPr>
            <a:xfrm>
              <a:off x="1935544" y="1325880"/>
              <a:ext cx="1325880" cy="384048"/>
            </a:xfrm>
            <a:prstGeom prst="rect">
              <a:avLst/>
            </a:prstGeom>
            <a:solidFill>
              <a:srgbClr val="2E4470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8788101A-4B1E-FCFE-7FDD-35E190ACDD77}"/>
                </a:ext>
              </a:extLst>
            </p:cNvPr>
            <p:cNvSpPr txBox="1"/>
            <p:nvPr/>
          </p:nvSpPr>
          <p:spPr>
            <a:xfrm>
              <a:off x="1935544" y="1391785"/>
              <a:ext cx="132588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 dirty="0" err="1">
                  <a:solidFill>
                    <a:srgbClr val="FFFFFF"/>
                  </a:solidFill>
                  <a:latin typeface="+mn-ea"/>
                </a:rPr>
                <a:t>온라인방</a:t>
              </a:r>
              <a:endParaRPr sz="105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13" name="Rectangle 24">
              <a:extLst>
                <a:ext uri="{FF2B5EF4-FFF2-40B4-BE49-F238E27FC236}">
                  <a16:creationId xmlns:a16="http://schemas.microsoft.com/office/drawing/2014/main" id="{7E3B4A95-A943-1D81-FDC6-BCC9678B4372}"/>
                </a:ext>
              </a:extLst>
            </p:cNvPr>
            <p:cNvSpPr/>
            <p:nvPr/>
          </p:nvSpPr>
          <p:spPr>
            <a:xfrm>
              <a:off x="1935544" y="1874519"/>
              <a:ext cx="1325880" cy="31089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92B44B3F-63D6-B3A3-3279-17338B80EDF0}"/>
                </a:ext>
              </a:extLst>
            </p:cNvPr>
            <p:cNvSpPr txBox="1"/>
            <p:nvPr/>
          </p:nvSpPr>
          <p:spPr>
            <a:xfrm>
              <a:off x="1990408" y="1934904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dirty="0" err="1">
                  <a:solidFill>
                    <a:srgbClr val="444444"/>
                  </a:solidFill>
                  <a:latin typeface="+mn-ea"/>
                </a:rPr>
                <a:t>온대알림</a:t>
              </a:r>
              <a:endParaRPr sz="900" dirty="0">
                <a:solidFill>
                  <a:srgbClr val="444444"/>
                </a:solidFill>
                <a:latin typeface="+mn-ea"/>
              </a:endParaRPr>
            </a:p>
          </p:txBody>
        </p:sp>
        <p:sp>
          <p:nvSpPr>
            <p:cNvPr id="215" name="Rectangle 26">
              <a:extLst>
                <a:ext uri="{FF2B5EF4-FFF2-40B4-BE49-F238E27FC236}">
                  <a16:creationId xmlns:a16="http://schemas.microsoft.com/office/drawing/2014/main" id="{E7B7FC20-0634-64CF-C46B-EBF629DCA665}"/>
                </a:ext>
              </a:extLst>
            </p:cNvPr>
            <p:cNvSpPr/>
            <p:nvPr/>
          </p:nvSpPr>
          <p:spPr>
            <a:xfrm>
              <a:off x="1935544" y="2231135"/>
              <a:ext cx="1325880" cy="31089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DFCCA401-5FF2-EBB2-369C-2DA37B12535A}"/>
                </a:ext>
              </a:extLst>
            </p:cNvPr>
            <p:cNvSpPr txBox="1"/>
            <p:nvPr/>
          </p:nvSpPr>
          <p:spPr>
            <a:xfrm>
              <a:off x="1990408" y="2291520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>
                  <a:solidFill>
                    <a:srgbClr val="444444"/>
                  </a:solidFill>
                  <a:latin typeface="+mn-ea"/>
                </a:rPr>
                <a:t>자료요청</a:t>
              </a:r>
            </a:p>
          </p:txBody>
        </p:sp>
        <p:sp>
          <p:nvSpPr>
            <p:cNvPr id="217" name="Rectangle 28">
              <a:extLst>
                <a:ext uri="{FF2B5EF4-FFF2-40B4-BE49-F238E27FC236}">
                  <a16:creationId xmlns:a16="http://schemas.microsoft.com/office/drawing/2014/main" id="{EEEA4C34-1CA5-76B4-643B-4ACFF7F6565B}"/>
                </a:ext>
              </a:extLst>
            </p:cNvPr>
            <p:cNvSpPr/>
            <p:nvPr/>
          </p:nvSpPr>
          <p:spPr>
            <a:xfrm>
              <a:off x="1935544" y="2587751"/>
              <a:ext cx="1325880" cy="31089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52BEC321-A2CE-F28D-2C4D-3724435E889D}"/>
                </a:ext>
              </a:extLst>
            </p:cNvPr>
            <p:cNvSpPr txBox="1"/>
            <p:nvPr/>
          </p:nvSpPr>
          <p:spPr>
            <a:xfrm>
              <a:off x="1990408" y="2648136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>
                  <a:solidFill>
                    <a:srgbClr val="444444"/>
                  </a:solidFill>
                  <a:latin typeface="+mn-ea"/>
                </a:rPr>
                <a:t>뉴스레터 제작/지원</a:t>
              </a:r>
            </a:p>
          </p:txBody>
        </p:sp>
        <p:sp>
          <p:nvSpPr>
            <p:cNvPr id="219" name="Rectangle 30">
              <a:extLst>
                <a:ext uri="{FF2B5EF4-FFF2-40B4-BE49-F238E27FC236}">
                  <a16:creationId xmlns:a16="http://schemas.microsoft.com/office/drawing/2014/main" id="{E4FBFC5F-4E2A-890E-FB42-555E964AE385}"/>
                </a:ext>
              </a:extLst>
            </p:cNvPr>
            <p:cNvSpPr/>
            <p:nvPr/>
          </p:nvSpPr>
          <p:spPr>
            <a:xfrm>
              <a:off x="1935544" y="2944367"/>
              <a:ext cx="1325880" cy="31089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B409CE95-8A11-3E94-1488-26402A38A4D5}"/>
                </a:ext>
              </a:extLst>
            </p:cNvPr>
            <p:cNvSpPr txBox="1"/>
            <p:nvPr/>
          </p:nvSpPr>
          <p:spPr>
            <a:xfrm>
              <a:off x="1990408" y="3004752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>
                  <a:solidFill>
                    <a:srgbClr val="444444"/>
                  </a:solidFill>
                  <a:latin typeface="+mn-ea"/>
                </a:rPr>
                <a:t>SNS기관(실국)관리</a:t>
              </a:r>
            </a:p>
          </p:txBody>
        </p:sp>
        <p:sp>
          <p:nvSpPr>
            <p:cNvPr id="221" name="Rectangle 32">
              <a:extLst>
                <a:ext uri="{FF2B5EF4-FFF2-40B4-BE49-F238E27FC236}">
                  <a16:creationId xmlns:a16="http://schemas.microsoft.com/office/drawing/2014/main" id="{77FA2CE7-D150-995A-A03F-E66B9C17573C}"/>
                </a:ext>
              </a:extLst>
            </p:cNvPr>
            <p:cNvSpPr/>
            <p:nvPr/>
          </p:nvSpPr>
          <p:spPr>
            <a:xfrm>
              <a:off x="1935544" y="3300983"/>
              <a:ext cx="1325880" cy="31089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3731A818-E930-38CB-4060-23847F334C4F}"/>
                </a:ext>
              </a:extLst>
            </p:cNvPr>
            <p:cNvSpPr txBox="1"/>
            <p:nvPr/>
          </p:nvSpPr>
          <p:spPr>
            <a:xfrm>
              <a:off x="1990408" y="3361368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>
                  <a:solidFill>
                    <a:srgbClr val="444444"/>
                  </a:solidFill>
                  <a:latin typeface="+mn-ea"/>
                </a:rPr>
                <a:t>디지털콘텐츠 계획</a:t>
              </a:r>
            </a:p>
          </p:txBody>
        </p:sp>
        <p:sp>
          <p:nvSpPr>
            <p:cNvPr id="223" name="Rectangle 34">
              <a:extLst>
                <a:ext uri="{FF2B5EF4-FFF2-40B4-BE49-F238E27FC236}">
                  <a16:creationId xmlns:a16="http://schemas.microsoft.com/office/drawing/2014/main" id="{E5DC5580-C943-1BB5-AADE-6471D5DB4D54}"/>
                </a:ext>
              </a:extLst>
            </p:cNvPr>
            <p:cNvSpPr/>
            <p:nvPr/>
          </p:nvSpPr>
          <p:spPr>
            <a:xfrm>
              <a:off x="3997516" y="1280160"/>
              <a:ext cx="19050" cy="713232"/>
            </a:xfrm>
            <a:prstGeom prst="rect">
              <a:avLst/>
            </a:prstGeom>
            <a:solidFill>
              <a:srgbClr val="B3B3B3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24" name="Rectangle 35">
              <a:extLst>
                <a:ext uri="{FF2B5EF4-FFF2-40B4-BE49-F238E27FC236}">
                  <a16:creationId xmlns:a16="http://schemas.microsoft.com/office/drawing/2014/main" id="{CB515CB7-EE4F-343B-E8D6-36D1440E3D56}"/>
                </a:ext>
              </a:extLst>
            </p:cNvPr>
            <p:cNvSpPr/>
            <p:nvPr/>
          </p:nvSpPr>
          <p:spPr>
            <a:xfrm>
              <a:off x="3334576" y="1325880"/>
              <a:ext cx="1325880" cy="384048"/>
            </a:xfrm>
            <a:prstGeom prst="rect">
              <a:avLst/>
            </a:prstGeom>
            <a:solidFill>
              <a:srgbClr val="2E4470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AB253FFF-E74D-0B60-83E7-F65D91C03B54}"/>
                </a:ext>
              </a:extLst>
            </p:cNvPr>
            <p:cNvSpPr txBox="1"/>
            <p:nvPr/>
          </p:nvSpPr>
          <p:spPr>
            <a:xfrm>
              <a:off x="3334576" y="1391785"/>
              <a:ext cx="132588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+mn-ea"/>
                </a:rPr>
                <a:t>외신대변인방</a:t>
              </a:r>
            </a:p>
          </p:txBody>
        </p:sp>
        <p:sp>
          <p:nvSpPr>
            <p:cNvPr id="226" name="Rectangle 37">
              <a:extLst>
                <a:ext uri="{FF2B5EF4-FFF2-40B4-BE49-F238E27FC236}">
                  <a16:creationId xmlns:a16="http://schemas.microsoft.com/office/drawing/2014/main" id="{FC81D2E9-46CF-0F83-522E-BEA9EEE1844E}"/>
                </a:ext>
              </a:extLst>
            </p:cNvPr>
            <p:cNvSpPr/>
            <p:nvPr/>
          </p:nvSpPr>
          <p:spPr>
            <a:xfrm>
              <a:off x="3334576" y="1874519"/>
              <a:ext cx="1325880" cy="31089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53C4F34F-3C94-3C57-8330-B5E18D143F2A}"/>
                </a:ext>
              </a:extLst>
            </p:cNvPr>
            <p:cNvSpPr txBox="1"/>
            <p:nvPr/>
          </p:nvSpPr>
          <p:spPr>
            <a:xfrm>
              <a:off x="3389440" y="1934904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dirty="0" err="1">
                  <a:solidFill>
                    <a:srgbClr val="444444"/>
                  </a:solidFill>
                  <a:latin typeface="+mn-ea"/>
                </a:rPr>
                <a:t>공지사항</a:t>
              </a:r>
              <a:endParaRPr sz="900" dirty="0">
                <a:solidFill>
                  <a:srgbClr val="444444"/>
                </a:solidFill>
                <a:latin typeface="+mn-ea"/>
              </a:endParaRPr>
            </a:p>
          </p:txBody>
        </p:sp>
        <p:sp>
          <p:nvSpPr>
            <p:cNvPr id="228" name="Rectangle 39">
              <a:extLst>
                <a:ext uri="{FF2B5EF4-FFF2-40B4-BE49-F238E27FC236}">
                  <a16:creationId xmlns:a16="http://schemas.microsoft.com/office/drawing/2014/main" id="{35C80335-176C-8604-60D2-98147C9FD65D}"/>
                </a:ext>
              </a:extLst>
            </p:cNvPr>
            <p:cNvSpPr/>
            <p:nvPr/>
          </p:nvSpPr>
          <p:spPr>
            <a:xfrm>
              <a:off x="3334576" y="2231135"/>
              <a:ext cx="1325880" cy="31089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0CF1AE2B-9C8A-243D-BA69-A954906D4541}"/>
                </a:ext>
              </a:extLst>
            </p:cNvPr>
            <p:cNvSpPr txBox="1"/>
            <p:nvPr/>
          </p:nvSpPr>
          <p:spPr>
            <a:xfrm>
              <a:off x="3389440" y="2291520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>
                  <a:solidFill>
                    <a:srgbClr val="444444"/>
                  </a:solidFill>
                  <a:latin typeface="+mn-ea"/>
                </a:rPr>
                <a:t>자료요청</a:t>
              </a:r>
            </a:p>
          </p:txBody>
        </p:sp>
        <p:sp>
          <p:nvSpPr>
            <p:cNvPr id="230" name="Rectangle 41">
              <a:extLst>
                <a:ext uri="{FF2B5EF4-FFF2-40B4-BE49-F238E27FC236}">
                  <a16:creationId xmlns:a16="http://schemas.microsoft.com/office/drawing/2014/main" id="{A010AEBC-F6FF-AD16-0C0D-D8163DA7723E}"/>
                </a:ext>
              </a:extLst>
            </p:cNvPr>
            <p:cNvSpPr/>
            <p:nvPr/>
          </p:nvSpPr>
          <p:spPr>
            <a:xfrm>
              <a:off x="5396548" y="1280160"/>
              <a:ext cx="19050" cy="713232"/>
            </a:xfrm>
            <a:prstGeom prst="rect">
              <a:avLst/>
            </a:prstGeom>
            <a:solidFill>
              <a:srgbClr val="B3B3B3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31" name="Rectangle 42">
              <a:extLst>
                <a:ext uri="{FF2B5EF4-FFF2-40B4-BE49-F238E27FC236}">
                  <a16:creationId xmlns:a16="http://schemas.microsoft.com/office/drawing/2014/main" id="{C8DFF4EF-48E2-D157-B6BD-01152816508C}"/>
                </a:ext>
              </a:extLst>
            </p:cNvPr>
            <p:cNvSpPr/>
            <p:nvPr/>
          </p:nvSpPr>
          <p:spPr>
            <a:xfrm>
              <a:off x="4733608" y="1325880"/>
              <a:ext cx="1325880" cy="384048"/>
            </a:xfrm>
            <a:prstGeom prst="rect">
              <a:avLst/>
            </a:prstGeom>
            <a:solidFill>
              <a:srgbClr val="2E4470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FFD4DEA6-8B3A-A203-8008-CF044AB65004}"/>
                </a:ext>
              </a:extLst>
            </p:cNvPr>
            <p:cNvSpPr txBox="1"/>
            <p:nvPr/>
          </p:nvSpPr>
          <p:spPr>
            <a:xfrm>
              <a:off x="4733608" y="1391785"/>
              <a:ext cx="132588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+mn-ea"/>
                </a:rPr>
                <a:t>정책광고</a:t>
              </a:r>
            </a:p>
          </p:txBody>
        </p:sp>
        <p:sp>
          <p:nvSpPr>
            <p:cNvPr id="233" name="Rectangle 44">
              <a:extLst>
                <a:ext uri="{FF2B5EF4-FFF2-40B4-BE49-F238E27FC236}">
                  <a16:creationId xmlns:a16="http://schemas.microsoft.com/office/drawing/2014/main" id="{E3BD246C-7B10-ACF7-D1D2-608EA3C1464F}"/>
                </a:ext>
              </a:extLst>
            </p:cNvPr>
            <p:cNvSpPr/>
            <p:nvPr/>
          </p:nvSpPr>
          <p:spPr>
            <a:xfrm>
              <a:off x="4733608" y="1874519"/>
              <a:ext cx="1325880" cy="31089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DFCFE9BF-22DE-3C82-CA39-16253B1DC410}"/>
                </a:ext>
              </a:extLst>
            </p:cNvPr>
            <p:cNvSpPr txBox="1"/>
            <p:nvPr/>
          </p:nvSpPr>
          <p:spPr>
            <a:xfrm>
              <a:off x="4788472" y="1934904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dirty="0" err="1">
                  <a:solidFill>
                    <a:srgbClr val="444444"/>
                  </a:solidFill>
                  <a:latin typeface="+mn-ea"/>
                </a:rPr>
                <a:t>정책광고</a:t>
              </a:r>
              <a:r>
                <a:rPr sz="900" dirty="0">
                  <a:solidFill>
                    <a:srgbClr val="444444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444444"/>
                  </a:solidFill>
                  <a:latin typeface="+mn-ea"/>
                </a:rPr>
                <a:t>컨설팅</a:t>
              </a:r>
              <a:endParaRPr sz="900" dirty="0">
                <a:solidFill>
                  <a:srgbClr val="444444"/>
                </a:solidFill>
                <a:latin typeface="+mn-ea"/>
              </a:endParaRPr>
            </a:p>
          </p:txBody>
        </p:sp>
        <p:sp>
          <p:nvSpPr>
            <p:cNvPr id="235" name="Rectangle 46">
              <a:extLst>
                <a:ext uri="{FF2B5EF4-FFF2-40B4-BE49-F238E27FC236}">
                  <a16:creationId xmlns:a16="http://schemas.microsoft.com/office/drawing/2014/main" id="{DA4C8FFA-32CC-FE02-E12E-013C64363C19}"/>
                </a:ext>
              </a:extLst>
            </p:cNvPr>
            <p:cNvSpPr/>
            <p:nvPr/>
          </p:nvSpPr>
          <p:spPr>
            <a:xfrm>
              <a:off x="4733608" y="2231135"/>
              <a:ext cx="1325880" cy="31089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A1D71ECD-9A91-15D5-98D9-9EF378C846D7}"/>
                </a:ext>
              </a:extLst>
            </p:cNvPr>
            <p:cNvSpPr txBox="1"/>
            <p:nvPr/>
          </p:nvSpPr>
          <p:spPr>
            <a:xfrm>
              <a:off x="4788472" y="2291520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>
                  <a:solidFill>
                    <a:srgbClr val="444444"/>
                  </a:solidFill>
                  <a:latin typeface="+mn-ea"/>
                </a:rPr>
                <a:t>전광판 광고</a:t>
              </a:r>
            </a:p>
          </p:txBody>
        </p:sp>
        <p:sp>
          <p:nvSpPr>
            <p:cNvPr id="237" name="Rectangle 48">
              <a:extLst>
                <a:ext uri="{FF2B5EF4-FFF2-40B4-BE49-F238E27FC236}">
                  <a16:creationId xmlns:a16="http://schemas.microsoft.com/office/drawing/2014/main" id="{233A865C-C058-512A-1B36-F69ABEB6EC64}"/>
                </a:ext>
              </a:extLst>
            </p:cNvPr>
            <p:cNvSpPr/>
            <p:nvPr/>
          </p:nvSpPr>
          <p:spPr>
            <a:xfrm>
              <a:off x="4733608" y="2587751"/>
              <a:ext cx="1325880" cy="31089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E067CB2D-0FA9-FCD3-CB56-09E1D1907E0C}"/>
                </a:ext>
              </a:extLst>
            </p:cNvPr>
            <p:cNvSpPr txBox="1"/>
            <p:nvPr/>
          </p:nvSpPr>
          <p:spPr>
            <a:xfrm>
              <a:off x="4788472" y="2648136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>
                  <a:solidFill>
                    <a:srgbClr val="444444"/>
                  </a:solidFill>
                  <a:latin typeface="+mn-ea"/>
                </a:rPr>
                <a:t>국정만화</a:t>
              </a:r>
            </a:p>
          </p:txBody>
        </p:sp>
        <p:sp>
          <p:nvSpPr>
            <p:cNvPr id="239" name="Rectangle 50">
              <a:extLst>
                <a:ext uri="{FF2B5EF4-FFF2-40B4-BE49-F238E27FC236}">
                  <a16:creationId xmlns:a16="http://schemas.microsoft.com/office/drawing/2014/main" id="{14BAC5BF-692C-26E3-56D6-0AC80B47D8DC}"/>
                </a:ext>
              </a:extLst>
            </p:cNvPr>
            <p:cNvSpPr/>
            <p:nvPr/>
          </p:nvSpPr>
          <p:spPr>
            <a:xfrm>
              <a:off x="6795580" y="1280160"/>
              <a:ext cx="19050" cy="713232"/>
            </a:xfrm>
            <a:prstGeom prst="rect">
              <a:avLst/>
            </a:prstGeom>
            <a:solidFill>
              <a:srgbClr val="B3B3B3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40" name="Rectangle 51">
              <a:extLst>
                <a:ext uri="{FF2B5EF4-FFF2-40B4-BE49-F238E27FC236}">
                  <a16:creationId xmlns:a16="http://schemas.microsoft.com/office/drawing/2014/main" id="{081522F8-B0A3-1140-6410-331018A59501}"/>
                </a:ext>
              </a:extLst>
            </p:cNvPr>
            <p:cNvSpPr/>
            <p:nvPr/>
          </p:nvSpPr>
          <p:spPr>
            <a:xfrm>
              <a:off x="6132640" y="1325880"/>
              <a:ext cx="1325880" cy="384048"/>
            </a:xfrm>
            <a:prstGeom prst="rect">
              <a:avLst/>
            </a:prstGeom>
            <a:solidFill>
              <a:srgbClr val="2E4470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70CDE6E1-A361-146C-8BD2-FE960A43ADC8}"/>
                </a:ext>
              </a:extLst>
            </p:cNvPr>
            <p:cNvSpPr txBox="1"/>
            <p:nvPr/>
          </p:nvSpPr>
          <p:spPr>
            <a:xfrm>
              <a:off x="6132640" y="1391785"/>
              <a:ext cx="132588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+mn-ea"/>
                </a:rPr>
                <a:t>매체협업</a:t>
              </a:r>
            </a:p>
          </p:txBody>
        </p:sp>
        <p:sp>
          <p:nvSpPr>
            <p:cNvPr id="242" name="Rectangle 53">
              <a:extLst>
                <a:ext uri="{FF2B5EF4-FFF2-40B4-BE49-F238E27FC236}">
                  <a16:creationId xmlns:a16="http://schemas.microsoft.com/office/drawing/2014/main" id="{A9E0E8C3-93F6-6DB2-9F25-5573E42C7FCC}"/>
                </a:ext>
              </a:extLst>
            </p:cNvPr>
            <p:cNvSpPr/>
            <p:nvPr/>
          </p:nvSpPr>
          <p:spPr>
            <a:xfrm>
              <a:off x="6132640" y="1874519"/>
              <a:ext cx="1325880" cy="31089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99083556-A420-3385-C172-139B88BE6546}"/>
                </a:ext>
              </a:extLst>
            </p:cNvPr>
            <p:cNvSpPr txBox="1"/>
            <p:nvPr/>
          </p:nvSpPr>
          <p:spPr>
            <a:xfrm>
              <a:off x="6187504" y="1934904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dirty="0" err="1">
                  <a:solidFill>
                    <a:srgbClr val="444444"/>
                  </a:solidFill>
                  <a:latin typeface="+mn-ea"/>
                </a:rPr>
                <a:t>과제신청</a:t>
              </a:r>
              <a:endParaRPr sz="900" dirty="0">
                <a:solidFill>
                  <a:srgbClr val="444444"/>
                </a:solidFill>
                <a:latin typeface="+mn-ea"/>
              </a:endParaRPr>
            </a:p>
          </p:txBody>
        </p:sp>
        <p:sp>
          <p:nvSpPr>
            <p:cNvPr id="244" name="Rectangle 55">
              <a:extLst>
                <a:ext uri="{FF2B5EF4-FFF2-40B4-BE49-F238E27FC236}">
                  <a16:creationId xmlns:a16="http://schemas.microsoft.com/office/drawing/2014/main" id="{85B935E0-FFA3-2521-E952-B8AE417D4104}"/>
                </a:ext>
              </a:extLst>
            </p:cNvPr>
            <p:cNvSpPr/>
            <p:nvPr/>
          </p:nvSpPr>
          <p:spPr>
            <a:xfrm>
              <a:off x="6132640" y="2231135"/>
              <a:ext cx="1325880" cy="31089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6C1E8D2A-EE76-22D5-B89E-FA6F2703141B}"/>
                </a:ext>
              </a:extLst>
            </p:cNvPr>
            <p:cNvSpPr txBox="1"/>
            <p:nvPr/>
          </p:nvSpPr>
          <p:spPr>
            <a:xfrm>
              <a:off x="6101652" y="2291520"/>
              <a:ext cx="141173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dirty="0" err="1">
                  <a:solidFill>
                    <a:srgbClr val="444444"/>
                  </a:solidFill>
                  <a:latin typeface="+mn-ea"/>
                </a:rPr>
                <a:t>과제선정</a:t>
              </a:r>
              <a:r>
                <a:rPr sz="900" dirty="0">
                  <a:solidFill>
                    <a:srgbClr val="444444"/>
                  </a:solidFill>
                  <a:latin typeface="+mn-ea"/>
                </a:rPr>
                <a:t> 및 </a:t>
              </a:r>
              <a:r>
                <a:rPr sz="900" dirty="0" err="1">
                  <a:solidFill>
                    <a:srgbClr val="444444"/>
                  </a:solidFill>
                  <a:latin typeface="+mn-ea"/>
                </a:rPr>
                <a:t>홍보물공유</a:t>
              </a:r>
              <a:endParaRPr sz="900" dirty="0">
                <a:solidFill>
                  <a:srgbClr val="444444"/>
                </a:solidFill>
                <a:latin typeface="+mn-ea"/>
              </a:endParaRPr>
            </a:p>
          </p:txBody>
        </p:sp>
        <p:sp>
          <p:nvSpPr>
            <p:cNvPr id="246" name="Rectangle 57">
              <a:extLst>
                <a:ext uri="{FF2B5EF4-FFF2-40B4-BE49-F238E27FC236}">
                  <a16:creationId xmlns:a16="http://schemas.microsoft.com/office/drawing/2014/main" id="{E4956591-803C-6617-F762-745DBA9CB5CA}"/>
                </a:ext>
              </a:extLst>
            </p:cNvPr>
            <p:cNvSpPr/>
            <p:nvPr/>
          </p:nvSpPr>
          <p:spPr>
            <a:xfrm>
              <a:off x="6132640" y="2587751"/>
              <a:ext cx="1325880" cy="31089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C05E7D51-4E2C-AAC8-4D78-8A827143EFB8}"/>
                </a:ext>
              </a:extLst>
            </p:cNvPr>
            <p:cNvSpPr txBox="1"/>
            <p:nvPr/>
          </p:nvSpPr>
          <p:spPr>
            <a:xfrm>
              <a:off x="6187504" y="2648136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dirty="0" err="1">
                  <a:solidFill>
                    <a:srgbClr val="444444"/>
                  </a:solidFill>
                  <a:latin typeface="+mn-ea"/>
                </a:rPr>
                <a:t>과제실적</a:t>
              </a:r>
              <a:endParaRPr sz="900" dirty="0">
                <a:solidFill>
                  <a:srgbClr val="444444"/>
                </a:solidFill>
                <a:latin typeface="+mn-ea"/>
              </a:endParaRPr>
            </a:p>
          </p:txBody>
        </p:sp>
        <p:sp>
          <p:nvSpPr>
            <p:cNvPr id="248" name="Rectangle 59">
              <a:extLst>
                <a:ext uri="{FF2B5EF4-FFF2-40B4-BE49-F238E27FC236}">
                  <a16:creationId xmlns:a16="http://schemas.microsoft.com/office/drawing/2014/main" id="{55F9BD2E-B541-9DC7-1108-18BA24B4C12A}"/>
                </a:ext>
              </a:extLst>
            </p:cNvPr>
            <p:cNvSpPr/>
            <p:nvPr/>
          </p:nvSpPr>
          <p:spPr>
            <a:xfrm>
              <a:off x="8194612" y="1280160"/>
              <a:ext cx="19050" cy="713232"/>
            </a:xfrm>
            <a:prstGeom prst="rect">
              <a:avLst/>
            </a:prstGeom>
            <a:solidFill>
              <a:srgbClr val="B3B3B3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49" name="Rectangle 60">
              <a:extLst>
                <a:ext uri="{FF2B5EF4-FFF2-40B4-BE49-F238E27FC236}">
                  <a16:creationId xmlns:a16="http://schemas.microsoft.com/office/drawing/2014/main" id="{AD9191DE-0B9D-FE98-F34E-8E193F37FA11}"/>
                </a:ext>
              </a:extLst>
            </p:cNvPr>
            <p:cNvSpPr/>
            <p:nvPr/>
          </p:nvSpPr>
          <p:spPr>
            <a:xfrm>
              <a:off x="7531672" y="1325880"/>
              <a:ext cx="1325880" cy="384048"/>
            </a:xfrm>
            <a:prstGeom prst="rect">
              <a:avLst/>
            </a:prstGeom>
            <a:solidFill>
              <a:srgbClr val="0054D1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EE0EAECD-54FB-AE9A-25FC-F579E0F9A048}"/>
                </a:ext>
              </a:extLst>
            </p:cNvPr>
            <p:cNvSpPr txBox="1"/>
            <p:nvPr/>
          </p:nvSpPr>
          <p:spPr>
            <a:xfrm>
              <a:off x="7531672" y="1342356"/>
              <a:ext cx="1325880" cy="415498"/>
            </a:xfrm>
            <a:prstGeom prst="rect">
              <a:avLst/>
            </a:prstGeom>
            <a:solidFill>
              <a:srgbClr val="2E4470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sz="1050" b="1" dirty="0" err="1">
                  <a:solidFill>
                    <a:srgbClr val="FFFFFF"/>
                  </a:solidFill>
                  <a:latin typeface="+mn-ea"/>
                </a:rPr>
                <a:t>정부공용</a:t>
              </a:r>
              <a:r>
                <a:rPr sz="1050" b="1" dirty="0">
                  <a:solidFill>
                    <a:srgbClr val="FFFFFF"/>
                  </a:solidFill>
                  <a:latin typeface="+mn-ea"/>
                </a:rPr>
                <a:t>
</a:t>
              </a:r>
              <a:r>
                <a:rPr sz="1050" b="1" dirty="0" err="1">
                  <a:solidFill>
                    <a:srgbClr val="FFFFFF"/>
                  </a:solidFill>
                  <a:latin typeface="+mn-ea"/>
                </a:rPr>
                <a:t>스튜디오</a:t>
              </a:r>
              <a:endParaRPr sz="105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51" name="Rectangle 62">
              <a:extLst>
                <a:ext uri="{FF2B5EF4-FFF2-40B4-BE49-F238E27FC236}">
                  <a16:creationId xmlns:a16="http://schemas.microsoft.com/office/drawing/2014/main" id="{83B64BAD-D07B-52E7-C58A-4D565BDCB781}"/>
                </a:ext>
              </a:extLst>
            </p:cNvPr>
            <p:cNvSpPr/>
            <p:nvPr/>
          </p:nvSpPr>
          <p:spPr>
            <a:xfrm>
              <a:off x="7531672" y="1874519"/>
              <a:ext cx="1325880" cy="31089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EE192500-D9AE-FD1C-FCE4-B1A1DCE115E3}"/>
                </a:ext>
              </a:extLst>
            </p:cNvPr>
            <p:cNvSpPr txBox="1"/>
            <p:nvPr/>
          </p:nvSpPr>
          <p:spPr>
            <a:xfrm>
              <a:off x="7509828" y="1934904"/>
              <a:ext cx="151384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900" dirty="0" err="1">
                  <a:solidFill>
                    <a:srgbClr val="444444"/>
                  </a:solidFill>
                  <a:latin typeface="+mn-ea"/>
                </a:rPr>
                <a:t>정부공용스튜디오</a:t>
              </a:r>
              <a:r>
                <a:rPr sz="900" dirty="0">
                  <a:solidFill>
                    <a:srgbClr val="444444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444444"/>
                  </a:solidFill>
                  <a:latin typeface="+mn-ea"/>
                </a:rPr>
                <a:t>예약</a:t>
              </a:r>
              <a:endParaRPr sz="900" dirty="0">
                <a:solidFill>
                  <a:srgbClr val="444444"/>
                </a:solidFill>
                <a:latin typeface="+mn-ea"/>
              </a:endParaRPr>
            </a:p>
          </p:txBody>
        </p:sp>
        <p:sp>
          <p:nvSpPr>
            <p:cNvPr id="253" name="Rectangle 64">
              <a:extLst>
                <a:ext uri="{FF2B5EF4-FFF2-40B4-BE49-F238E27FC236}">
                  <a16:creationId xmlns:a16="http://schemas.microsoft.com/office/drawing/2014/main" id="{73FF5C87-6BDA-03A5-6495-772D90B4EF43}"/>
                </a:ext>
              </a:extLst>
            </p:cNvPr>
            <p:cNvSpPr/>
            <p:nvPr/>
          </p:nvSpPr>
          <p:spPr>
            <a:xfrm>
              <a:off x="7531672" y="2231135"/>
              <a:ext cx="1325880" cy="31089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205EA701-6191-2201-499B-1263421A8BE9}"/>
                </a:ext>
              </a:extLst>
            </p:cNvPr>
            <p:cNvSpPr txBox="1"/>
            <p:nvPr/>
          </p:nvSpPr>
          <p:spPr>
            <a:xfrm>
              <a:off x="7586536" y="2291520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dirty="0" err="1">
                  <a:solidFill>
                    <a:srgbClr val="444444"/>
                  </a:solidFill>
                  <a:latin typeface="+mn-ea"/>
                </a:rPr>
                <a:t>게시판</a:t>
              </a:r>
              <a:endParaRPr sz="900" dirty="0">
                <a:solidFill>
                  <a:srgbClr val="444444"/>
                </a:solidFill>
                <a:latin typeface="+mn-ea"/>
              </a:endParaRPr>
            </a:p>
          </p:txBody>
        </p:sp>
        <p:sp>
          <p:nvSpPr>
            <p:cNvPr id="255" name="Rectangle 66">
              <a:extLst>
                <a:ext uri="{FF2B5EF4-FFF2-40B4-BE49-F238E27FC236}">
                  <a16:creationId xmlns:a16="http://schemas.microsoft.com/office/drawing/2014/main" id="{DFEC4B1F-6A3C-ACD6-87CB-ED3CD9243627}"/>
                </a:ext>
              </a:extLst>
            </p:cNvPr>
            <p:cNvSpPr/>
            <p:nvPr/>
          </p:nvSpPr>
          <p:spPr>
            <a:xfrm>
              <a:off x="9593644" y="1280160"/>
              <a:ext cx="19050" cy="713232"/>
            </a:xfrm>
            <a:prstGeom prst="rect">
              <a:avLst/>
            </a:prstGeom>
            <a:solidFill>
              <a:srgbClr val="B3B3B3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56" name="Rectangle 67">
              <a:extLst>
                <a:ext uri="{FF2B5EF4-FFF2-40B4-BE49-F238E27FC236}">
                  <a16:creationId xmlns:a16="http://schemas.microsoft.com/office/drawing/2014/main" id="{2D5FB72D-0775-7F51-355A-80D263374160}"/>
                </a:ext>
              </a:extLst>
            </p:cNvPr>
            <p:cNvSpPr/>
            <p:nvPr/>
          </p:nvSpPr>
          <p:spPr>
            <a:xfrm>
              <a:off x="8930704" y="1325880"/>
              <a:ext cx="1325880" cy="384048"/>
            </a:xfrm>
            <a:prstGeom prst="rect">
              <a:avLst/>
            </a:prstGeom>
            <a:solidFill>
              <a:srgbClr val="445064"/>
            </a:solidFill>
            <a:ln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BD21A8E2-CD7D-AB16-E73C-4BEE072B1712}"/>
                </a:ext>
              </a:extLst>
            </p:cNvPr>
            <p:cNvSpPr txBox="1"/>
            <p:nvPr/>
          </p:nvSpPr>
          <p:spPr>
            <a:xfrm>
              <a:off x="8930704" y="1391785"/>
              <a:ext cx="132588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+mn-ea"/>
                </a:rPr>
                <a:t>관리자</a:t>
              </a:r>
            </a:p>
          </p:txBody>
        </p:sp>
        <p:sp>
          <p:nvSpPr>
            <p:cNvPr id="258" name="Rectangle 69">
              <a:extLst>
                <a:ext uri="{FF2B5EF4-FFF2-40B4-BE49-F238E27FC236}">
                  <a16:creationId xmlns:a16="http://schemas.microsoft.com/office/drawing/2014/main" id="{9AF7FF5B-710E-D2B3-BFB5-C2065078E36D}"/>
                </a:ext>
              </a:extLst>
            </p:cNvPr>
            <p:cNvSpPr/>
            <p:nvPr/>
          </p:nvSpPr>
          <p:spPr>
            <a:xfrm>
              <a:off x="8930704" y="1874519"/>
              <a:ext cx="1325880" cy="31089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9E39A1B1-C676-0C98-4307-A2C5F381B316}"/>
                </a:ext>
              </a:extLst>
            </p:cNvPr>
            <p:cNvSpPr txBox="1"/>
            <p:nvPr/>
          </p:nvSpPr>
          <p:spPr>
            <a:xfrm>
              <a:off x="8985568" y="1934904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dirty="0" err="1">
                  <a:solidFill>
                    <a:srgbClr val="444444"/>
                  </a:solidFill>
                  <a:latin typeface="+mn-ea"/>
                </a:rPr>
                <a:t>대변인</a:t>
              </a:r>
              <a:r>
                <a:rPr sz="900" dirty="0">
                  <a:solidFill>
                    <a:srgbClr val="444444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444444"/>
                  </a:solidFill>
                  <a:latin typeface="+mn-ea"/>
                </a:rPr>
                <a:t>현황</a:t>
              </a:r>
              <a:endParaRPr sz="900" dirty="0">
                <a:solidFill>
                  <a:srgbClr val="444444"/>
                </a:solidFill>
                <a:latin typeface="+mn-ea"/>
              </a:endParaRPr>
            </a:p>
          </p:txBody>
        </p:sp>
        <p:sp>
          <p:nvSpPr>
            <p:cNvPr id="260" name="Rectangle 71">
              <a:extLst>
                <a:ext uri="{FF2B5EF4-FFF2-40B4-BE49-F238E27FC236}">
                  <a16:creationId xmlns:a16="http://schemas.microsoft.com/office/drawing/2014/main" id="{8D0BE4FF-2DE6-3FEB-403A-27DB928E0197}"/>
                </a:ext>
              </a:extLst>
            </p:cNvPr>
            <p:cNvSpPr/>
            <p:nvPr/>
          </p:nvSpPr>
          <p:spPr>
            <a:xfrm>
              <a:off x="8930704" y="2231135"/>
              <a:ext cx="1325880" cy="31089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402C6D36-0FE5-4068-C940-BDAEC138EE85}"/>
                </a:ext>
              </a:extLst>
            </p:cNvPr>
            <p:cNvSpPr txBox="1"/>
            <p:nvPr/>
          </p:nvSpPr>
          <p:spPr>
            <a:xfrm>
              <a:off x="8985568" y="2291520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>
                  <a:solidFill>
                    <a:srgbClr val="444444"/>
                  </a:solidFill>
                  <a:latin typeface="+mn-ea"/>
                </a:rPr>
                <a:t>온라인 대변인 현황</a:t>
              </a:r>
            </a:p>
          </p:txBody>
        </p:sp>
        <p:sp>
          <p:nvSpPr>
            <p:cNvPr id="262" name="Rectangle 73">
              <a:extLst>
                <a:ext uri="{FF2B5EF4-FFF2-40B4-BE49-F238E27FC236}">
                  <a16:creationId xmlns:a16="http://schemas.microsoft.com/office/drawing/2014/main" id="{29D457E3-7CBD-62A1-CAEF-25C57BC21F0D}"/>
                </a:ext>
              </a:extLst>
            </p:cNvPr>
            <p:cNvSpPr/>
            <p:nvPr/>
          </p:nvSpPr>
          <p:spPr>
            <a:xfrm>
              <a:off x="8930704" y="2587751"/>
              <a:ext cx="1325880" cy="31089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7E56AB4F-6F06-A150-2B9F-E5583FB42192}"/>
                </a:ext>
              </a:extLst>
            </p:cNvPr>
            <p:cNvSpPr txBox="1"/>
            <p:nvPr/>
          </p:nvSpPr>
          <p:spPr>
            <a:xfrm>
              <a:off x="8985568" y="2648136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>
                  <a:solidFill>
                    <a:srgbClr val="444444"/>
                  </a:solidFill>
                  <a:latin typeface="+mn-ea"/>
                </a:rPr>
                <a:t>메뉴별 사용자 현황</a:t>
              </a:r>
            </a:p>
          </p:txBody>
        </p:sp>
        <p:sp>
          <p:nvSpPr>
            <p:cNvPr id="264" name="Rectangle 75">
              <a:extLst>
                <a:ext uri="{FF2B5EF4-FFF2-40B4-BE49-F238E27FC236}">
                  <a16:creationId xmlns:a16="http://schemas.microsoft.com/office/drawing/2014/main" id="{78192A4A-D860-7BD0-5B7B-08A5078DF19F}"/>
                </a:ext>
              </a:extLst>
            </p:cNvPr>
            <p:cNvSpPr/>
            <p:nvPr/>
          </p:nvSpPr>
          <p:spPr>
            <a:xfrm>
              <a:off x="10992676" y="1280160"/>
              <a:ext cx="19050" cy="713232"/>
            </a:xfrm>
            <a:prstGeom prst="rect">
              <a:avLst/>
            </a:prstGeom>
            <a:solidFill>
              <a:srgbClr val="B3B3B3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65" name="Rectangle 76">
              <a:extLst>
                <a:ext uri="{FF2B5EF4-FFF2-40B4-BE49-F238E27FC236}">
                  <a16:creationId xmlns:a16="http://schemas.microsoft.com/office/drawing/2014/main" id="{901E9C48-6992-0A02-DBFB-FA2A523CC017}"/>
                </a:ext>
              </a:extLst>
            </p:cNvPr>
            <p:cNvSpPr/>
            <p:nvPr/>
          </p:nvSpPr>
          <p:spPr>
            <a:xfrm>
              <a:off x="10329736" y="1325880"/>
              <a:ext cx="1325880" cy="384048"/>
            </a:xfrm>
            <a:prstGeom prst="rect">
              <a:avLst/>
            </a:prstGeom>
            <a:solidFill>
              <a:srgbClr val="445064"/>
            </a:solidFill>
            <a:ln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24519F33-77D7-7728-8B32-2F2CCA6E69C8}"/>
                </a:ext>
              </a:extLst>
            </p:cNvPr>
            <p:cNvSpPr txBox="1"/>
            <p:nvPr/>
          </p:nvSpPr>
          <p:spPr>
            <a:xfrm>
              <a:off x="10329736" y="1391785"/>
              <a:ext cx="132588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+mn-ea"/>
                </a:rPr>
                <a:t>시스템관리자</a:t>
              </a:r>
            </a:p>
          </p:txBody>
        </p:sp>
        <p:sp>
          <p:nvSpPr>
            <p:cNvPr id="267" name="Rectangle 78">
              <a:extLst>
                <a:ext uri="{FF2B5EF4-FFF2-40B4-BE49-F238E27FC236}">
                  <a16:creationId xmlns:a16="http://schemas.microsoft.com/office/drawing/2014/main" id="{03BB349A-5628-7118-0D92-4D354C449AB2}"/>
                </a:ext>
              </a:extLst>
            </p:cNvPr>
            <p:cNvSpPr/>
            <p:nvPr/>
          </p:nvSpPr>
          <p:spPr>
            <a:xfrm>
              <a:off x="10329736" y="1874519"/>
              <a:ext cx="1325880" cy="31089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747C2CAF-BB06-B73B-060E-B86F4D599EDB}"/>
                </a:ext>
              </a:extLst>
            </p:cNvPr>
            <p:cNvSpPr txBox="1"/>
            <p:nvPr/>
          </p:nvSpPr>
          <p:spPr>
            <a:xfrm>
              <a:off x="10384600" y="1934904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dirty="0" err="1">
                  <a:solidFill>
                    <a:srgbClr val="444444"/>
                  </a:solidFill>
                  <a:latin typeface="+mn-ea"/>
                </a:rPr>
                <a:t>회원관리</a:t>
              </a:r>
              <a:endParaRPr sz="900" dirty="0">
                <a:solidFill>
                  <a:srgbClr val="444444"/>
                </a:solidFill>
                <a:latin typeface="+mn-ea"/>
              </a:endParaRPr>
            </a:p>
          </p:txBody>
        </p:sp>
        <p:sp>
          <p:nvSpPr>
            <p:cNvPr id="269" name="Rectangle 80">
              <a:extLst>
                <a:ext uri="{FF2B5EF4-FFF2-40B4-BE49-F238E27FC236}">
                  <a16:creationId xmlns:a16="http://schemas.microsoft.com/office/drawing/2014/main" id="{51983F5F-92CC-99F6-F399-5E1C4ADF5A83}"/>
                </a:ext>
              </a:extLst>
            </p:cNvPr>
            <p:cNvSpPr/>
            <p:nvPr/>
          </p:nvSpPr>
          <p:spPr>
            <a:xfrm>
              <a:off x="10329736" y="2231135"/>
              <a:ext cx="1325880" cy="31089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4F5F27CA-49EF-89C6-6643-0674FC69EB05}"/>
                </a:ext>
              </a:extLst>
            </p:cNvPr>
            <p:cNvSpPr txBox="1"/>
            <p:nvPr/>
          </p:nvSpPr>
          <p:spPr>
            <a:xfrm>
              <a:off x="10384600" y="2291520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>
                  <a:solidFill>
                    <a:srgbClr val="444444"/>
                  </a:solidFill>
                  <a:latin typeface="+mn-ea"/>
                </a:rPr>
                <a:t>회원그룹관리</a:t>
              </a:r>
            </a:p>
          </p:txBody>
        </p:sp>
        <p:sp>
          <p:nvSpPr>
            <p:cNvPr id="271" name="Rectangle 82">
              <a:extLst>
                <a:ext uri="{FF2B5EF4-FFF2-40B4-BE49-F238E27FC236}">
                  <a16:creationId xmlns:a16="http://schemas.microsoft.com/office/drawing/2014/main" id="{13F5002D-94E7-DD5B-3D98-A65B91CD4014}"/>
                </a:ext>
              </a:extLst>
            </p:cNvPr>
            <p:cNvSpPr/>
            <p:nvPr/>
          </p:nvSpPr>
          <p:spPr>
            <a:xfrm>
              <a:off x="10329736" y="2587751"/>
              <a:ext cx="1325880" cy="31089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85AC30FD-4302-1006-CC97-C50AFE2C94FC}"/>
                </a:ext>
              </a:extLst>
            </p:cNvPr>
            <p:cNvSpPr txBox="1"/>
            <p:nvPr/>
          </p:nvSpPr>
          <p:spPr>
            <a:xfrm>
              <a:off x="10384600" y="2648136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>
                  <a:solidFill>
                    <a:srgbClr val="444444"/>
                  </a:solidFill>
                  <a:latin typeface="+mn-ea"/>
                </a:rPr>
                <a:t>로그인 로그</a:t>
              </a:r>
            </a:p>
          </p:txBody>
        </p:sp>
        <p:sp>
          <p:nvSpPr>
            <p:cNvPr id="273" name="Rectangle 84">
              <a:extLst>
                <a:ext uri="{FF2B5EF4-FFF2-40B4-BE49-F238E27FC236}">
                  <a16:creationId xmlns:a16="http://schemas.microsoft.com/office/drawing/2014/main" id="{AB659864-8C19-C912-46FA-1B2A4F663097}"/>
                </a:ext>
              </a:extLst>
            </p:cNvPr>
            <p:cNvSpPr/>
            <p:nvPr/>
          </p:nvSpPr>
          <p:spPr>
            <a:xfrm>
              <a:off x="10329736" y="2944367"/>
              <a:ext cx="1325880" cy="31089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9E887B10-7724-43DE-D705-C07125EC2A6E}"/>
                </a:ext>
              </a:extLst>
            </p:cNvPr>
            <p:cNvSpPr txBox="1"/>
            <p:nvPr/>
          </p:nvSpPr>
          <p:spPr>
            <a:xfrm>
              <a:off x="10384600" y="3004752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>
                  <a:solidFill>
                    <a:srgbClr val="444444"/>
                  </a:solidFill>
                  <a:latin typeface="+mn-ea"/>
                </a:rPr>
                <a:t>SMS내역조회</a:t>
              </a:r>
            </a:p>
          </p:txBody>
        </p:sp>
        <p:sp>
          <p:nvSpPr>
            <p:cNvPr id="275" name="Rectangle 86">
              <a:extLst>
                <a:ext uri="{FF2B5EF4-FFF2-40B4-BE49-F238E27FC236}">
                  <a16:creationId xmlns:a16="http://schemas.microsoft.com/office/drawing/2014/main" id="{CEA6AED8-3E84-DD94-1FAA-6AAF0ABF2A4B}"/>
                </a:ext>
              </a:extLst>
            </p:cNvPr>
            <p:cNvSpPr/>
            <p:nvPr/>
          </p:nvSpPr>
          <p:spPr>
            <a:xfrm>
              <a:off x="10329736" y="3300983"/>
              <a:ext cx="1325880" cy="31089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290E7C3B-37CE-CD4B-54A7-9E9F4360E65F}"/>
                </a:ext>
              </a:extLst>
            </p:cNvPr>
            <p:cNvSpPr txBox="1"/>
            <p:nvPr/>
          </p:nvSpPr>
          <p:spPr>
            <a:xfrm>
              <a:off x="10384600" y="3361368"/>
              <a:ext cx="123444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>
                  <a:solidFill>
                    <a:srgbClr val="444444"/>
                  </a:solidFill>
                  <a:latin typeface="+mn-ea"/>
                </a:rPr>
                <a:t>여론조사</a:t>
              </a:r>
            </a:p>
          </p:txBody>
        </p:sp>
        <p:sp>
          <p:nvSpPr>
            <p:cNvPr id="277" name="Rectangle 7">
              <a:extLst>
                <a:ext uri="{FF2B5EF4-FFF2-40B4-BE49-F238E27FC236}">
                  <a16:creationId xmlns:a16="http://schemas.microsoft.com/office/drawing/2014/main" id="{44FE9B33-5532-80B4-20EC-4546F9885D26}"/>
                </a:ext>
              </a:extLst>
            </p:cNvPr>
            <p:cNvSpPr/>
            <p:nvPr/>
          </p:nvSpPr>
          <p:spPr>
            <a:xfrm>
              <a:off x="5122228" y="640080"/>
              <a:ext cx="1965960" cy="457200"/>
            </a:xfrm>
            <a:prstGeom prst="rect">
              <a:avLst/>
            </a:prstGeom>
            <a:solidFill>
              <a:srgbClr val="2E4470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 err="1">
                  <a:latin typeface="+mn-ea"/>
                </a:rPr>
                <a:t>소통나눔방</a:t>
              </a:r>
              <a:endParaRPr sz="2400" dirty="0">
                <a:latin typeface="+mn-ea"/>
              </a:endParaRPr>
            </a:p>
          </p:txBody>
        </p:sp>
      </p:grpSp>
      <p:grpSp>
        <p:nvGrpSpPr>
          <p:cNvPr id="278" name="그룹 277"/>
          <p:cNvGrpSpPr/>
          <p:nvPr/>
        </p:nvGrpSpPr>
        <p:grpSpPr>
          <a:xfrm>
            <a:off x="555493" y="5871931"/>
            <a:ext cx="4846320" cy="246221"/>
            <a:chOff x="458788" y="6217920"/>
            <a:chExt cx="4846320" cy="246221"/>
          </a:xfrm>
        </p:grpSpPr>
        <p:grpSp>
          <p:nvGrpSpPr>
            <p:cNvPr id="279" name="그룹 278"/>
            <p:cNvGrpSpPr/>
            <p:nvPr/>
          </p:nvGrpSpPr>
          <p:grpSpPr>
            <a:xfrm>
              <a:off x="458788" y="6217920"/>
              <a:ext cx="2514600" cy="246221"/>
              <a:chOff x="458788" y="6217920"/>
              <a:chExt cx="2514600" cy="246221"/>
            </a:xfrm>
          </p:grpSpPr>
          <p:sp>
            <p:nvSpPr>
              <p:cNvPr id="281" name="Rectangle 88">
                <a:extLst>
                  <a:ext uri="{FF2B5EF4-FFF2-40B4-BE49-F238E27FC236}">
                    <a16:creationId xmlns:a16="http://schemas.microsoft.com/office/drawing/2014/main" id="{02BB303E-E14A-9F44-6133-FD7A44F1D298}"/>
                  </a:ext>
                </a:extLst>
              </p:cNvPr>
              <p:cNvSpPr/>
              <p:nvPr/>
            </p:nvSpPr>
            <p:spPr>
              <a:xfrm>
                <a:off x="458788" y="6217920"/>
                <a:ext cx="228600" cy="201168"/>
              </a:xfrm>
              <a:prstGeom prst="rect">
                <a:avLst/>
              </a:prstGeom>
              <a:solidFill>
                <a:srgbClr val="2E4470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29B0CC18-7C3F-C8F8-78C2-3426F9353BF0}"/>
                  </a:ext>
                </a:extLst>
              </p:cNvPr>
              <p:cNvSpPr txBox="1"/>
              <p:nvPr/>
            </p:nvSpPr>
            <p:spPr>
              <a:xfrm>
                <a:off x="733108" y="6217920"/>
                <a:ext cx="182880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000" dirty="0" err="1">
                    <a:latin typeface="+mn-ea"/>
                  </a:rPr>
                  <a:t>공통</a:t>
                </a:r>
                <a:r>
                  <a:rPr sz="1000" dirty="0">
                    <a:latin typeface="+mn-ea"/>
                  </a:rPr>
                  <a:t> </a:t>
                </a:r>
                <a:r>
                  <a:rPr sz="1000" dirty="0" err="1">
                    <a:latin typeface="+mn-ea"/>
                  </a:rPr>
                  <a:t>접근</a:t>
                </a:r>
                <a:r>
                  <a:rPr sz="1000" dirty="0">
                    <a:latin typeface="+mn-ea"/>
                  </a:rPr>
                  <a:t> </a:t>
                </a:r>
                <a:r>
                  <a:rPr sz="1000" dirty="0" err="1">
                    <a:latin typeface="+mn-ea"/>
                  </a:rPr>
                  <a:t>메뉴</a:t>
                </a:r>
                <a:endParaRPr sz="1000" dirty="0">
                  <a:latin typeface="+mn-ea"/>
                </a:endParaRPr>
              </a:p>
            </p:txBody>
          </p:sp>
          <p:sp>
            <p:nvSpPr>
              <p:cNvPr id="283" name="Rectangle 90">
                <a:extLst>
                  <a:ext uri="{FF2B5EF4-FFF2-40B4-BE49-F238E27FC236}">
                    <a16:creationId xmlns:a16="http://schemas.microsoft.com/office/drawing/2014/main" id="{205168D8-371B-D364-2BB4-51398B0DBF1E}"/>
                  </a:ext>
                </a:extLst>
              </p:cNvPr>
              <p:cNvSpPr/>
              <p:nvPr/>
            </p:nvSpPr>
            <p:spPr>
              <a:xfrm>
                <a:off x="2744788" y="6217920"/>
                <a:ext cx="228600" cy="201168"/>
              </a:xfrm>
              <a:prstGeom prst="rect">
                <a:avLst/>
              </a:prstGeom>
              <a:solidFill>
                <a:srgbClr val="445064"/>
              </a:solidFill>
              <a:ln/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</p:grp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C637C852-3618-B033-B8E9-92449B3914D7}"/>
                </a:ext>
              </a:extLst>
            </p:cNvPr>
            <p:cNvSpPr txBox="1"/>
            <p:nvPr/>
          </p:nvSpPr>
          <p:spPr>
            <a:xfrm>
              <a:off x="3019108" y="6217920"/>
              <a:ext cx="22860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dirty="0" err="1">
                  <a:latin typeface="+mn-ea"/>
                </a:rPr>
                <a:t>관리자</a:t>
              </a:r>
              <a:r>
                <a:rPr sz="1000" dirty="0">
                  <a:latin typeface="+mn-ea"/>
                </a:rPr>
                <a:t> </a:t>
              </a:r>
              <a:r>
                <a:rPr sz="1000" dirty="0" err="1">
                  <a:latin typeface="+mn-ea"/>
                </a:rPr>
                <a:t>전용</a:t>
              </a:r>
              <a:r>
                <a:rPr sz="1000" dirty="0">
                  <a:latin typeface="+mn-ea"/>
                </a:rPr>
                <a:t> </a:t>
              </a:r>
              <a:r>
                <a:rPr sz="1000" dirty="0" err="1">
                  <a:latin typeface="+mn-ea"/>
                </a:rPr>
                <a:t>메뉴</a:t>
              </a:r>
              <a:endParaRPr sz="1000" dirty="0">
                <a:latin typeface="+mn-ea"/>
              </a:endParaRPr>
            </a:p>
          </p:txBody>
        </p:sp>
      </p:grpSp>
      <p:sp>
        <p:nvSpPr>
          <p:cNvPr id="284" name="Rectangle 283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284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lang="en-US" sz="900" b="1" dirty="0">
                <a:solidFill>
                  <a:srgbClr val="FFFFFF"/>
                </a:solidFill>
                <a:latin typeface="Noto Sans KR"/>
              </a:rPr>
              <a:t>7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 / 50</a:t>
            </a:r>
          </a:p>
        </p:txBody>
      </p:sp>
    </p:spTree>
    <p:extLst>
      <p:ext uri="{BB962C8B-B14F-4D97-AF65-F5344CB8AC3E}">
        <p14:creationId xmlns:p14="http://schemas.microsoft.com/office/powerpoint/2010/main" val="1304941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0" y="-3494"/>
            <a:ext cx="12192000" cy="6861494"/>
            <a:chOff x="0" y="-3494"/>
            <a:chExt cx="12192000" cy="6861494"/>
          </a:xfrm>
        </p:grpSpPr>
        <p:grpSp>
          <p:nvGrpSpPr>
            <p:cNvPr id="3" name="그룹 2"/>
            <p:cNvGrpSpPr/>
            <p:nvPr/>
          </p:nvGrpSpPr>
          <p:grpSpPr>
            <a:xfrm>
              <a:off x="0" y="-3494"/>
              <a:ext cx="12188952" cy="502920"/>
              <a:chOff x="0" y="-3494"/>
              <a:chExt cx="12188952" cy="502920"/>
            </a:xfrm>
          </p:grpSpPr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4E368FDE-E6C4-9C10-B794-DC7FE9AFE767}"/>
                  </a:ext>
                </a:extLst>
              </p:cNvPr>
              <p:cNvSpPr/>
              <p:nvPr/>
            </p:nvSpPr>
            <p:spPr>
              <a:xfrm>
                <a:off x="0" y="-3494"/>
                <a:ext cx="12188952" cy="502920"/>
              </a:xfrm>
              <a:prstGeom prst="rect">
                <a:avLst/>
              </a:prstGeom>
              <a:solidFill>
                <a:srgbClr val="2E4470"/>
              </a:solidFill>
              <a:ln>
                <a:noFill/>
              </a:ln>
              <a:effectLst>
                <a:reflection blurRad="6350" stA="52000" endA="300" endPos="35000" dir="5400000" sy="-100000" algn="bl" rotWithShape="0"/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9" name="Rectangle 2">
                <a:extLst>
                  <a:ext uri="{FF2B5EF4-FFF2-40B4-BE49-F238E27FC236}">
                    <a16:creationId xmlns:a16="http://schemas.microsoft.com/office/drawing/2014/main" id="{B0397472-7BC4-0F63-5086-828CC9DF6B34}"/>
                  </a:ext>
                </a:extLst>
              </p:cNvPr>
              <p:cNvSpPr/>
              <p:nvPr/>
            </p:nvSpPr>
            <p:spPr>
              <a:xfrm>
                <a:off x="0" y="-3494"/>
                <a:ext cx="45719" cy="502920"/>
              </a:xfrm>
              <a:prstGeom prst="rect">
                <a:avLst/>
              </a:prstGeom>
              <a:solidFill>
                <a:srgbClr val="1E2D45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grpSp>
            <p:nvGrpSpPr>
              <p:cNvPr id="10" name="그룹 9"/>
              <p:cNvGrpSpPr/>
              <p:nvPr/>
            </p:nvGrpSpPr>
            <p:grpSpPr>
              <a:xfrm>
                <a:off x="184469" y="42227"/>
                <a:ext cx="7054310" cy="356169"/>
                <a:chOff x="184469" y="42227"/>
                <a:chExt cx="7054310" cy="356169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B3990BB-31C1-4668-04FE-6D5EBEDE6554}"/>
                    </a:ext>
                  </a:extLst>
                </p:cNvPr>
                <p:cNvSpPr txBox="1"/>
                <p:nvPr/>
              </p:nvSpPr>
              <p:spPr>
                <a:xfrm>
                  <a:off x="184469" y="42227"/>
                  <a:ext cx="1371600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r>
                    <a:rPr lang="en-US"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endParaRPr sz="8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2FD72F6-3011-C22F-47A2-9605C4CCA03B}"/>
                    </a:ext>
                  </a:extLst>
                </p:cNvPr>
                <p:cNvSpPr txBox="1"/>
                <p:nvPr/>
              </p:nvSpPr>
              <p:spPr>
                <a:xfrm>
                  <a:off x="1525208" y="90619"/>
                  <a:ext cx="571357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sz="1400" b="1" dirty="0">
                      <a:solidFill>
                        <a:srgbClr val="E8ECF4"/>
                      </a:solidFill>
                      <a:latin typeface="+mn-ea"/>
                    </a:rPr>
                    <a:t>AS-IS </a:t>
                  </a:r>
                  <a:r>
                    <a:rPr lang="ko-KR" altLang="en-US" sz="1400" b="1" dirty="0">
                      <a:solidFill>
                        <a:srgbClr val="E8ECF4"/>
                      </a:solidFill>
                      <a:latin typeface="+mn-ea"/>
                    </a:rPr>
                    <a:t>현황 ① </a:t>
                  </a:r>
                  <a:r>
                    <a:rPr lang="en-US" altLang="ko-KR" sz="1400" b="1" dirty="0">
                      <a:solidFill>
                        <a:srgbClr val="E8ECF4"/>
                      </a:solidFill>
                      <a:latin typeface="+mn-ea"/>
                    </a:rPr>
                    <a:t>- </a:t>
                  </a:r>
                  <a:r>
                    <a:rPr lang="ko-KR" altLang="en-US" sz="1400" b="1" dirty="0">
                      <a:solidFill>
                        <a:srgbClr val="E8ECF4"/>
                      </a:solidFill>
                      <a:latin typeface="+mn-ea"/>
                    </a:rPr>
                    <a:t>메뉴 중복 운영</a:t>
                  </a:r>
                  <a:endParaRPr lang="ko-KR" altLang="en-US" sz="1300" b="1" dirty="0">
                    <a:solidFill>
                      <a:srgbClr val="E8ECF4"/>
                    </a:solidFill>
                    <a:latin typeface="+mn-ea"/>
                  </a:endParaRPr>
                </a:p>
              </p:txBody>
            </p:sp>
          </p:grpSp>
        </p:grpSp>
        <p:grpSp>
          <p:nvGrpSpPr>
            <p:cNvPr id="4" name="그룹 3"/>
            <p:cNvGrpSpPr/>
            <p:nvPr/>
          </p:nvGrpSpPr>
          <p:grpSpPr>
            <a:xfrm>
              <a:off x="0" y="6591300"/>
              <a:ext cx="12192000" cy="266700"/>
              <a:chOff x="0" y="6591300"/>
              <a:chExt cx="12192000" cy="266700"/>
            </a:xfrm>
          </p:grpSpPr>
          <p:sp>
            <p:nvSpPr>
              <p:cNvPr id="5" name="Rectangle 272"/>
              <p:cNvSpPr/>
              <p:nvPr/>
            </p:nvSpPr>
            <p:spPr>
              <a:xfrm>
                <a:off x="0" y="6591300"/>
                <a:ext cx="12192000" cy="266700"/>
              </a:xfrm>
              <a:prstGeom prst="rect">
                <a:avLst/>
              </a:prstGeom>
              <a:solidFill>
                <a:srgbClr val="1E2D4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34666" y="6642100"/>
                <a:ext cx="22172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소통나눔방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시스템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고도화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기획서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 | 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○○부처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○○과</a:t>
                </a:r>
                <a:endParaRPr sz="600" b="0" dirty="0">
                  <a:solidFill>
                    <a:srgbClr val="AABBCC"/>
                  </a:solidFill>
                  <a:latin typeface="+mn-ea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00D966-1A0F-E9CD-9352-FBDD81B3A5D5}"/>
                  </a:ext>
                </a:extLst>
              </p:cNvPr>
              <p:cNvSpPr txBox="1"/>
              <p:nvPr/>
            </p:nvSpPr>
            <p:spPr>
              <a:xfrm>
                <a:off x="4762898" y="6632027"/>
                <a:ext cx="73006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600" dirty="0">
                    <a:solidFill>
                      <a:srgbClr val="E8ECF4"/>
                    </a:solidFill>
                    <a:latin typeface="+mn-ea"/>
                  </a:rPr>
                  <a:t>PR v1.0</a:t>
                </a:r>
                <a:endParaRPr sz="600" dirty="0">
                  <a:solidFill>
                    <a:srgbClr val="E8ECF4"/>
                  </a:solidFill>
                  <a:latin typeface="+mn-ea"/>
                </a:endParaRPr>
              </a:p>
            </p:txBody>
          </p:sp>
        </p:grp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27F2D92-D46B-2DDB-78FC-8EF1B5A0020E}"/>
              </a:ext>
            </a:extLst>
          </p:cNvPr>
          <p:cNvGrpSpPr/>
          <p:nvPr/>
        </p:nvGrpSpPr>
        <p:grpSpPr>
          <a:xfrm>
            <a:off x="255460" y="993760"/>
            <a:ext cx="11630292" cy="317420"/>
            <a:chOff x="382491" y="4286685"/>
            <a:chExt cx="11630292" cy="317420"/>
          </a:xfrm>
        </p:grpSpPr>
        <p:sp>
          <p:nvSpPr>
            <p:cNvPr id="20" name="Rectangle 77">
              <a:extLst>
                <a:ext uri="{FF2B5EF4-FFF2-40B4-BE49-F238E27FC236}">
                  <a16:creationId xmlns:a16="http://schemas.microsoft.com/office/drawing/2014/main" id="{7772F2D2-5121-CC51-2089-29C7D1E0C7DA}"/>
                </a:ext>
              </a:extLst>
            </p:cNvPr>
            <p:cNvSpPr/>
            <p:nvPr/>
          </p:nvSpPr>
          <p:spPr>
            <a:xfrm>
              <a:off x="382491" y="4286685"/>
              <a:ext cx="38090" cy="317420"/>
            </a:xfrm>
            <a:prstGeom prst="rect">
              <a:avLst/>
            </a:prstGeom>
            <a:solidFill>
              <a:srgbClr val="2E4470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1" name="Rectangle 78">
              <a:extLst>
                <a:ext uri="{FF2B5EF4-FFF2-40B4-BE49-F238E27FC236}">
                  <a16:creationId xmlns:a16="http://schemas.microsoft.com/office/drawing/2014/main" id="{A4DF57C5-62AE-D74B-4315-90BD28EC035E}"/>
                </a:ext>
              </a:extLst>
            </p:cNvPr>
            <p:cNvSpPr/>
            <p:nvPr/>
          </p:nvSpPr>
          <p:spPr>
            <a:xfrm>
              <a:off x="420582" y="4286685"/>
              <a:ext cx="5741673" cy="317420"/>
            </a:xfrm>
            <a:prstGeom prst="rect">
              <a:avLst/>
            </a:prstGeom>
            <a:solidFill>
              <a:srgbClr val="E8ECF4"/>
            </a:solidFill>
            <a:ln>
              <a:solidFill>
                <a:srgbClr val="2E44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CF23378-1AFD-0A9A-F263-F7898C7C7717}"/>
                </a:ext>
              </a:extLst>
            </p:cNvPr>
            <p:cNvSpPr txBox="1"/>
            <p:nvPr/>
          </p:nvSpPr>
          <p:spPr>
            <a:xfrm>
              <a:off x="458672" y="4311400"/>
              <a:ext cx="1155411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공지사항 </a:t>
              </a:r>
              <a:r>
                <a:rPr lang="en-US" altLang="ko-KR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3</a:t>
              </a:r>
              <a:r>
                <a:rPr lang="ko-KR" altLang="en-US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중 운영 현황</a:t>
              </a:r>
              <a:endParaRPr sz="1200" b="1" dirty="0">
                <a:solidFill>
                  <a:schemeClr val="accent1">
                    <a:lumMod val="50000"/>
                  </a:schemeClr>
                </a:solidFill>
                <a:latin typeface="+mn-ea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F03DBB0-374A-B912-71BE-7CB8B237CA13}"/>
              </a:ext>
            </a:extLst>
          </p:cNvPr>
          <p:cNvSpPr txBox="1"/>
          <p:nvPr/>
        </p:nvSpPr>
        <p:spPr>
          <a:xfrm>
            <a:off x="6984841" y="205950"/>
            <a:ext cx="50787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현황 분석</a:t>
            </a:r>
            <a:r>
              <a:rPr sz="900" dirty="0">
                <a:solidFill>
                  <a:schemeClr val="bg1"/>
                </a:solidFill>
                <a:latin typeface="+mn-ea"/>
              </a:rPr>
              <a:t>(</a:t>
            </a:r>
            <a:r>
              <a:rPr lang="en-US" sz="900" dirty="0">
                <a:solidFill>
                  <a:schemeClr val="bg1"/>
                </a:solidFill>
                <a:latin typeface="+mn-ea"/>
              </a:rPr>
              <a:t>AS-IS Analysis</a:t>
            </a:r>
            <a:r>
              <a:rPr sz="900" dirty="0">
                <a:solidFill>
                  <a:schemeClr val="bg1"/>
                </a:solidFill>
                <a:latin typeface="+mn-ea"/>
              </a:rPr>
              <a:t>)</a:t>
            </a:r>
          </a:p>
        </p:txBody>
      </p:sp>
      <p:grpSp>
        <p:nvGrpSpPr>
          <p:cNvPr id="106" name="그룹 105"/>
          <p:cNvGrpSpPr/>
          <p:nvPr/>
        </p:nvGrpSpPr>
        <p:grpSpPr>
          <a:xfrm>
            <a:off x="268220" y="1500514"/>
            <a:ext cx="5777056" cy="1220376"/>
            <a:chOff x="268220" y="1500514"/>
            <a:chExt cx="5777056" cy="1220376"/>
          </a:xfrm>
        </p:grpSpPr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BC501E1C-F564-DBB7-AC76-8D2DC55C30BC}"/>
                </a:ext>
              </a:extLst>
            </p:cNvPr>
            <p:cNvGrpSpPr/>
            <p:nvPr/>
          </p:nvGrpSpPr>
          <p:grpSpPr>
            <a:xfrm>
              <a:off x="268220" y="1500514"/>
              <a:ext cx="5777056" cy="337008"/>
              <a:chOff x="255524" y="1288727"/>
              <a:chExt cx="4570856" cy="241239"/>
            </a:xfrm>
          </p:grpSpPr>
          <p:sp>
            <p:nvSpPr>
              <p:cNvPr id="133" name="Rectangle 15">
                <a:extLst>
                  <a:ext uri="{FF2B5EF4-FFF2-40B4-BE49-F238E27FC236}">
                    <a16:creationId xmlns:a16="http://schemas.microsoft.com/office/drawing/2014/main" id="{5B00FCB3-6AA9-EE62-758D-19D2B129D774}"/>
                  </a:ext>
                </a:extLst>
              </p:cNvPr>
              <p:cNvSpPr/>
              <p:nvPr/>
            </p:nvSpPr>
            <p:spPr>
              <a:xfrm>
                <a:off x="255524" y="1288727"/>
                <a:ext cx="1396650" cy="241239"/>
              </a:xfrm>
              <a:prstGeom prst="rect">
                <a:avLst/>
              </a:prstGeom>
              <a:solidFill>
                <a:srgbClr val="2E4470"/>
              </a:solidFill>
              <a:ln>
                <a:solidFill>
                  <a:srgbClr val="E8ECF4"/>
                </a:solidFill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E741A21A-0EBB-7322-5A4D-9E6D698E23F6}"/>
                  </a:ext>
                </a:extLst>
              </p:cNvPr>
              <p:cNvSpPr txBox="1"/>
              <p:nvPr/>
            </p:nvSpPr>
            <p:spPr>
              <a:xfrm>
                <a:off x="293614" y="1320468"/>
                <a:ext cx="1320470" cy="18176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sz="1050" b="1" dirty="0" err="1">
                    <a:solidFill>
                      <a:srgbClr val="FFFFFF"/>
                    </a:solidFill>
                    <a:latin typeface="+mn-ea"/>
                  </a:rPr>
                  <a:t>메뉴</a:t>
                </a:r>
                <a:r>
                  <a:rPr sz="1050" b="1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1050" b="1" dirty="0" err="1">
                    <a:solidFill>
                      <a:srgbClr val="FFFFFF"/>
                    </a:solidFill>
                    <a:latin typeface="+mn-ea"/>
                  </a:rPr>
                  <a:t>위치</a:t>
                </a:r>
                <a:endParaRPr sz="105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135" name="Rectangle 17">
                <a:extLst>
                  <a:ext uri="{FF2B5EF4-FFF2-40B4-BE49-F238E27FC236}">
                    <a16:creationId xmlns:a16="http://schemas.microsoft.com/office/drawing/2014/main" id="{C1F0DAFA-7B61-D53F-AE2B-2678609C8719}"/>
                  </a:ext>
                </a:extLst>
              </p:cNvPr>
              <p:cNvSpPr/>
              <p:nvPr/>
            </p:nvSpPr>
            <p:spPr>
              <a:xfrm>
                <a:off x="1652174" y="1288727"/>
                <a:ext cx="1015746" cy="241239"/>
              </a:xfrm>
              <a:prstGeom prst="rect">
                <a:avLst/>
              </a:prstGeom>
              <a:solidFill>
                <a:srgbClr val="2E4470"/>
              </a:solidFill>
              <a:ln>
                <a:solidFill>
                  <a:srgbClr val="E8ECF4"/>
                </a:solidFill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2C525E5B-6DA3-7570-D812-8F22B44E6CB4}"/>
                  </a:ext>
                </a:extLst>
              </p:cNvPr>
              <p:cNvSpPr txBox="1"/>
              <p:nvPr/>
            </p:nvSpPr>
            <p:spPr>
              <a:xfrm>
                <a:off x="1690264" y="1320468"/>
                <a:ext cx="939566" cy="181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 b="1">
                    <a:solidFill>
                      <a:srgbClr val="FFFFFF"/>
                    </a:solidFill>
                    <a:latin typeface="+mn-ea"/>
                  </a:rPr>
                  <a:t>명칭</a:t>
                </a:r>
              </a:p>
            </p:txBody>
          </p:sp>
          <p:sp>
            <p:nvSpPr>
              <p:cNvPr id="137" name="Rectangle 19">
                <a:extLst>
                  <a:ext uri="{FF2B5EF4-FFF2-40B4-BE49-F238E27FC236}">
                    <a16:creationId xmlns:a16="http://schemas.microsoft.com/office/drawing/2014/main" id="{6B21A873-C3BF-B20D-42F8-A4B0D296E7D4}"/>
                  </a:ext>
                </a:extLst>
              </p:cNvPr>
              <p:cNvSpPr/>
              <p:nvPr/>
            </p:nvSpPr>
            <p:spPr>
              <a:xfrm>
                <a:off x="2667920" y="1288727"/>
                <a:ext cx="1206198" cy="241239"/>
              </a:xfrm>
              <a:prstGeom prst="rect">
                <a:avLst/>
              </a:prstGeom>
              <a:solidFill>
                <a:srgbClr val="2E4470"/>
              </a:solidFill>
              <a:ln>
                <a:solidFill>
                  <a:srgbClr val="E8ECF4"/>
                </a:solidFill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4D0CE5A4-9083-4581-A9A1-EF8C0B0C7916}"/>
                  </a:ext>
                </a:extLst>
              </p:cNvPr>
              <p:cNvSpPr txBox="1"/>
              <p:nvPr/>
            </p:nvSpPr>
            <p:spPr>
              <a:xfrm>
                <a:off x="2706010" y="1320468"/>
                <a:ext cx="1130018" cy="181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 b="1">
                    <a:solidFill>
                      <a:srgbClr val="FFFFFF"/>
                    </a:solidFill>
                    <a:latin typeface="+mn-ea"/>
                  </a:rPr>
                  <a:t>역할</a:t>
                </a:r>
              </a:p>
            </p:txBody>
          </p:sp>
          <p:sp>
            <p:nvSpPr>
              <p:cNvPr id="139" name="Rectangle 21">
                <a:extLst>
                  <a:ext uri="{FF2B5EF4-FFF2-40B4-BE49-F238E27FC236}">
                    <a16:creationId xmlns:a16="http://schemas.microsoft.com/office/drawing/2014/main" id="{11C8482A-2E30-CED0-7566-9275D9BCAD0D}"/>
                  </a:ext>
                </a:extLst>
              </p:cNvPr>
              <p:cNvSpPr/>
              <p:nvPr/>
            </p:nvSpPr>
            <p:spPr>
              <a:xfrm>
                <a:off x="3874119" y="1288727"/>
                <a:ext cx="952261" cy="241239"/>
              </a:xfrm>
              <a:prstGeom prst="rect">
                <a:avLst/>
              </a:prstGeom>
              <a:solidFill>
                <a:srgbClr val="2E4470"/>
              </a:solidFill>
              <a:ln>
                <a:solidFill>
                  <a:srgbClr val="E8ECF4"/>
                </a:solidFill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FE6C26C9-6EB2-91D7-2076-F5A1F02C0B59}"/>
                  </a:ext>
                </a:extLst>
              </p:cNvPr>
              <p:cNvSpPr txBox="1"/>
              <p:nvPr/>
            </p:nvSpPr>
            <p:spPr>
              <a:xfrm>
                <a:off x="3912209" y="1320468"/>
                <a:ext cx="876081" cy="181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 b="1">
                    <a:solidFill>
                      <a:srgbClr val="FFFFFF"/>
                    </a:solidFill>
                    <a:latin typeface="+mn-ea"/>
                  </a:rPr>
                  <a:t>문제</a:t>
                </a:r>
              </a:p>
            </p:txBody>
          </p:sp>
        </p:grpSp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8E332120-8539-AF3E-F005-2E563A84B303}"/>
                </a:ext>
              </a:extLst>
            </p:cNvPr>
            <p:cNvGrpSpPr/>
            <p:nvPr/>
          </p:nvGrpSpPr>
          <p:grpSpPr>
            <a:xfrm>
              <a:off x="268220" y="1911663"/>
              <a:ext cx="5777056" cy="809227"/>
              <a:chOff x="255524" y="1529966"/>
              <a:chExt cx="4570856" cy="740093"/>
            </a:xfrm>
          </p:grpSpPr>
          <p:sp>
            <p:nvSpPr>
              <p:cNvPr id="109" name="Rectangle 23">
                <a:extLst>
                  <a:ext uri="{FF2B5EF4-FFF2-40B4-BE49-F238E27FC236}">
                    <a16:creationId xmlns:a16="http://schemas.microsoft.com/office/drawing/2014/main" id="{E788D4E4-13E1-8B02-EA61-7335F783D38D}"/>
                  </a:ext>
                </a:extLst>
              </p:cNvPr>
              <p:cNvSpPr/>
              <p:nvPr/>
            </p:nvSpPr>
            <p:spPr>
              <a:xfrm>
                <a:off x="255524" y="1529966"/>
                <a:ext cx="1396650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0854CFD7-EA13-EA82-2EF3-9CC40BF2DC47}"/>
                  </a:ext>
                </a:extLst>
              </p:cNvPr>
              <p:cNvSpPr txBox="1"/>
              <p:nvPr/>
            </p:nvSpPr>
            <p:spPr>
              <a:xfrm>
                <a:off x="293614" y="1555358"/>
                <a:ext cx="1320470" cy="232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대변인방</a:t>
                </a:r>
                <a:endParaRPr sz="1050" dirty="0">
                  <a:solidFill>
                    <a:srgbClr val="222222"/>
                  </a:solidFill>
                  <a:latin typeface="+mn-ea"/>
                </a:endParaRPr>
              </a:p>
            </p:txBody>
          </p:sp>
          <p:sp>
            <p:nvSpPr>
              <p:cNvPr id="111" name="Rectangle 25">
                <a:extLst>
                  <a:ext uri="{FF2B5EF4-FFF2-40B4-BE49-F238E27FC236}">
                    <a16:creationId xmlns:a16="http://schemas.microsoft.com/office/drawing/2014/main" id="{0D813E6D-3DCC-954C-1101-0B38ACEEF436}"/>
                  </a:ext>
                </a:extLst>
              </p:cNvPr>
              <p:cNvSpPr/>
              <p:nvPr/>
            </p:nvSpPr>
            <p:spPr>
              <a:xfrm>
                <a:off x="1652174" y="1529966"/>
                <a:ext cx="1015746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5710675B-0783-3611-99D3-A721C23C7AD8}"/>
                  </a:ext>
                </a:extLst>
              </p:cNvPr>
              <p:cNvSpPr txBox="1"/>
              <p:nvPr/>
            </p:nvSpPr>
            <p:spPr>
              <a:xfrm>
                <a:off x="1690264" y="1555358"/>
                <a:ext cx="939566" cy="232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>
                    <a:solidFill>
                      <a:srgbClr val="222222"/>
                    </a:solidFill>
                    <a:latin typeface="+mn-ea"/>
                  </a:rPr>
                  <a:t>공지사항</a:t>
                </a:r>
              </a:p>
            </p:txBody>
          </p:sp>
          <p:sp>
            <p:nvSpPr>
              <p:cNvPr id="113" name="Rectangle 27">
                <a:extLst>
                  <a:ext uri="{FF2B5EF4-FFF2-40B4-BE49-F238E27FC236}">
                    <a16:creationId xmlns:a16="http://schemas.microsoft.com/office/drawing/2014/main" id="{DBC400E6-0F3D-B5E6-63D2-165070CF6113}"/>
                  </a:ext>
                </a:extLst>
              </p:cNvPr>
              <p:cNvSpPr/>
              <p:nvPr/>
            </p:nvSpPr>
            <p:spPr>
              <a:xfrm>
                <a:off x="2667920" y="1529966"/>
                <a:ext cx="1206198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A8B91511-B897-866A-C7C4-32CB9F2434B1}"/>
                  </a:ext>
                </a:extLst>
              </p:cNvPr>
              <p:cNvSpPr txBox="1"/>
              <p:nvPr/>
            </p:nvSpPr>
            <p:spPr>
              <a:xfrm>
                <a:off x="2706010" y="1555358"/>
                <a:ext cx="1130018" cy="232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공지</a:t>
                </a:r>
                <a:r>
                  <a:rPr sz="1050" dirty="0">
                    <a:solidFill>
                      <a:srgbClr val="222222"/>
                    </a:solidFill>
                    <a:latin typeface="+mn-ea"/>
                  </a:rPr>
                  <a:t> </a:t>
                </a:r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등록·조회</a:t>
                </a:r>
                <a:endParaRPr sz="1050" dirty="0">
                  <a:solidFill>
                    <a:srgbClr val="222222"/>
                  </a:solidFill>
                  <a:latin typeface="+mn-ea"/>
                </a:endParaRPr>
              </a:p>
            </p:txBody>
          </p:sp>
          <p:sp>
            <p:nvSpPr>
              <p:cNvPr id="115" name="Rectangle 29">
                <a:extLst>
                  <a:ext uri="{FF2B5EF4-FFF2-40B4-BE49-F238E27FC236}">
                    <a16:creationId xmlns:a16="http://schemas.microsoft.com/office/drawing/2014/main" id="{E94145E4-2A16-8FCD-EE12-8FC69CE09677}"/>
                  </a:ext>
                </a:extLst>
              </p:cNvPr>
              <p:cNvSpPr/>
              <p:nvPr/>
            </p:nvSpPr>
            <p:spPr>
              <a:xfrm>
                <a:off x="3874119" y="1529966"/>
                <a:ext cx="952261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FF63523C-FDC6-9624-9D4F-8CA76FEC1ADE}"/>
                  </a:ext>
                </a:extLst>
              </p:cNvPr>
              <p:cNvSpPr txBox="1"/>
              <p:nvPr/>
            </p:nvSpPr>
            <p:spPr>
              <a:xfrm>
                <a:off x="3912209" y="1555358"/>
                <a:ext cx="876081" cy="232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동일</a:t>
                </a:r>
                <a:r>
                  <a:rPr sz="1050" dirty="0">
                    <a:solidFill>
                      <a:srgbClr val="222222"/>
                    </a:solidFill>
                    <a:latin typeface="+mn-ea"/>
                  </a:rPr>
                  <a:t> </a:t>
                </a:r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기능</a:t>
                </a:r>
                <a:endParaRPr sz="1050" dirty="0">
                  <a:solidFill>
                    <a:srgbClr val="222222"/>
                  </a:solidFill>
                  <a:latin typeface="+mn-ea"/>
                </a:endParaRPr>
              </a:p>
            </p:txBody>
          </p:sp>
          <p:sp>
            <p:nvSpPr>
              <p:cNvPr id="117" name="Rectangle 31">
                <a:extLst>
                  <a:ext uri="{FF2B5EF4-FFF2-40B4-BE49-F238E27FC236}">
                    <a16:creationId xmlns:a16="http://schemas.microsoft.com/office/drawing/2014/main" id="{5FD00F6B-D7EF-D564-015F-72B1BEBD1CE2}"/>
                  </a:ext>
                </a:extLst>
              </p:cNvPr>
              <p:cNvSpPr/>
              <p:nvPr/>
            </p:nvSpPr>
            <p:spPr>
              <a:xfrm>
                <a:off x="255524" y="1771205"/>
                <a:ext cx="1396650" cy="241239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8A1B24BB-D9E6-BDF6-0163-ABA193D2678C}"/>
                  </a:ext>
                </a:extLst>
              </p:cNvPr>
              <p:cNvSpPr txBox="1"/>
              <p:nvPr/>
            </p:nvSpPr>
            <p:spPr>
              <a:xfrm>
                <a:off x="293614" y="1796597"/>
                <a:ext cx="1320470" cy="232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온라인방</a:t>
                </a:r>
                <a:endParaRPr sz="1050" dirty="0">
                  <a:solidFill>
                    <a:srgbClr val="222222"/>
                  </a:solidFill>
                  <a:latin typeface="+mn-ea"/>
                </a:endParaRPr>
              </a:p>
            </p:txBody>
          </p:sp>
          <p:sp>
            <p:nvSpPr>
              <p:cNvPr id="119" name="Rectangle 33">
                <a:extLst>
                  <a:ext uri="{FF2B5EF4-FFF2-40B4-BE49-F238E27FC236}">
                    <a16:creationId xmlns:a16="http://schemas.microsoft.com/office/drawing/2014/main" id="{FC4671ED-FB18-AE6F-5555-446BF294FAA8}"/>
                  </a:ext>
                </a:extLst>
              </p:cNvPr>
              <p:cNvSpPr/>
              <p:nvPr/>
            </p:nvSpPr>
            <p:spPr>
              <a:xfrm>
                <a:off x="1652174" y="1771205"/>
                <a:ext cx="1015746" cy="241239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43E1D500-E3C9-20D2-12E6-FDBAF4A0516C}"/>
                  </a:ext>
                </a:extLst>
              </p:cNvPr>
              <p:cNvSpPr txBox="1"/>
              <p:nvPr/>
            </p:nvSpPr>
            <p:spPr>
              <a:xfrm>
                <a:off x="1690264" y="1796597"/>
                <a:ext cx="939566" cy="232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>
                    <a:solidFill>
                      <a:srgbClr val="222222"/>
                    </a:solidFill>
                    <a:latin typeface="+mn-ea"/>
                  </a:rPr>
                  <a:t>온대알림</a:t>
                </a:r>
              </a:p>
            </p:txBody>
          </p:sp>
          <p:sp>
            <p:nvSpPr>
              <p:cNvPr id="121" name="Rectangle 35">
                <a:extLst>
                  <a:ext uri="{FF2B5EF4-FFF2-40B4-BE49-F238E27FC236}">
                    <a16:creationId xmlns:a16="http://schemas.microsoft.com/office/drawing/2014/main" id="{4CAE10E3-6FE8-12E3-FF39-FF5258670B58}"/>
                  </a:ext>
                </a:extLst>
              </p:cNvPr>
              <p:cNvSpPr/>
              <p:nvPr/>
            </p:nvSpPr>
            <p:spPr>
              <a:xfrm>
                <a:off x="2667920" y="1771205"/>
                <a:ext cx="1206198" cy="241239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5845B1D7-0872-A780-D800-061C7F5E80DA}"/>
                  </a:ext>
                </a:extLst>
              </p:cNvPr>
              <p:cNvSpPr txBox="1"/>
              <p:nvPr/>
            </p:nvSpPr>
            <p:spPr>
              <a:xfrm>
                <a:off x="2706010" y="1796597"/>
                <a:ext cx="1130018" cy="232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>
                    <a:solidFill>
                      <a:srgbClr val="222222"/>
                    </a:solidFill>
                    <a:latin typeface="+mn-ea"/>
                  </a:rPr>
                  <a:t>공지 등록·조회</a:t>
                </a:r>
              </a:p>
            </p:txBody>
          </p:sp>
          <p:sp>
            <p:nvSpPr>
              <p:cNvPr id="123" name="Rectangle 37">
                <a:extLst>
                  <a:ext uri="{FF2B5EF4-FFF2-40B4-BE49-F238E27FC236}">
                    <a16:creationId xmlns:a16="http://schemas.microsoft.com/office/drawing/2014/main" id="{DFFD4D17-1A01-C3BE-01C5-FF7772F7336F}"/>
                  </a:ext>
                </a:extLst>
              </p:cNvPr>
              <p:cNvSpPr/>
              <p:nvPr/>
            </p:nvSpPr>
            <p:spPr>
              <a:xfrm>
                <a:off x="3874119" y="1771205"/>
                <a:ext cx="952261" cy="241239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A52C2DC3-F88D-D640-24AA-C7E6E6168546}"/>
                  </a:ext>
                </a:extLst>
              </p:cNvPr>
              <p:cNvSpPr txBox="1"/>
              <p:nvPr/>
            </p:nvSpPr>
            <p:spPr>
              <a:xfrm>
                <a:off x="3912209" y="1796597"/>
                <a:ext cx="876081" cy="232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명칭</a:t>
                </a:r>
                <a:r>
                  <a:rPr sz="1050" dirty="0">
                    <a:solidFill>
                      <a:srgbClr val="222222"/>
                    </a:solidFill>
                    <a:latin typeface="+mn-ea"/>
                  </a:rPr>
                  <a:t> </a:t>
                </a:r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불일치</a:t>
                </a:r>
                <a:endParaRPr sz="1050" dirty="0">
                  <a:solidFill>
                    <a:srgbClr val="222222"/>
                  </a:solidFill>
                  <a:latin typeface="+mn-ea"/>
                </a:endParaRPr>
              </a:p>
            </p:txBody>
          </p:sp>
          <p:sp>
            <p:nvSpPr>
              <p:cNvPr id="125" name="Rectangle 39">
                <a:extLst>
                  <a:ext uri="{FF2B5EF4-FFF2-40B4-BE49-F238E27FC236}">
                    <a16:creationId xmlns:a16="http://schemas.microsoft.com/office/drawing/2014/main" id="{7EA138AE-D1EE-8AB1-DBFE-C3F0C71C9764}"/>
                  </a:ext>
                </a:extLst>
              </p:cNvPr>
              <p:cNvSpPr/>
              <p:nvPr/>
            </p:nvSpPr>
            <p:spPr>
              <a:xfrm>
                <a:off x="255524" y="2012444"/>
                <a:ext cx="1396650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43A73FE1-6026-A3CD-CDBA-5709E7CCF00A}"/>
                  </a:ext>
                </a:extLst>
              </p:cNvPr>
              <p:cNvSpPr txBox="1"/>
              <p:nvPr/>
            </p:nvSpPr>
            <p:spPr>
              <a:xfrm>
                <a:off x="293614" y="2037836"/>
                <a:ext cx="1320470" cy="232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외신대변인방</a:t>
                </a:r>
                <a:endParaRPr sz="1050" dirty="0">
                  <a:solidFill>
                    <a:srgbClr val="222222"/>
                  </a:solidFill>
                  <a:latin typeface="+mn-ea"/>
                </a:endParaRPr>
              </a:p>
            </p:txBody>
          </p:sp>
          <p:sp>
            <p:nvSpPr>
              <p:cNvPr id="127" name="Rectangle 41">
                <a:extLst>
                  <a:ext uri="{FF2B5EF4-FFF2-40B4-BE49-F238E27FC236}">
                    <a16:creationId xmlns:a16="http://schemas.microsoft.com/office/drawing/2014/main" id="{324B0516-863D-149B-7CCA-CCE65F69ADBF}"/>
                  </a:ext>
                </a:extLst>
              </p:cNvPr>
              <p:cNvSpPr/>
              <p:nvPr/>
            </p:nvSpPr>
            <p:spPr>
              <a:xfrm>
                <a:off x="1652174" y="2012444"/>
                <a:ext cx="1015746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71597723-9CA3-9377-C107-B79D1BDCB21D}"/>
                  </a:ext>
                </a:extLst>
              </p:cNvPr>
              <p:cNvSpPr txBox="1"/>
              <p:nvPr/>
            </p:nvSpPr>
            <p:spPr>
              <a:xfrm>
                <a:off x="1690264" y="2037836"/>
                <a:ext cx="939566" cy="232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>
                    <a:solidFill>
                      <a:srgbClr val="222222"/>
                    </a:solidFill>
                    <a:latin typeface="+mn-ea"/>
                  </a:rPr>
                  <a:t>공지사항</a:t>
                </a:r>
              </a:p>
            </p:txBody>
          </p:sp>
          <p:sp>
            <p:nvSpPr>
              <p:cNvPr id="129" name="Rectangle 43">
                <a:extLst>
                  <a:ext uri="{FF2B5EF4-FFF2-40B4-BE49-F238E27FC236}">
                    <a16:creationId xmlns:a16="http://schemas.microsoft.com/office/drawing/2014/main" id="{79E36F59-D724-60EC-BB14-F363A4C10CBE}"/>
                  </a:ext>
                </a:extLst>
              </p:cNvPr>
              <p:cNvSpPr/>
              <p:nvPr/>
            </p:nvSpPr>
            <p:spPr>
              <a:xfrm>
                <a:off x="2667920" y="2012444"/>
                <a:ext cx="1206198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B462AD5A-B7BA-2CCC-D878-EFC9DB97002A}"/>
                  </a:ext>
                </a:extLst>
              </p:cNvPr>
              <p:cNvSpPr txBox="1"/>
              <p:nvPr/>
            </p:nvSpPr>
            <p:spPr>
              <a:xfrm>
                <a:off x="2706010" y="2037836"/>
                <a:ext cx="1130018" cy="232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공지</a:t>
                </a:r>
                <a:r>
                  <a:rPr sz="1050" dirty="0">
                    <a:solidFill>
                      <a:srgbClr val="222222"/>
                    </a:solidFill>
                    <a:latin typeface="+mn-ea"/>
                  </a:rPr>
                  <a:t> </a:t>
                </a:r>
                <a:r>
                  <a:rPr sz="1050" dirty="0" err="1">
                    <a:solidFill>
                      <a:srgbClr val="222222"/>
                    </a:solidFill>
                    <a:latin typeface="+mn-ea"/>
                  </a:rPr>
                  <a:t>등록·조회</a:t>
                </a:r>
                <a:endParaRPr sz="1050" dirty="0">
                  <a:solidFill>
                    <a:srgbClr val="222222"/>
                  </a:solidFill>
                  <a:latin typeface="+mn-ea"/>
                </a:endParaRPr>
              </a:p>
            </p:txBody>
          </p:sp>
          <p:sp>
            <p:nvSpPr>
              <p:cNvPr id="131" name="Rectangle 45">
                <a:extLst>
                  <a:ext uri="{FF2B5EF4-FFF2-40B4-BE49-F238E27FC236}">
                    <a16:creationId xmlns:a16="http://schemas.microsoft.com/office/drawing/2014/main" id="{146CCF13-17CC-B26B-EEEC-31A0BA73C94F}"/>
                  </a:ext>
                </a:extLst>
              </p:cNvPr>
              <p:cNvSpPr/>
              <p:nvPr/>
            </p:nvSpPr>
            <p:spPr>
              <a:xfrm>
                <a:off x="3874119" y="2012444"/>
                <a:ext cx="952261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AB682ED8-4DB8-851F-F4BB-D9AD16767D8F}"/>
                  </a:ext>
                </a:extLst>
              </p:cNvPr>
              <p:cNvSpPr txBox="1"/>
              <p:nvPr/>
            </p:nvSpPr>
            <p:spPr>
              <a:xfrm>
                <a:off x="3912209" y="2037836"/>
                <a:ext cx="876081" cy="232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50">
                    <a:solidFill>
                      <a:srgbClr val="222222"/>
                    </a:solidFill>
                    <a:latin typeface="+mn-ea"/>
                  </a:rPr>
                  <a:t>동일 기능</a:t>
                </a:r>
              </a:p>
            </p:txBody>
          </p:sp>
        </p:grpSp>
      </p:grpSp>
      <p:grpSp>
        <p:nvGrpSpPr>
          <p:cNvPr id="141" name="그룹 140"/>
          <p:cNvGrpSpPr/>
          <p:nvPr/>
        </p:nvGrpSpPr>
        <p:grpSpPr>
          <a:xfrm>
            <a:off x="306310" y="4403755"/>
            <a:ext cx="5777056" cy="1234837"/>
            <a:chOff x="306310" y="4403755"/>
            <a:chExt cx="5777056" cy="1234837"/>
          </a:xfrm>
        </p:grpSpPr>
        <p:grpSp>
          <p:nvGrpSpPr>
            <p:cNvPr id="142" name="그룹 141">
              <a:extLst>
                <a:ext uri="{FF2B5EF4-FFF2-40B4-BE49-F238E27FC236}">
                  <a16:creationId xmlns:a16="http://schemas.microsoft.com/office/drawing/2014/main" id="{1940EBE0-51B2-9D2D-E13F-57223A19FBA4}"/>
                </a:ext>
              </a:extLst>
            </p:cNvPr>
            <p:cNvGrpSpPr/>
            <p:nvPr/>
          </p:nvGrpSpPr>
          <p:grpSpPr>
            <a:xfrm>
              <a:off x="306310" y="4403755"/>
              <a:ext cx="5777056" cy="337008"/>
              <a:chOff x="255524" y="1288727"/>
              <a:chExt cx="4570856" cy="241239"/>
            </a:xfrm>
          </p:grpSpPr>
          <p:sp>
            <p:nvSpPr>
              <p:cNvPr id="168" name="Rectangle 15">
                <a:extLst>
                  <a:ext uri="{FF2B5EF4-FFF2-40B4-BE49-F238E27FC236}">
                    <a16:creationId xmlns:a16="http://schemas.microsoft.com/office/drawing/2014/main" id="{59138704-734C-BF6E-5B4E-9AE9BE005538}"/>
                  </a:ext>
                </a:extLst>
              </p:cNvPr>
              <p:cNvSpPr/>
              <p:nvPr/>
            </p:nvSpPr>
            <p:spPr>
              <a:xfrm>
                <a:off x="255524" y="1288727"/>
                <a:ext cx="1396650" cy="241239"/>
              </a:xfrm>
              <a:prstGeom prst="rect">
                <a:avLst/>
              </a:prstGeom>
              <a:solidFill>
                <a:srgbClr val="2E4470"/>
              </a:solidFill>
              <a:ln>
                <a:solidFill>
                  <a:srgbClr val="E8ECF4"/>
                </a:solidFill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b="1">
                  <a:latin typeface="+mn-ea"/>
                </a:endParaRPr>
              </a:p>
            </p:txBody>
          </p: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648DB4C2-4661-9EB1-FEAD-7D52A925E4D7}"/>
                  </a:ext>
                </a:extLst>
              </p:cNvPr>
              <p:cNvSpPr txBox="1"/>
              <p:nvPr/>
            </p:nvSpPr>
            <p:spPr>
              <a:xfrm>
                <a:off x="293614" y="1320468"/>
                <a:ext cx="1320470" cy="18726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sz="1100" b="1" dirty="0" err="1">
                    <a:solidFill>
                      <a:srgbClr val="FFFFFF"/>
                    </a:solidFill>
                    <a:latin typeface="+mn-ea"/>
                  </a:rPr>
                  <a:t>메뉴</a:t>
                </a:r>
                <a:r>
                  <a:rPr sz="1100" b="1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1100" b="1" dirty="0" err="1">
                    <a:solidFill>
                      <a:srgbClr val="FFFFFF"/>
                    </a:solidFill>
                    <a:latin typeface="+mn-ea"/>
                  </a:rPr>
                  <a:t>위치</a:t>
                </a:r>
                <a:endParaRPr sz="11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170" name="Rectangle 17">
                <a:extLst>
                  <a:ext uri="{FF2B5EF4-FFF2-40B4-BE49-F238E27FC236}">
                    <a16:creationId xmlns:a16="http://schemas.microsoft.com/office/drawing/2014/main" id="{18C25B8D-6442-2279-6C0F-BD4357DC92E9}"/>
                  </a:ext>
                </a:extLst>
              </p:cNvPr>
              <p:cNvSpPr/>
              <p:nvPr/>
            </p:nvSpPr>
            <p:spPr>
              <a:xfrm>
                <a:off x="1652174" y="1288727"/>
                <a:ext cx="1015746" cy="241239"/>
              </a:xfrm>
              <a:prstGeom prst="rect">
                <a:avLst/>
              </a:prstGeom>
              <a:solidFill>
                <a:srgbClr val="2E4470"/>
              </a:solidFill>
              <a:ln>
                <a:solidFill>
                  <a:srgbClr val="E8ECF4"/>
                </a:solidFill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b="1">
                  <a:latin typeface="+mn-ea"/>
                </a:endParaRPr>
              </a:p>
            </p:txBody>
          </p: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1D15E7AC-122D-3000-1F5C-A1CEE79E8BC8}"/>
                  </a:ext>
                </a:extLst>
              </p:cNvPr>
              <p:cNvSpPr txBox="1"/>
              <p:nvPr/>
            </p:nvSpPr>
            <p:spPr>
              <a:xfrm>
                <a:off x="1690264" y="1320468"/>
                <a:ext cx="939566" cy="1872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100" b="1" dirty="0">
                    <a:solidFill>
                      <a:srgbClr val="FFFFFF"/>
                    </a:solidFill>
                    <a:latin typeface="+mn-ea"/>
                  </a:rPr>
                  <a:t>명칭</a:t>
                </a:r>
                <a:endParaRPr sz="11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172" name="Rectangle 19">
                <a:extLst>
                  <a:ext uri="{FF2B5EF4-FFF2-40B4-BE49-F238E27FC236}">
                    <a16:creationId xmlns:a16="http://schemas.microsoft.com/office/drawing/2014/main" id="{5DDC4F5C-B859-A56D-4D8E-4681DCF15088}"/>
                  </a:ext>
                </a:extLst>
              </p:cNvPr>
              <p:cNvSpPr/>
              <p:nvPr/>
            </p:nvSpPr>
            <p:spPr>
              <a:xfrm>
                <a:off x="2667920" y="1288727"/>
                <a:ext cx="1206198" cy="241239"/>
              </a:xfrm>
              <a:prstGeom prst="rect">
                <a:avLst/>
              </a:prstGeom>
              <a:solidFill>
                <a:srgbClr val="2E4470"/>
              </a:solidFill>
              <a:ln>
                <a:solidFill>
                  <a:srgbClr val="E8ECF4"/>
                </a:solidFill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b="1">
                  <a:latin typeface="+mn-ea"/>
                </a:endParaRPr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593E1950-4C58-4FB4-641D-5725CB4A0047}"/>
                  </a:ext>
                </a:extLst>
              </p:cNvPr>
              <p:cNvSpPr txBox="1"/>
              <p:nvPr/>
            </p:nvSpPr>
            <p:spPr>
              <a:xfrm>
                <a:off x="2706010" y="1320468"/>
                <a:ext cx="1130018" cy="1872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100" b="1">
                    <a:solidFill>
                      <a:srgbClr val="FFFFFF"/>
                    </a:solidFill>
                    <a:latin typeface="+mn-ea"/>
                  </a:rPr>
                  <a:t>역할</a:t>
                </a:r>
              </a:p>
            </p:txBody>
          </p:sp>
          <p:sp>
            <p:nvSpPr>
              <p:cNvPr id="174" name="Rectangle 21">
                <a:extLst>
                  <a:ext uri="{FF2B5EF4-FFF2-40B4-BE49-F238E27FC236}">
                    <a16:creationId xmlns:a16="http://schemas.microsoft.com/office/drawing/2014/main" id="{E869824E-882B-4FC2-E8A7-9856F63D877D}"/>
                  </a:ext>
                </a:extLst>
              </p:cNvPr>
              <p:cNvSpPr/>
              <p:nvPr/>
            </p:nvSpPr>
            <p:spPr>
              <a:xfrm>
                <a:off x="3874119" y="1288727"/>
                <a:ext cx="952261" cy="241239"/>
              </a:xfrm>
              <a:prstGeom prst="rect">
                <a:avLst/>
              </a:prstGeom>
              <a:solidFill>
                <a:srgbClr val="2E4470"/>
              </a:solidFill>
              <a:ln>
                <a:solidFill>
                  <a:srgbClr val="E8ECF4"/>
                </a:solidFill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b="1">
                  <a:latin typeface="+mn-ea"/>
                </a:endParaRPr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388F8D07-6277-E5B5-6232-8F63088DF82B}"/>
                  </a:ext>
                </a:extLst>
              </p:cNvPr>
              <p:cNvSpPr txBox="1"/>
              <p:nvPr/>
            </p:nvSpPr>
            <p:spPr>
              <a:xfrm>
                <a:off x="3912209" y="1320468"/>
                <a:ext cx="876081" cy="1872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100" b="1" dirty="0" err="1">
                    <a:solidFill>
                      <a:srgbClr val="FFFFFF"/>
                    </a:solidFill>
                    <a:latin typeface="+mn-ea"/>
                  </a:rPr>
                  <a:t>문제</a:t>
                </a:r>
                <a:endParaRPr sz="11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</p:grpSp>
        <p:grpSp>
          <p:nvGrpSpPr>
            <p:cNvPr id="143" name="그룹 142">
              <a:extLst>
                <a:ext uri="{FF2B5EF4-FFF2-40B4-BE49-F238E27FC236}">
                  <a16:creationId xmlns:a16="http://schemas.microsoft.com/office/drawing/2014/main" id="{7857699A-2CC3-8FF7-B4AB-B1CD89A604F5}"/>
                </a:ext>
              </a:extLst>
            </p:cNvPr>
            <p:cNvGrpSpPr/>
            <p:nvPr/>
          </p:nvGrpSpPr>
          <p:grpSpPr>
            <a:xfrm>
              <a:off x="306310" y="4814908"/>
              <a:ext cx="5777056" cy="823684"/>
              <a:chOff x="255524" y="1529966"/>
              <a:chExt cx="4570856" cy="753313"/>
            </a:xfrm>
          </p:grpSpPr>
          <p:sp>
            <p:nvSpPr>
              <p:cNvPr id="147" name="Rectangle 23">
                <a:extLst>
                  <a:ext uri="{FF2B5EF4-FFF2-40B4-BE49-F238E27FC236}">
                    <a16:creationId xmlns:a16="http://schemas.microsoft.com/office/drawing/2014/main" id="{600B77B3-FA07-50A2-5FE0-E3101D8BC1EB}"/>
                  </a:ext>
                </a:extLst>
              </p:cNvPr>
              <p:cNvSpPr/>
              <p:nvPr/>
            </p:nvSpPr>
            <p:spPr>
              <a:xfrm>
                <a:off x="255524" y="1529966"/>
                <a:ext cx="1396650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b="1">
                  <a:latin typeface="+mn-ea"/>
                </a:endParaRP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8AB5F76C-4A5E-9E18-8726-3E15BB7900BD}"/>
                  </a:ext>
                </a:extLst>
              </p:cNvPr>
              <p:cNvSpPr txBox="1"/>
              <p:nvPr/>
            </p:nvSpPr>
            <p:spPr>
              <a:xfrm>
                <a:off x="293614" y="1555358"/>
                <a:ext cx="1320470" cy="2392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100" dirty="0" err="1">
                    <a:solidFill>
                      <a:srgbClr val="222222"/>
                    </a:solidFill>
                    <a:latin typeface="+mn-ea"/>
                  </a:rPr>
                  <a:t>대변인방</a:t>
                </a:r>
                <a:endParaRPr sz="1100" dirty="0">
                  <a:solidFill>
                    <a:srgbClr val="222222"/>
                  </a:solidFill>
                  <a:latin typeface="+mn-ea"/>
                </a:endParaRPr>
              </a:p>
            </p:txBody>
          </p:sp>
          <p:sp>
            <p:nvSpPr>
              <p:cNvPr id="149" name="Rectangle 25">
                <a:extLst>
                  <a:ext uri="{FF2B5EF4-FFF2-40B4-BE49-F238E27FC236}">
                    <a16:creationId xmlns:a16="http://schemas.microsoft.com/office/drawing/2014/main" id="{5729522F-2E97-FFDA-6329-4886AC001ACF}"/>
                  </a:ext>
                </a:extLst>
              </p:cNvPr>
              <p:cNvSpPr/>
              <p:nvPr/>
            </p:nvSpPr>
            <p:spPr>
              <a:xfrm>
                <a:off x="1652174" y="1529966"/>
                <a:ext cx="1015746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b="1">
                  <a:latin typeface="+mn-ea"/>
                </a:endParaRP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0EC90167-384B-794C-515B-8DBC1CBF1225}"/>
                  </a:ext>
                </a:extLst>
              </p:cNvPr>
              <p:cNvSpPr txBox="1"/>
              <p:nvPr/>
            </p:nvSpPr>
            <p:spPr>
              <a:xfrm>
                <a:off x="1690264" y="1555358"/>
                <a:ext cx="939566" cy="2392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100" dirty="0">
                    <a:solidFill>
                      <a:srgbClr val="222222"/>
                    </a:solidFill>
                    <a:latin typeface="+mn-ea"/>
                  </a:rPr>
                  <a:t>자료요청</a:t>
                </a:r>
                <a:endParaRPr lang="en-US" altLang="ko-KR" sz="1100" dirty="0">
                  <a:solidFill>
                    <a:srgbClr val="222222"/>
                  </a:solidFill>
                  <a:latin typeface="+mn-ea"/>
                </a:endParaRPr>
              </a:p>
            </p:txBody>
          </p:sp>
          <p:sp>
            <p:nvSpPr>
              <p:cNvPr id="151" name="Rectangle 27">
                <a:extLst>
                  <a:ext uri="{FF2B5EF4-FFF2-40B4-BE49-F238E27FC236}">
                    <a16:creationId xmlns:a16="http://schemas.microsoft.com/office/drawing/2014/main" id="{8DB8844F-B224-7F41-0FD1-8AF2AA74401D}"/>
                  </a:ext>
                </a:extLst>
              </p:cNvPr>
              <p:cNvSpPr/>
              <p:nvPr/>
            </p:nvSpPr>
            <p:spPr>
              <a:xfrm>
                <a:off x="2667920" y="1529966"/>
                <a:ext cx="1206198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b="1">
                  <a:latin typeface="+mn-ea"/>
                </a:endParaRPr>
              </a:p>
            </p:txBody>
          </p:sp>
          <p:sp>
            <p:nvSpPr>
              <p:cNvPr id="152" name="Rectangle 29">
                <a:extLst>
                  <a:ext uri="{FF2B5EF4-FFF2-40B4-BE49-F238E27FC236}">
                    <a16:creationId xmlns:a16="http://schemas.microsoft.com/office/drawing/2014/main" id="{1913CA0F-2CAD-2DFA-40CE-FEAEA75B1778}"/>
                  </a:ext>
                </a:extLst>
              </p:cNvPr>
              <p:cNvSpPr/>
              <p:nvPr/>
            </p:nvSpPr>
            <p:spPr>
              <a:xfrm>
                <a:off x="3874119" y="1529966"/>
                <a:ext cx="952261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b="1">
                  <a:latin typeface="+mn-ea"/>
                </a:endParaRP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69F943AB-7541-EE9B-C89A-CDCBF226D23D}"/>
                  </a:ext>
                </a:extLst>
              </p:cNvPr>
              <p:cNvSpPr txBox="1"/>
              <p:nvPr/>
            </p:nvSpPr>
            <p:spPr>
              <a:xfrm>
                <a:off x="3912209" y="1555358"/>
                <a:ext cx="876081" cy="2392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100" dirty="0">
                    <a:solidFill>
                      <a:srgbClr val="222222"/>
                    </a:solidFill>
                    <a:latin typeface="+mn-ea"/>
                  </a:rPr>
                  <a:t>로직 중복</a:t>
                </a:r>
                <a:endParaRPr sz="1100" dirty="0">
                  <a:solidFill>
                    <a:srgbClr val="222222"/>
                  </a:solidFill>
                  <a:latin typeface="+mn-ea"/>
                </a:endParaRPr>
              </a:p>
            </p:txBody>
          </p:sp>
          <p:sp>
            <p:nvSpPr>
              <p:cNvPr id="154" name="Rectangle 31">
                <a:extLst>
                  <a:ext uri="{FF2B5EF4-FFF2-40B4-BE49-F238E27FC236}">
                    <a16:creationId xmlns:a16="http://schemas.microsoft.com/office/drawing/2014/main" id="{F5FFBE3B-7D47-7DE6-8F8F-1609FDEF831B}"/>
                  </a:ext>
                </a:extLst>
              </p:cNvPr>
              <p:cNvSpPr/>
              <p:nvPr/>
            </p:nvSpPr>
            <p:spPr>
              <a:xfrm>
                <a:off x="255524" y="1771205"/>
                <a:ext cx="1396650" cy="241239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b="1">
                  <a:latin typeface="+mn-ea"/>
                </a:endParaRPr>
              </a:p>
            </p:txBody>
          </p: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A398F74C-BDDC-98E6-0FE1-1F30C76AC441}"/>
                  </a:ext>
                </a:extLst>
              </p:cNvPr>
              <p:cNvSpPr txBox="1"/>
              <p:nvPr/>
            </p:nvSpPr>
            <p:spPr>
              <a:xfrm>
                <a:off x="293614" y="1796597"/>
                <a:ext cx="1320470" cy="2392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100">
                    <a:solidFill>
                      <a:srgbClr val="222222"/>
                    </a:solidFill>
                    <a:latin typeface="+mn-ea"/>
                  </a:rPr>
                  <a:t>온라인방</a:t>
                </a:r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824E3832-0CCD-9EC9-0DD2-DE31B804AD55}"/>
                  </a:ext>
                </a:extLst>
              </p:cNvPr>
              <p:cNvSpPr/>
              <p:nvPr/>
            </p:nvSpPr>
            <p:spPr>
              <a:xfrm>
                <a:off x="1652174" y="1771205"/>
                <a:ext cx="1015746" cy="241239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b="1">
                  <a:latin typeface="+mn-ea"/>
                </a:endParaRPr>
              </a:p>
            </p:txBody>
          </p:sp>
          <p:sp>
            <p:nvSpPr>
              <p:cNvPr id="157" name="Rectangle 35">
                <a:extLst>
                  <a:ext uri="{FF2B5EF4-FFF2-40B4-BE49-F238E27FC236}">
                    <a16:creationId xmlns:a16="http://schemas.microsoft.com/office/drawing/2014/main" id="{7A671265-8F5F-3F71-FC17-AA42587F045C}"/>
                  </a:ext>
                </a:extLst>
              </p:cNvPr>
              <p:cNvSpPr/>
              <p:nvPr/>
            </p:nvSpPr>
            <p:spPr>
              <a:xfrm>
                <a:off x="2667920" y="1771205"/>
                <a:ext cx="1206198" cy="241239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b="1">
                  <a:latin typeface="+mn-ea"/>
                </a:endParaRPr>
              </a:p>
            </p:txBody>
          </p:sp>
          <p:sp>
            <p:nvSpPr>
              <p:cNvPr id="158" name="Rectangle 37">
                <a:extLst>
                  <a:ext uri="{FF2B5EF4-FFF2-40B4-BE49-F238E27FC236}">
                    <a16:creationId xmlns:a16="http://schemas.microsoft.com/office/drawing/2014/main" id="{090CFC94-562B-3DDF-8F2E-55513489E86B}"/>
                  </a:ext>
                </a:extLst>
              </p:cNvPr>
              <p:cNvSpPr/>
              <p:nvPr/>
            </p:nvSpPr>
            <p:spPr>
              <a:xfrm>
                <a:off x="3874119" y="1771205"/>
                <a:ext cx="952261" cy="241239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b="1">
                  <a:latin typeface="+mn-ea"/>
                </a:endParaRP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5CF3CFEC-CA13-02E1-DF90-A791AA80D6EF}"/>
                  </a:ext>
                </a:extLst>
              </p:cNvPr>
              <p:cNvSpPr txBox="1"/>
              <p:nvPr/>
            </p:nvSpPr>
            <p:spPr>
              <a:xfrm>
                <a:off x="3912209" y="1796597"/>
                <a:ext cx="876081" cy="2392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100" dirty="0">
                    <a:solidFill>
                      <a:srgbClr val="222222"/>
                    </a:solidFill>
                    <a:latin typeface="+mn-ea"/>
                  </a:rPr>
                  <a:t>로직 중복</a:t>
                </a:r>
                <a:endParaRPr lang="en-US" altLang="ko-KR" sz="1100" dirty="0">
                  <a:solidFill>
                    <a:srgbClr val="222222"/>
                  </a:solidFill>
                  <a:latin typeface="+mn-ea"/>
                </a:endParaRPr>
              </a:p>
            </p:txBody>
          </p:sp>
          <p:sp>
            <p:nvSpPr>
              <p:cNvPr id="160" name="Rectangle 39">
                <a:extLst>
                  <a:ext uri="{FF2B5EF4-FFF2-40B4-BE49-F238E27FC236}">
                    <a16:creationId xmlns:a16="http://schemas.microsoft.com/office/drawing/2014/main" id="{796542B6-1305-804B-3A00-78038281A05B}"/>
                  </a:ext>
                </a:extLst>
              </p:cNvPr>
              <p:cNvSpPr/>
              <p:nvPr/>
            </p:nvSpPr>
            <p:spPr>
              <a:xfrm>
                <a:off x="255524" y="2012444"/>
                <a:ext cx="1396650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b="1">
                  <a:latin typeface="+mn-ea"/>
                </a:endParaRPr>
              </a:p>
            </p:txBody>
          </p:sp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38707079-6297-B016-DCAF-779CF89BAFA3}"/>
                  </a:ext>
                </a:extLst>
              </p:cNvPr>
              <p:cNvSpPr txBox="1"/>
              <p:nvPr/>
            </p:nvSpPr>
            <p:spPr>
              <a:xfrm>
                <a:off x="293614" y="2037836"/>
                <a:ext cx="1320470" cy="2392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100">
                    <a:solidFill>
                      <a:srgbClr val="222222"/>
                    </a:solidFill>
                    <a:latin typeface="+mn-ea"/>
                  </a:rPr>
                  <a:t>외신대변인방</a:t>
                </a:r>
              </a:p>
            </p:txBody>
          </p:sp>
          <p:sp>
            <p:nvSpPr>
              <p:cNvPr id="162" name="Rectangle 41">
                <a:extLst>
                  <a:ext uri="{FF2B5EF4-FFF2-40B4-BE49-F238E27FC236}">
                    <a16:creationId xmlns:a16="http://schemas.microsoft.com/office/drawing/2014/main" id="{0D0A5D89-F815-15F2-FB73-590B2B455E13}"/>
                  </a:ext>
                </a:extLst>
              </p:cNvPr>
              <p:cNvSpPr/>
              <p:nvPr/>
            </p:nvSpPr>
            <p:spPr>
              <a:xfrm>
                <a:off x="1652174" y="2012444"/>
                <a:ext cx="1015746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b="1">
                  <a:latin typeface="+mn-ea"/>
                </a:endParaRPr>
              </a:p>
            </p:txBody>
          </p:sp>
          <p:sp>
            <p:nvSpPr>
              <p:cNvPr id="163" name="Rectangle 43">
                <a:extLst>
                  <a:ext uri="{FF2B5EF4-FFF2-40B4-BE49-F238E27FC236}">
                    <a16:creationId xmlns:a16="http://schemas.microsoft.com/office/drawing/2014/main" id="{6A246B4B-DDCD-0AE6-1274-2EF2135CB2F1}"/>
                  </a:ext>
                </a:extLst>
              </p:cNvPr>
              <p:cNvSpPr/>
              <p:nvPr/>
            </p:nvSpPr>
            <p:spPr>
              <a:xfrm>
                <a:off x="2667920" y="2012444"/>
                <a:ext cx="1206198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b="1">
                  <a:latin typeface="+mn-ea"/>
                </a:endParaRPr>
              </a:p>
            </p:txBody>
          </p:sp>
          <p:sp>
            <p:nvSpPr>
              <p:cNvPr id="164" name="Rectangle 45">
                <a:extLst>
                  <a:ext uri="{FF2B5EF4-FFF2-40B4-BE49-F238E27FC236}">
                    <a16:creationId xmlns:a16="http://schemas.microsoft.com/office/drawing/2014/main" id="{D3AD39F7-003B-B30C-1EC4-8B8DF354AA6E}"/>
                  </a:ext>
                </a:extLst>
              </p:cNvPr>
              <p:cNvSpPr/>
              <p:nvPr/>
            </p:nvSpPr>
            <p:spPr>
              <a:xfrm>
                <a:off x="3874119" y="2012444"/>
                <a:ext cx="952261" cy="24123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b="1">
                  <a:latin typeface="+mn-ea"/>
                </a:endParaRPr>
              </a:p>
            </p:txBody>
          </p: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D23DB748-C898-A733-7BE6-78CDDC36F2E4}"/>
                  </a:ext>
                </a:extLst>
              </p:cNvPr>
              <p:cNvSpPr txBox="1"/>
              <p:nvPr/>
            </p:nvSpPr>
            <p:spPr>
              <a:xfrm>
                <a:off x="3912209" y="2037836"/>
                <a:ext cx="876081" cy="2392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100" dirty="0">
                    <a:solidFill>
                      <a:srgbClr val="222222"/>
                    </a:solidFill>
                    <a:latin typeface="+mn-ea"/>
                  </a:rPr>
                  <a:t>로직 중복</a:t>
                </a:r>
                <a:endParaRPr lang="en-US" altLang="ko-KR" sz="1100" dirty="0">
                  <a:solidFill>
                    <a:srgbClr val="222222"/>
                  </a:solidFill>
                  <a:latin typeface="+mn-ea"/>
                </a:endParaRP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DD69CC81-3980-2F77-BED1-6EAEA53F4DA0}"/>
                  </a:ext>
                </a:extLst>
              </p:cNvPr>
              <p:cNvSpPr txBox="1"/>
              <p:nvPr/>
            </p:nvSpPr>
            <p:spPr>
              <a:xfrm>
                <a:off x="1698217" y="1803436"/>
                <a:ext cx="939566" cy="2392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100" dirty="0">
                    <a:solidFill>
                      <a:srgbClr val="222222"/>
                    </a:solidFill>
                    <a:latin typeface="+mn-ea"/>
                  </a:rPr>
                  <a:t>자료요청</a:t>
                </a:r>
                <a:endParaRPr lang="en-US" altLang="ko-KR" sz="1100" dirty="0">
                  <a:solidFill>
                    <a:srgbClr val="222222"/>
                  </a:solidFill>
                  <a:latin typeface="+mn-ea"/>
                </a:endParaRPr>
              </a:p>
            </p:txBody>
          </p:sp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B05F0FAE-4A77-01FD-62C0-2418F2388FC5}"/>
                  </a:ext>
                </a:extLst>
              </p:cNvPr>
              <p:cNvSpPr txBox="1"/>
              <p:nvPr/>
            </p:nvSpPr>
            <p:spPr>
              <a:xfrm>
                <a:off x="1702791" y="2044019"/>
                <a:ext cx="939566" cy="2392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100" dirty="0">
                    <a:solidFill>
                      <a:srgbClr val="222222"/>
                    </a:solidFill>
                    <a:latin typeface="+mn-ea"/>
                  </a:rPr>
                  <a:t>자료요청</a:t>
                </a:r>
                <a:endParaRPr lang="en-US" altLang="ko-KR" sz="1100" dirty="0">
                  <a:solidFill>
                    <a:srgbClr val="222222"/>
                  </a:solidFill>
                  <a:latin typeface="+mn-ea"/>
                </a:endParaRPr>
              </a:p>
            </p:txBody>
          </p:sp>
        </p:grp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66E949B9-C92A-E53D-4477-B15AC944F11D}"/>
                </a:ext>
              </a:extLst>
            </p:cNvPr>
            <p:cNvSpPr txBox="1"/>
            <p:nvPr/>
          </p:nvSpPr>
          <p:spPr>
            <a:xfrm>
              <a:off x="3410670" y="4832796"/>
              <a:ext cx="142821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100" dirty="0">
                  <a:solidFill>
                    <a:srgbClr val="222222"/>
                  </a:solidFill>
                  <a:latin typeface="+mn-ea"/>
                </a:rPr>
                <a:t>자료요청</a:t>
              </a:r>
              <a:r>
                <a:rPr sz="110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100" dirty="0" err="1">
                  <a:solidFill>
                    <a:srgbClr val="222222"/>
                  </a:solidFill>
                  <a:latin typeface="+mn-ea"/>
                </a:rPr>
                <a:t>등록·조회</a:t>
              </a:r>
              <a:endParaRPr sz="110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591B6195-7E2C-FC09-B253-93E7EC8E7B2C}"/>
                </a:ext>
              </a:extLst>
            </p:cNvPr>
            <p:cNvSpPr txBox="1"/>
            <p:nvPr/>
          </p:nvSpPr>
          <p:spPr>
            <a:xfrm>
              <a:off x="3410670" y="5096580"/>
              <a:ext cx="142821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100" dirty="0">
                  <a:solidFill>
                    <a:srgbClr val="222222"/>
                  </a:solidFill>
                  <a:latin typeface="+mn-ea"/>
                </a:rPr>
                <a:t>자료요청</a:t>
              </a:r>
              <a:r>
                <a:rPr sz="110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100" dirty="0" err="1">
                  <a:solidFill>
                    <a:srgbClr val="222222"/>
                  </a:solidFill>
                  <a:latin typeface="+mn-ea"/>
                </a:rPr>
                <a:t>등록·조회</a:t>
              </a:r>
              <a:endParaRPr sz="110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0C38C934-61A1-862D-6FF7-43016C337DFA}"/>
                </a:ext>
              </a:extLst>
            </p:cNvPr>
            <p:cNvSpPr txBox="1"/>
            <p:nvPr/>
          </p:nvSpPr>
          <p:spPr>
            <a:xfrm>
              <a:off x="3410670" y="5373805"/>
              <a:ext cx="142821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100" dirty="0">
                  <a:solidFill>
                    <a:srgbClr val="222222"/>
                  </a:solidFill>
                  <a:latin typeface="+mn-ea"/>
                </a:rPr>
                <a:t>자료요청</a:t>
              </a:r>
              <a:r>
                <a:rPr sz="110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1100" dirty="0" err="1">
                  <a:solidFill>
                    <a:srgbClr val="222222"/>
                  </a:solidFill>
                  <a:latin typeface="+mn-ea"/>
                </a:rPr>
                <a:t>등록·조회</a:t>
              </a:r>
              <a:endParaRPr sz="1100" dirty="0">
                <a:solidFill>
                  <a:srgbClr val="222222"/>
                </a:solidFill>
                <a:latin typeface="+mn-ea"/>
              </a:endParaRPr>
            </a:p>
          </p:txBody>
        </p: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827F2D92-D46B-2DDB-78FC-8EF1B5A0020E}"/>
              </a:ext>
            </a:extLst>
          </p:cNvPr>
          <p:cNvGrpSpPr/>
          <p:nvPr/>
        </p:nvGrpSpPr>
        <p:grpSpPr>
          <a:xfrm>
            <a:off x="293550" y="3914073"/>
            <a:ext cx="11630292" cy="317420"/>
            <a:chOff x="382491" y="4286685"/>
            <a:chExt cx="11630292" cy="317420"/>
          </a:xfrm>
        </p:grpSpPr>
        <p:sp>
          <p:nvSpPr>
            <p:cNvPr id="177" name="Rectangle 77">
              <a:extLst>
                <a:ext uri="{FF2B5EF4-FFF2-40B4-BE49-F238E27FC236}">
                  <a16:creationId xmlns:a16="http://schemas.microsoft.com/office/drawing/2014/main" id="{7772F2D2-5121-CC51-2089-29C7D1E0C7DA}"/>
                </a:ext>
              </a:extLst>
            </p:cNvPr>
            <p:cNvSpPr/>
            <p:nvPr/>
          </p:nvSpPr>
          <p:spPr>
            <a:xfrm>
              <a:off x="382491" y="4286685"/>
              <a:ext cx="38090" cy="317420"/>
            </a:xfrm>
            <a:prstGeom prst="rect">
              <a:avLst/>
            </a:prstGeom>
            <a:solidFill>
              <a:srgbClr val="2E4470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>
                <a:latin typeface="+mn-ea"/>
              </a:endParaRPr>
            </a:p>
          </p:txBody>
        </p:sp>
        <p:sp>
          <p:nvSpPr>
            <p:cNvPr id="178" name="Rectangle 78">
              <a:extLst>
                <a:ext uri="{FF2B5EF4-FFF2-40B4-BE49-F238E27FC236}">
                  <a16:creationId xmlns:a16="http://schemas.microsoft.com/office/drawing/2014/main" id="{A4DF57C5-62AE-D74B-4315-90BD28EC035E}"/>
                </a:ext>
              </a:extLst>
            </p:cNvPr>
            <p:cNvSpPr/>
            <p:nvPr/>
          </p:nvSpPr>
          <p:spPr>
            <a:xfrm>
              <a:off x="420582" y="4286685"/>
              <a:ext cx="5751725" cy="317420"/>
            </a:xfrm>
            <a:prstGeom prst="rect">
              <a:avLst/>
            </a:prstGeom>
            <a:solidFill>
              <a:srgbClr val="E8ECF4"/>
            </a:solidFill>
            <a:ln>
              <a:solidFill>
                <a:srgbClr val="2E44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>
                <a:latin typeface="+mn-ea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5CF23378-1AFD-0A9A-F263-F7898C7C7717}"/>
                </a:ext>
              </a:extLst>
            </p:cNvPr>
            <p:cNvSpPr txBox="1"/>
            <p:nvPr/>
          </p:nvSpPr>
          <p:spPr>
            <a:xfrm>
              <a:off x="458672" y="4311400"/>
              <a:ext cx="1155411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자료요청 </a:t>
              </a:r>
              <a:r>
                <a:rPr lang="en-US" altLang="ko-KR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3</a:t>
              </a:r>
              <a:r>
                <a:rPr lang="ko-KR" altLang="en-US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중 운영 현황</a:t>
              </a:r>
              <a:endParaRPr sz="1200" b="1" dirty="0">
                <a:solidFill>
                  <a:schemeClr val="accent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6868226" y="2589826"/>
            <a:ext cx="4697762" cy="1324247"/>
            <a:chOff x="6868226" y="2339702"/>
            <a:chExt cx="4697762" cy="1324247"/>
          </a:xfrm>
        </p:grpSpPr>
        <p:grpSp>
          <p:nvGrpSpPr>
            <p:cNvPr id="14" name="그룹 13"/>
            <p:cNvGrpSpPr/>
            <p:nvPr/>
          </p:nvGrpSpPr>
          <p:grpSpPr>
            <a:xfrm>
              <a:off x="6868226" y="2851150"/>
              <a:ext cx="4697762" cy="812799"/>
              <a:chOff x="7238779" y="2826435"/>
              <a:chExt cx="4697762" cy="812799"/>
            </a:xfrm>
          </p:grpSpPr>
          <p:sp>
            <p:nvSpPr>
              <p:cNvPr id="97" name="Rectangle 21">
                <a:extLst>
                  <a:ext uri="{FF2B5EF4-FFF2-40B4-BE49-F238E27FC236}">
                    <a16:creationId xmlns:a16="http://schemas.microsoft.com/office/drawing/2014/main" id="{CD92AE59-B9A0-E275-495A-AD492B86C675}"/>
                  </a:ext>
                </a:extLst>
              </p:cNvPr>
              <p:cNvSpPr/>
              <p:nvPr/>
            </p:nvSpPr>
            <p:spPr>
              <a:xfrm>
                <a:off x="7238779" y="2826435"/>
                <a:ext cx="4697762" cy="812799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b="1">
                  <a:latin typeface="+mn-ea"/>
                </a:endParaRPr>
              </a:p>
            </p:txBody>
          </p:sp>
          <p:grpSp>
            <p:nvGrpSpPr>
              <p:cNvPr id="180" name="그룹 179">
                <a:extLst>
                  <a:ext uri="{FF2B5EF4-FFF2-40B4-BE49-F238E27FC236}">
                    <a16:creationId xmlns:a16="http://schemas.microsoft.com/office/drawing/2014/main" id="{0657DACD-5AFA-3B82-5803-E0C72FE1F529}"/>
                  </a:ext>
                </a:extLst>
              </p:cNvPr>
              <p:cNvGrpSpPr/>
              <p:nvPr/>
            </p:nvGrpSpPr>
            <p:grpSpPr>
              <a:xfrm>
                <a:off x="7482423" y="2898524"/>
                <a:ext cx="4083566" cy="687193"/>
                <a:chOff x="1863263" y="2916479"/>
                <a:chExt cx="5675482" cy="687193"/>
              </a:xfrm>
            </p:grpSpPr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E91ED987-B6F8-7B0D-7126-890110EC9D8B}"/>
                    </a:ext>
                  </a:extLst>
                </p:cNvPr>
                <p:cNvSpPr txBox="1"/>
                <p:nvPr/>
              </p:nvSpPr>
              <p:spPr>
                <a:xfrm>
                  <a:off x="1863264" y="2916479"/>
                  <a:ext cx="5675481" cy="2539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050" dirty="0">
                      <a:solidFill>
                        <a:srgbClr val="AA2222"/>
                      </a:solidFill>
                      <a:latin typeface="+mn-ea"/>
                    </a:rPr>
                    <a:t>  ✕  3개 </a:t>
                  </a:r>
                  <a:r>
                    <a:rPr sz="1050" dirty="0" err="1">
                      <a:solidFill>
                        <a:srgbClr val="AA2222"/>
                      </a:solidFill>
                      <a:latin typeface="+mn-ea"/>
                    </a:rPr>
                    <a:t>메뉴에</a:t>
                  </a:r>
                  <a:r>
                    <a:rPr sz="1050" dirty="0">
                      <a:solidFill>
                        <a:srgbClr val="AA2222"/>
                      </a:solidFill>
                      <a:latin typeface="+mn-ea"/>
                    </a:rPr>
                    <a:t> </a:t>
                  </a:r>
                  <a:r>
                    <a:rPr sz="1050" dirty="0" err="1">
                      <a:solidFill>
                        <a:srgbClr val="AA2222"/>
                      </a:solidFill>
                      <a:latin typeface="+mn-ea"/>
                    </a:rPr>
                    <a:t>동일</a:t>
                  </a:r>
                  <a:r>
                    <a:rPr sz="1050" dirty="0">
                      <a:solidFill>
                        <a:srgbClr val="AA2222"/>
                      </a:solidFill>
                      <a:latin typeface="+mn-ea"/>
                    </a:rPr>
                    <a:t> CRUD </a:t>
                  </a:r>
                  <a:r>
                    <a:rPr sz="1050" dirty="0" err="1">
                      <a:solidFill>
                        <a:srgbClr val="AA2222"/>
                      </a:solidFill>
                      <a:latin typeface="+mn-ea"/>
                    </a:rPr>
                    <a:t>로직</a:t>
                  </a:r>
                  <a:r>
                    <a:rPr sz="1050" dirty="0">
                      <a:solidFill>
                        <a:srgbClr val="AA2222"/>
                      </a:solidFill>
                      <a:latin typeface="+mn-ea"/>
                    </a:rPr>
                    <a:t> 3벌 </a:t>
                  </a:r>
                  <a:r>
                    <a:rPr sz="1050" dirty="0" err="1">
                      <a:solidFill>
                        <a:srgbClr val="AA2222"/>
                      </a:solidFill>
                      <a:latin typeface="+mn-ea"/>
                    </a:rPr>
                    <a:t>유지</a:t>
                  </a:r>
                  <a:endParaRPr sz="1050" dirty="0">
                    <a:solidFill>
                      <a:srgbClr val="AA2222"/>
                    </a:solidFill>
                    <a:latin typeface="+mn-ea"/>
                  </a:endParaRPr>
                </a:p>
              </p:txBody>
            </p:sp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1C72DC67-3097-C07D-35C4-4E44998FE965}"/>
                    </a:ext>
                  </a:extLst>
                </p:cNvPr>
                <p:cNvSpPr txBox="1"/>
                <p:nvPr/>
              </p:nvSpPr>
              <p:spPr>
                <a:xfrm>
                  <a:off x="1863264" y="3136104"/>
                  <a:ext cx="5675481" cy="2539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050" dirty="0">
                      <a:solidFill>
                        <a:srgbClr val="AA2222"/>
                      </a:solidFill>
                      <a:latin typeface="+mn-ea"/>
                    </a:rPr>
                    <a:t>  ✕  "</a:t>
                  </a:r>
                  <a:r>
                    <a:rPr sz="1050" dirty="0" err="1">
                      <a:solidFill>
                        <a:srgbClr val="AA2222"/>
                      </a:solidFill>
                      <a:latin typeface="+mn-ea"/>
                    </a:rPr>
                    <a:t>공지사항</a:t>
                  </a:r>
                  <a:r>
                    <a:rPr sz="1050" dirty="0">
                      <a:solidFill>
                        <a:srgbClr val="AA2222"/>
                      </a:solidFill>
                      <a:latin typeface="+mn-ea"/>
                    </a:rPr>
                    <a:t>" vs "</a:t>
                  </a:r>
                  <a:r>
                    <a:rPr sz="1050" dirty="0" err="1">
                      <a:solidFill>
                        <a:srgbClr val="AA2222"/>
                      </a:solidFill>
                      <a:latin typeface="+mn-ea"/>
                    </a:rPr>
                    <a:t>온대알림</a:t>
                  </a:r>
                  <a:r>
                    <a:rPr sz="1050" dirty="0">
                      <a:solidFill>
                        <a:srgbClr val="AA2222"/>
                      </a:solidFill>
                      <a:latin typeface="+mn-ea"/>
                    </a:rPr>
                    <a:t>" </a:t>
                  </a:r>
                  <a:r>
                    <a:rPr sz="1050" dirty="0" err="1">
                      <a:solidFill>
                        <a:srgbClr val="AA2222"/>
                      </a:solidFill>
                      <a:latin typeface="+mn-ea"/>
                    </a:rPr>
                    <a:t>명칭</a:t>
                  </a:r>
                  <a:r>
                    <a:rPr sz="1050" dirty="0">
                      <a:solidFill>
                        <a:srgbClr val="AA2222"/>
                      </a:solidFill>
                      <a:latin typeface="+mn-ea"/>
                    </a:rPr>
                    <a:t> </a:t>
                  </a:r>
                  <a:r>
                    <a:rPr sz="1050" dirty="0" err="1">
                      <a:solidFill>
                        <a:srgbClr val="AA2222"/>
                      </a:solidFill>
                      <a:latin typeface="+mn-ea"/>
                    </a:rPr>
                    <a:t>혼용</a:t>
                  </a:r>
                  <a:endParaRPr sz="1050" dirty="0">
                    <a:solidFill>
                      <a:srgbClr val="AA2222"/>
                    </a:solidFill>
                    <a:latin typeface="+mn-ea"/>
                  </a:endParaRPr>
                </a:p>
              </p:txBody>
            </p:sp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92714AB4-A198-FA9B-2AC0-004C045824CC}"/>
                    </a:ext>
                  </a:extLst>
                </p:cNvPr>
                <p:cNvSpPr txBox="1"/>
                <p:nvPr/>
              </p:nvSpPr>
              <p:spPr>
                <a:xfrm>
                  <a:off x="1863263" y="3349756"/>
                  <a:ext cx="5675481" cy="2539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050" dirty="0">
                      <a:solidFill>
                        <a:srgbClr val="AA2222"/>
                      </a:solidFill>
                      <a:latin typeface="+mn-ea"/>
                    </a:rPr>
                    <a:t>  ✕  </a:t>
                  </a:r>
                  <a:r>
                    <a:rPr lang="ko-KR" altLang="en-US" sz="1050" dirty="0" err="1">
                      <a:solidFill>
                        <a:srgbClr val="AA2222"/>
                      </a:solidFill>
                      <a:latin typeface="+mn-ea"/>
                    </a:rPr>
                    <a:t>동일컨텐츠</a:t>
                  </a:r>
                  <a:r>
                    <a:rPr lang="ko-KR" altLang="en-US" sz="1050" dirty="0">
                      <a:solidFill>
                        <a:srgbClr val="AA2222"/>
                      </a:solidFill>
                      <a:latin typeface="+mn-ea"/>
                    </a:rPr>
                    <a:t> 분산 → </a:t>
                  </a:r>
                  <a:r>
                    <a:rPr sz="1050" dirty="0" err="1">
                      <a:solidFill>
                        <a:srgbClr val="AA2222"/>
                      </a:solidFill>
                      <a:latin typeface="+mn-ea"/>
                    </a:rPr>
                    <a:t>취합</a:t>
                  </a:r>
                  <a:r>
                    <a:rPr sz="1050" dirty="0">
                      <a:solidFill>
                        <a:srgbClr val="AA2222"/>
                      </a:solidFill>
                      <a:latin typeface="+mn-ea"/>
                    </a:rPr>
                    <a:t> </a:t>
                  </a:r>
                  <a:r>
                    <a:rPr sz="1050" dirty="0" err="1">
                      <a:solidFill>
                        <a:srgbClr val="AA2222"/>
                      </a:solidFill>
                      <a:latin typeface="+mn-ea"/>
                    </a:rPr>
                    <a:t>현황</a:t>
                  </a:r>
                  <a:r>
                    <a:rPr sz="1050" dirty="0">
                      <a:solidFill>
                        <a:srgbClr val="AA2222"/>
                      </a:solidFill>
                      <a:latin typeface="+mn-ea"/>
                    </a:rPr>
                    <a:t> </a:t>
                  </a:r>
                  <a:r>
                    <a:rPr sz="1050" dirty="0" err="1">
                      <a:solidFill>
                        <a:srgbClr val="AA2222"/>
                      </a:solidFill>
                      <a:latin typeface="+mn-ea"/>
                    </a:rPr>
                    <a:t>통계</a:t>
                  </a:r>
                  <a:r>
                    <a:rPr sz="1050" dirty="0">
                      <a:solidFill>
                        <a:srgbClr val="AA2222"/>
                      </a:solidFill>
                      <a:latin typeface="+mn-ea"/>
                    </a:rPr>
                    <a:t> </a:t>
                  </a:r>
                  <a:r>
                    <a:rPr sz="1050" dirty="0" err="1">
                      <a:solidFill>
                        <a:srgbClr val="AA2222"/>
                      </a:solidFill>
                      <a:latin typeface="+mn-ea"/>
                    </a:rPr>
                    <a:t>분산·집계</a:t>
                  </a:r>
                  <a:r>
                    <a:rPr sz="1050" dirty="0">
                      <a:solidFill>
                        <a:srgbClr val="AA2222"/>
                      </a:solidFill>
                      <a:latin typeface="+mn-ea"/>
                    </a:rPr>
                    <a:t> </a:t>
                  </a:r>
                  <a:r>
                    <a:rPr sz="1050" dirty="0" err="1">
                      <a:solidFill>
                        <a:srgbClr val="AA2222"/>
                      </a:solidFill>
                      <a:latin typeface="+mn-ea"/>
                    </a:rPr>
                    <a:t>어려움</a:t>
                  </a:r>
                  <a:endParaRPr sz="1050" dirty="0">
                    <a:solidFill>
                      <a:srgbClr val="AA2222"/>
                    </a:solidFill>
                    <a:latin typeface="+mn-ea"/>
                  </a:endParaRPr>
                </a:p>
              </p:txBody>
            </p:sp>
          </p:grpSp>
        </p:grpSp>
        <p:grpSp>
          <p:nvGrpSpPr>
            <p:cNvPr id="16" name="그룹 15"/>
            <p:cNvGrpSpPr/>
            <p:nvPr/>
          </p:nvGrpSpPr>
          <p:grpSpPr>
            <a:xfrm>
              <a:off x="6868226" y="2339702"/>
              <a:ext cx="4697762" cy="317420"/>
              <a:chOff x="255461" y="4398176"/>
              <a:chExt cx="5853236" cy="317420"/>
            </a:xfrm>
          </p:grpSpPr>
          <p:sp>
            <p:nvSpPr>
              <p:cNvPr id="99" name="Rectangle 77">
                <a:extLst>
                  <a:ext uri="{FF2B5EF4-FFF2-40B4-BE49-F238E27FC236}">
                    <a16:creationId xmlns:a16="http://schemas.microsoft.com/office/drawing/2014/main" id="{7772F2D2-5121-CC51-2089-29C7D1E0C7DA}"/>
                  </a:ext>
                </a:extLst>
              </p:cNvPr>
              <p:cNvSpPr/>
              <p:nvPr/>
            </p:nvSpPr>
            <p:spPr>
              <a:xfrm>
                <a:off x="255461" y="4398176"/>
                <a:ext cx="38090" cy="317420"/>
              </a:xfrm>
              <a:prstGeom prst="rect">
                <a:avLst/>
              </a:prstGeom>
              <a:solidFill>
                <a:srgbClr val="2E4470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b="1">
                  <a:latin typeface="+mn-ea"/>
                </a:endParaRPr>
              </a:p>
            </p:txBody>
          </p:sp>
          <p:sp>
            <p:nvSpPr>
              <p:cNvPr id="100" name="Rectangle 78">
                <a:extLst>
                  <a:ext uri="{FF2B5EF4-FFF2-40B4-BE49-F238E27FC236}">
                    <a16:creationId xmlns:a16="http://schemas.microsoft.com/office/drawing/2014/main" id="{A4DF57C5-62AE-D74B-4315-90BD28EC035E}"/>
                  </a:ext>
                </a:extLst>
              </p:cNvPr>
              <p:cNvSpPr/>
              <p:nvPr/>
            </p:nvSpPr>
            <p:spPr>
              <a:xfrm>
                <a:off x="293552" y="4398176"/>
                <a:ext cx="5815145" cy="317420"/>
              </a:xfrm>
              <a:prstGeom prst="rect">
                <a:avLst/>
              </a:prstGeom>
              <a:solidFill>
                <a:srgbClr val="E8ECF4"/>
              </a:solidFill>
              <a:ln>
                <a:solidFill>
                  <a:srgbClr val="2E44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b="1">
                  <a:latin typeface="+mn-ea"/>
                </a:endParaRP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5CF23378-1AFD-0A9A-F263-F7898C7C7717}"/>
                  </a:ext>
                </a:extLst>
              </p:cNvPr>
              <p:cNvSpPr txBox="1"/>
              <p:nvPr/>
            </p:nvSpPr>
            <p:spPr>
              <a:xfrm>
                <a:off x="331643" y="4422891"/>
                <a:ext cx="5777054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 </a:t>
                </a:r>
                <a:r>
                  <a:rPr lang="ko-KR" altLang="en-US"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요약</a:t>
                </a:r>
                <a:endPara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</p:grpSp>
      <p:sp>
        <p:nvSpPr>
          <p:cNvPr id="184" name="Rectangle 183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lang="en-US" sz="900" b="1" dirty="0">
                <a:solidFill>
                  <a:srgbClr val="FFFFFF"/>
                </a:solidFill>
                <a:latin typeface="Noto Sans KR"/>
              </a:rPr>
              <a:t>8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 / 50</a:t>
            </a:r>
          </a:p>
        </p:txBody>
      </p:sp>
    </p:spTree>
    <p:extLst>
      <p:ext uri="{BB962C8B-B14F-4D97-AF65-F5344CB8AC3E}">
        <p14:creationId xmlns:p14="http://schemas.microsoft.com/office/powerpoint/2010/main" val="3484189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0" y="-3494"/>
            <a:ext cx="12192000" cy="6861494"/>
            <a:chOff x="0" y="-3494"/>
            <a:chExt cx="12192000" cy="6861494"/>
          </a:xfrm>
        </p:grpSpPr>
        <p:grpSp>
          <p:nvGrpSpPr>
            <p:cNvPr id="3" name="그룹 2"/>
            <p:cNvGrpSpPr/>
            <p:nvPr/>
          </p:nvGrpSpPr>
          <p:grpSpPr>
            <a:xfrm>
              <a:off x="0" y="-3494"/>
              <a:ext cx="12188952" cy="502920"/>
              <a:chOff x="0" y="-3494"/>
              <a:chExt cx="12188952" cy="502920"/>
            </a:xfrm>
          </p:grpSpPr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4E368FDE-E6C4-9C10-B794-DC7FE9AFE767}"/>
                  </a:ext>
                </a:extLst>
              </p:cNvPr>
              <p:cNvSpPr/>
              <p:nvPr/>
            </p:nvSpPr>
            <p:spPr>
              <a:xfrm>
                <a:off x="0" y="-3494"/>
                <a:ext cx="12188952" cy="502920"/>
              </a:xfrm>
              <a:prstGeom prst="rect">
                <a:avLst/>
              </a:prstGeom>
              <a:solidFill>
                <a:srgbClr val="2E4470"/>
              </a:solidFill>
              <a:ln>
                <a:noFill/>
              </a:ln>
              <a:effectLst>
                <a:reflection blurRad="6350" stA="52000" endA="300" endPos="35000" dir="5400000" sy="-100000" algn="bl" rotWithShape="0"/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9" name="Rectangle 2">
                <a:extLst>
                  <a:ext uri="{FF2B5EF4-FFF2-40B4-BE49-F238E27FC236}">
                    <a16:creationId xmlns:a16="http://schemas.microsoft.com/office/drawing/2014/main" id="{B0397472-7BC4-0F63-5086-828CC9DF6B34}"/>
                  </a:ext>
                </a:extLst>
              </p:cNvPr>
              <p:cNvSpPr/>
              <p:nvPr/>
            </p:nvSpPr>
            <p:spPr>
              <a:xfrm>
                <a:off x="0" y="-3494"/>
                <a:ext cx="45719" cy="502920"/>
              </a:xfrm>
              <a:prstGeom prst="rect">
                <a:avLst/>
              </a:prstGeom>
              <a:solidFill>
                <a:srgbClr val="1E2D45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grpSp>
            <p:nvGrpSpPr>
              <p:cNvPr id="10" name="그룹 9"/>
              <p:cNvGrpSpPr/>
              <p:nvPr/>
            </p:nvGrpSpPr>
            <p:grpSpPr>
              <a:xfrm>
                <a:off x="184469" y="42227"/>
                <a:ext cx="7054310" cy="356169"/>
                <a:chOff x="184469" y="42227"/>
                <a:chExt cx="7054310" cy="356169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B3990BB-31C1-4668-04FE-6D5EBEDE6554}"/>
                    </a:ext>
                  </a:extLst>
                </p:cNvPr>
                <p:cNvSpPr txBox="1"/>
                <p:nvPr/>
              </p:nvSpPr>
              <p:spPr>
                <a:xfrm>
                  <a:off x="184469" y="42227"/>
                  <a:ext cx="1371600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r>
                    <a:rPr lang="en-US"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endParaRPr sz="8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2FD72F6-3011-C22F-47A2-9605C4CCA03B}"/>
                    </a:ext>
                  </a:extLst>
                </p:cNvPr>
                <p:cNvSpPr txBox="1"/>
                <p:nvPr/>
              </p:nvSpPr>
              <p:spPr>
                <a:xfrm>
                  <a:off x="1525208" y="90619"/>
                  <a:ext cx="571357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sz="1300" b="1" dirty="0">
                      <a:solidFill>
                        <a:srgbClr val="E8ECF4"/>
                      </a:solidFill>
                      <a:latin typeface="+mn-ea"/>
                    </a:rPr>
                    <a:t>AS-IS </a:t>
                  </a:r>
                  <a:r>
                    <a:rPr lang="ko-KR" altLang="en-US" sz="1300" b="1" dirty="0">
                      <a:solidFill>
                        <a:srgbClr val="E8ECF4"/>
                      </a:solidFill>
                      <a:latin typeface="+mn-ea"/>
                    </a:rPr>
                    <a:t>현황 </a:t>
                  </a:r>
                  <a:r>
                    <a:rPr lang="ko-KR" altLang="en-US" sz="1400" b="1" dirty="0">
                      <a:solidFill>
                        <a:srgbClr val="E8ECF4"/>
                      </a:solidFill>
                      <a:latin typeface="+mn-ea"/>
                    </a:rPr>
                    <a:t>②</a:t>
                  </a:r>
                  <a:r>
                    <a:rPr lang="ko-KR" altLang="en-US" sz="1200" b="1" dirty="0">
                      <a:solidFill>
                        <a:srgbClr val="E8ECF4"/>
                      </a:solidFill>
                      <a:latin typeface="+mn-ea"/>
                    </a:rPr>
                    <a:t> </a:t>
                  </a:r>
                  <a:r>
                    <a:rPr lang="ko-KR" altLang="en-US" sz="1400" b="1" dirty="0">
                      <a:solidFill>
                        <a:srgbClr val="E8ECF4"/>
                      </a:solidFill>
                      <a:latin typeface="+mn-ea"/>
                    </a:rPr>
                    <a:t> </a:t>
                  </a:r>
                  <a:r>
                    <a:rPr lang="en-US" altLang="ko-KR" sz="1400" b="1" dirty="0">
                      <a:solidFill>
                        <a:srgbClr val="E8ECF4"/>
                      </a:solidFill>
                      <a:latin typeface="+mn-ea"/>
                    </a:rPr>
                    <a:t>- </a:t>
                  </a:r>
                  <a:r>
                    <a:rPr lang="ko-KR" altLang="en-US" sz="1400" b="1" dirty="0">
                      <a:solidFill>
                        <a:srgbClr val="E8ECF4"/>
                      </a:solidFill>
                      <a:latin typeface="+mn-ea"/>
                    </a:rPr>
                    <a:t>검색</a:t>
                  </a:r>
                  <a:r>
                    <a:rPr lang="en-US" altLang="ko-KR" sz="1400" b="1" dirty="0">
                      <a:solidFill>
                        <a:srgbClr val="E8ECF4"/>
                      </a:solidFill>
                      <a:latin typeface="+mn-ea"/>
                    </a:rPr>
                    <a:t>/UX </a:t>
                  </a:r>
                  <a:r>
                    <a:rPr lang="ko-KR" altLang="en-US" sz="1400" b="1" dirty="0">
                      <a:solidFill>
                        <a:srgbClr val="E8ECF4"/>
                      </a:solidFill>
                      <a:latin typeface="+mn-ea"/>
                    </a:rPr>
                    <a:t>한계</a:t>
                  </a:r>
                  <a:endParaRPr lang="ko-KR" altLang="en-US" sz="1300" b="1" dirty="0">
                    <a:solidFill>
                      <a:srgbClr val="E8ECF4"/>
                    </a:solidFill>
                    <a:latin typeface="+mn-ea"/>
                  </a:endParaRPr>
                </a:p>
              </p:txBody>
            </p:sp>
          </p:grpSp>
        </p:grpSp>
        <p:grpSp>
          <p:nvGrpSpPr>
            <p:cNvPr id="4" name="그룹 3"/>
            <p:cNvGrpSpPr/>
            <p:nvPr/>
          </p:nvGrpSpPr>
          <p:grpSpPr>
            <a:xfrm>
              <a:off x="0" y="6591300"/>
              <a:ext cx="12192000" cy="266700"/>
              <a:chOff x="0" y="6591300"/>
              <a:chExt cx="12192000" cy="266700"/>
            </a:xfrm>
          </p:grpSpPr>
          <p:sp>
            <p:nvSpPr>
              <p:cNvPr id="5" name="Rectangle 272"/>
              <p:cNvSpPr/>
              <p:nvPr/>
            </p:nvSpPr>
            <p:spPr>
              <a:xfrm>
                <a:off x="0" y="6591300"/>
                <a:ext cx="12192000" cy="266700"/>
              </a:xfrm>
              <a:prstGeom prst="rect">
                <a:avLst/>
              </a:prstGeom>
              <a:solidFill>
                <a:srgbClr val="1E2D4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34666" y="6642100"/>
                <a:ext cx="22172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소통나눔방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시스템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고도화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기획서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 | 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○○부처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○○과</a:t>
                </a:r>
                <a:endParaRPr sz="600" b="0" dirty="0">
                  <a:solidFill>
                    <a:srgbClr val="AABBCC"/>
                  </a:solidFill>
                  <a:latin typeface="+mn-ea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00D966-1A0F-E9CD-9352-FBDD81B3A5D5}"/>
                  </a:ext>
                </a:extLst>
              </p:cNvPr>
              <p:cNvSpPr txBox="1"/>
              <p:nvPr/>
            </p:nvSpPr>
            <p:spPr>
              <a:xfrm>
                <a:off x="4762898" y="6632027"/>
                <a:ext cx="73006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600" dirty="0">
                    <a:solidFill>
                      <a:srgbClr val="E8ECF4"/>
                    </a:solidFill>
                    <a:latin typeface="+mn-ea"/>
                  </a:rPr>
                  <a:t>PR v1.0</a:t>
                </a:r>
                <a:endParaRPr sz="600" dirty="0">
                  <a:solidFill>
                    <a:srgbClr val="E8ECF4"/>
                  </a:solidFill>
                  <a:latin typeface="+mn-ea"/>
                </a:endParaRPr>
              </a:p>
            </p:txBody>
          </p:sp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F03DBB0-374A-B912-71BE-7CB8B237CA13}"/>
              </a:ext>
            </a:extLst>
          </p:cNvPr>
          <p:cNvSpPr txBox="1"/>
          <p:nvPr/>
        </p:nvSpPr>
        <p:spPr>
          <a:xfrm>
            <a:off x="6984841" y="205950"/>
            <a:ext cx="50787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현황 분석</a:t>
            </a:r>
            <a:r>
              <a:rPr sz="900" dirty="0">
                <a:solidFill>
                  <a:schemeClr val="bg1"/>
                </a:solidFill>
                <a:latin typeface="+mn-ea"/>
              </a:rPr>
              <a:t>(</a:t>
            </a:r>
            <a:r>
              <a:rPr lang="en-US" sz="900" dirty="0">
                <a:solidFill>
                  <a:schemeClr val="bg1"/>
                </a:solidFill>
                <a:latin typeface="+mn-ea"/>
              </a:rPr>
              <a:t>AS-IS Analysis</a:t>
            </a:r>
            <a:r>
              <a:rPr sz="900" dirty="0">
                <a:solidFill>
                  <a:schemeClr val="bg1"/>
                </a:solidFill>
                <a:latin typeface="+mn-ea"/>
              </a:rPr>
              <a:t>)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27F2D92-D46B-2DDB-78FC-8EF1B5A0020E}"/>
              </a:ext>
            </a:extLst>
          </p:cNvPr>
          <p:cNvGrpSpPr/>
          <p:nvPr/>
        </p:nvGrpSpPr>
        <p:grpSpPr>
          <a:xfrm>
            <a:off x="255460" y="993760"/>
            <a:ext cx="11681080" cy="317420"/>
            <a:chOff x="382491" y="4286685"/>
            <a:chExt cx="11681080" cy="317420"/>
          </a:xfrm>
        </p:grpSpPr>
        <p:sp>
          <p:nvSpPr>
            <p:cNvPr id="20" name="Rectangle 77">
              <a:extLst>
                <a:ext uri="{FF2B5EF4-FFF2-40B4-BE49-F238E27FC236}">
                  <a16:creationId xmlns:a16="http://schemas.microsoft.com/office/drawing/2014/main" id="{7772F2D2-5121-CC51-2089-29C7D1E0C7DA}"/>
                </a:ext>
              </a:extLst>
            </p:cNvPr>
            <p:cNvSpPr/>
            <p:nvPr/>
          </p:nvSpPr>
          <p:spPr>
            <a:xfrm>
              <a:off x="382491" y="4286685"/>
              <a:ext cx="38090" cy="317420"/>
            </a:xfrm>
            <a:prstGeom prst="rect">
              <a:avLst/>
            </a:prstGeom>
            <a:solidFill>
              <a:srgbClr val="2E4470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1" name="Rectangle 78">
              <a:extLst>
                <a:ext uri="{FF2B5EF4-FFF2-40B4-BE49-F238E27FC236}">
                  <a16:creationId xmlns:a16="http://schemas.microsoft.com/office/drawing/2014/main" id="{A4DF57C5-62AE-D74B-4315-90BD28EC035E}"/>
                </a:ext>
              </a:extLst>
            </p:cNvPr>
            <p:cNvSpPr/>
            <p:nvPr/>
          </p:nvSpPr>
          <p:spPr>
            <a:xfrm>
              <a:off x="420582" y="4286685"/>
              <a:ext cx="11642989" cy="317420"/>
            </a:xfrm>
            <a:prstGeom prst="rect">
              <a:avLst/>
            </a:prstGeom>
            <a:solidFill>
              <a:srgbClr val="E8ECF4"/>
            </a:solidFill>
            <a:ln>
              <a:solidFill>
                <a:srgbClr val="2E44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CF23378-1AFD-0A9A-F263-F7898C7C7717}"/>
                </a:ext>
              </a:extLst>
            </p:cNvPr>
            <p:cNvSpPr txBox="1"/>
            <p:nvPr/>
          </p:nvSpPr>
          <p:spPr>
            <a:xfrm>
              <a:off x="458672" y="4311400"/>
              <a:ext cx="1155411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검색</a:t>
              </a:r>
              <a:r>
                <a:rPr lang="en-US" altLang="ko-KR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/UX </a:t>
              </a:r>
              <a:r>
                <a:rPr lang="ko-KR" altLang="en-US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한계</a:t>
              </a:r>
              <a:endParaRPr sz="1200" b="1" dirty="0">
                <a:solidFill>
                  <a:schemeClr val="accent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03" name="그룹 102"/>
          <p:cNvGrpSpPr/>
          <p:nvPr/>
        </p:nvGrpSpPr>
        <p:grpSpPr>
          <a:xfrm>
            <a:off x="260280" y="1620000"/>
            <a:ext cx="11680918" cy="3438000"/>
            <a:chOff x="255600" y="1098000"/>
            <a:chExt cx="11680918" cy="3438000"/>
          </a:xfrm>
        </p:grpSpPr>
        <p:sp>
          <p:nvSpPr>
            <p:cNvPr id="104" name="Rectangle 14"/>
            <p:cNvSpPr/>
            <p:nvPr/>
          </p:nvSpPr>
          <p:spPr>
            <a:xfrm>
              <a:off x="255600" y="1098000"/>
              <a:ext cx="5750459" cy="1638000"/>
            </a:xfrm>
            <a:prstGeom prst="rect">
              <a:avLst/>
            </a:prstGeom>
            <a:solidFill>
              <a:srgbClr val="F4F6FB"/>
            </a:solidFill>
            <a:ln w="12700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5" name="Rectangle 15"/>
            <p:cNvSpPr/>
            <p:nvPr/>
          </p:nvSpPr>
          <p:spPr>
            <a:xfrm>
              <a:off x="255600" y="1098000"/>
              <a:ext cx="5750459" cy="34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6" name="Rectangle 16"/>
            <p:cNvSpPr/>
            <p:nvPr/>
          </p:nvSpPr>
          <p:spPr>
            <a:xfrm>
              <a:off x="255600" y="1098000"/>
              <a:ext cx="50400" cy="16380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Oval 17"/>
            <p:cNvSpPr/>
            <p:nvPr/>
          </p:nvSpPr>
          <p:spPr>
            <a:xfrm>
              <a:off x="399599" y="1184400"/>
              <a:ext cx="198000" cy="198000"/>
            </a:xfrm>
            <a:prstGeom prst="ellipse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399599" y="1177200"/>
              <a:ext cx="198000" cy="198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Noto Sans KR"/>
                </a:rPr>
                <a:t>1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669600" y="1098000"/>
              <a:ext cx="4238459" cy="342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300" b="1">
                  <a:solidFill>
                    <a:srgbClr val="1A2A45"/>
                  </a:solidFill>
                  <a:latin typeface="Noto Sans KR"/>
                </a:rPr>
                <a:t>시인성 · 정보 위계</a:t>
              </a:r>
            </a:p>
          </p:txBody>
        </p:sp>
        <p:sp>
          <p:nvSpPr>
            <p:cNvPr id="110" name="Rounded Rectangle 20"/>
            <p:cNvSpPr/>
            <p:nvPr/>
          </p:nvSpPr>
          <p:spPr>
            <a:xfrm>
              <a:off x="4782059" y="1191599"/>
              <a:ext cx="1080000" cy="172800"/>
            </a:xfrm>
            <a:prstGeom prst="roundRect">
              <a:avLst>
                <a:gd name="adj" fmla="val 50000"/>
              </a:avLst>
            </a:prstGeom>
            <a:solidFill>
              <a:srgbClr val="E8EC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4782059" y="1184400"/>
              <a:ext cx="1080000" cy="1728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00" b="1">
                  <a:solidFill>
                    <a:srgbClr val="2E4470"/>
                  </a:solidFill>
                  <a:latin typeface="Noto Sans KR"/>
                </a:rPr>
                <a:t>가독성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453600" y="1584000"/>
              <a:ext cx="468000" cy="18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50" b="1">
                  <a:solidFill>
                    <a:srgbClr val="6B7480"/>
                  </a:solidFill>
                  <a:latin typeface="Noto Sans KR"/>
                </a:rPr>
                <a:t>현상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903599" y="1584000"/>
              <a:ext cx="4922459" cy="216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333333"/>
                  </a:solidFill>
                  <a:latin typeface="Noto Sans KR"/>
                </a:rPr>
                <a:t>정보 밀도가 높아 핵심 정보가 한눈에 들어오지 않음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453600" y="1944000"/>
              <a:ext cx="468000" cy="18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50" b="1">
                  <a:solidFill>
                    <a:srgbClr val="6B7480"/>
                  </a:solidFill>
                  <a:latin typeface="Noto Sans KR"/>
                </a:rPr>
                <a:t>영향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903599" y="1944000"/>
              <a:ext cx="4922459" cy="216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6B7480"/>
                  </a:solidFill>
                  <a:latin typeface="Noto Sans KR"/>
                </a:rPr>
                <a:t>원하는 정보의 식별·판단에 시간 소요</a:t>
              </a:r>
            </a:p>
          </p:txBody>
        </p:sp>
        <p:sp>
          <p:nvSpPr>
            <p:cNvPr id="116" name="Rectangle 26"/>
            <p:cNvSpPr/>
            <p:nvPr/>
          </p:nvSpPr>
          <p:spPr>
            <a:xfrm>
              <a:off x="417600" y="2376000"/>
              <a:ext cx="5426459" cy="251999"/>
            </a:xfrm>
            <a:prstGeom prst="rect">
              <a:avLst/>
            </a:prstGeom>
            <a:solidFill>
              <a:srgbClr val="E8EC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507600" y="2376000"/>
              <a:ext cx="5318459" cy="2519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1">
                  <a:solidFill>
                    <a:srgbClr val="2E4470"/>
                  </a:solidFill>
                  <a:latin typeface="Noto Sans KR"/>
                </a:rPr>
                <a:t>→ 개선 필요  </a:t>
              </a:r>
              <a:r>
                <a:rPr sz="1050" b="1">
                  <a:solidFill>
                    <a:srgbClr val="1A2A45"/>
                  </a:solidFill>
                  <a:latin typeface="Noto Sans KR"/>
                </a:rPr>
                <a:t>시각적 강조 · 정보 위계 강화</a:t>
              </a:r>
            </a:p>
          </p:txBody>
        </p:sp>
        <p:sp>
          <p:nvSpPr>
            <p:cNvPr id="118" name="Rectangle 28"/>
            <p:cNvSpPr/>
            <p:nvPr/>
          </p:nvSpPr>
          <p:spPr>
            <a:xfrm>
              <a:off x="6186059" y="1098000"/>
              <a:ext cx="5750459" cy="1638000"/>
            </a:xfrm>
            <a:prstGeom prst="rect">
              <a:avLst/>
            </a:prstGeom>
            <a:solidFill>
              <a:srgbClr val="F4F6FB"/>
            </a:solidFill>
            <a:ln w="12700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9" name="Rectangle 29"/>
            <p:cNvSpPr/>
            <p:nvPr/>
          </p:nvSpPr>
          <p:spPr>
            <a:xfrm>
              <a:off x="6186059" y="1098000"/>
              <a:ext cx="5750459" cy="34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0" name="Rectangle 30"/>
            <p:cNvSpPr/>
            <p:nvPr/>
          </p:nvSpPr>
          <p:spPr>
            <a:xfrm>
              <a:off x="6186059" y="1098000"/>
              <a:ext cx="50400" cy="16380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1" name="Oval 31"/>
            <p:cNvSpPr/>
            <p:nvPr/>
          </p:nvSpPr>
          <p:spPr>
            <a:xfrm>
              <a:off x="6330059" y="1184400"/>
              <a:ext cx="198000" cy="198000"/>
            </a:xfrm>
            <a:prstGeom prst="ellipse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6330059" y="1177200"/>
              <a:ext cx="198000" cy="198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Noto Sans KR"/>
                </a:rPr>
                <a:t>2</a:t>
              </a: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6600059" y="1098000"/>
              <a:ext cx="4238459" cy="342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300" b="1">
                  <a:solidFill>
                    <a:srgbClr val="1A2A45"/>
                  </a:solidFill>
                  <a:latin typeface="Noto Sans KR"/>
                </a:rPr>
                <a:t>참여형 인터페이스 접근성</a:t>
              </a:r>
            </a:p>
          </p:txBody>
        </p:sp>
        <p:sp>
          <p:nvSpPr>
            <p:cNvPr id="124" name="Rounded Rectangle 34"/>
            <p:cNvSpPr/>
            <p:nvPr/>
          </p:nvSpPr>
          <p:spPr>
            <a:xfrm>
              <a:off x="10712520" y="1191599"/>
              <a:ext cx="1080000" cy="172800"/>
            </a:xfrm>
            <a:prstGeom prst="roundRect">
              <a:avLst>
                <a:gd name="adj" fmla="val 50000"/>
              </a:avLst>
            </a:prstGeom>
            <a:solidFill>
              <a:srgbClr val="E8EC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10712520" y="1184400"/>
              <a:ext cx="1080000" cy="1728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00" b="1">
                  <a:solidFill>
                    <a:srgbClr val="2E4470"/>
                  </a:solidFill>
                  <a:latin typeface="Noto Sans KR"/>
                </a:rPr>
                <a:t>접근성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6384060" y="1584000"/>
              <a:ext cx="468000" cy="18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50" b="1">
                  <a:solidFill>
                    <a:srgbClr val="6B7480"/>
                  </a:solidFill>
                  <a:latin typeface="Noto Sans KR"/>
                </a:rPr>
                <a:t>현상</a:t>
              </a: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6834060" y="1584000"/>
              <a:ext cx="4922459" cy="216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333333"/>
                  </a:solidFill>
                  <a:latin typeface="Noto Sans KR"/>
                </a:rPr>
                <a:t>설문·예약 등 참여 화면의 조작 동선·접근성 편차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6384060" y="1944000"/>
              <a:ext cx="468000" cy="18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50" b="1">
                  <a:solidFill>
                    <a:srgbClr val="6B7480"/>
                  </a:solidFill>
                  <a:latin typeface="Noto Sans KR"/>
                </a:rPr>
                <a:t>영향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6834060" y="1944000"/>
              <a:ext cx="4922459" cy="216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6B7480"/>
                  </a:solidFill>
                  <a:latin typeface="Noto Sans KR"/>
                </a:rPr>
                <a:t>일부 이용자의 참여 진입 장벽</a:t>
              </a:r>
            </a:p>
          </p:txBody>
        </p:sp>
        <p:sp>
          <p:nvSpPr>
            <p:cNvPr id="130" name="Rectangle 40"/>
            <p:cNvSpPr/>
            <p:nvPr/>
          </p:nvSpPr>
          <p:spPr>
            <a:xfrm>
              <a:off x="6348059" y="2376000"/>
              <a:ext cx="5426459" cy="251999"/>
            </a:xfrm>
            <a:prstGeom prst="rect">
              <a:avLst/>
            </a:prstGeom>
            <a:solidFill>
              <a:srgbClr val="E8EC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6438059" y="2421208"/>
              <a:ext cx="5318459" cy="16158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1" dirty="0">
                  <a:solidFill>
                    <a:srgbClr val="2E4470"/>
                  </a:solidFill>
                  <a:latin typeface="Noto Sans KR"/>
                </a:rPr>
                <a:t>→ </a:t>
              </a:r>
              <a:r>
                <a:rPr sz="1050" b="1" dirty="0" err="1">
                  <a:solidFill>
                    <a:srgbClr val="2E4470"/>
                  </a:solidFill>
                  <a:latin typeface="Noto Sans KR"/>
                </a:rPr>
                <a:t>개선</a:t>
              </a:r>
              <a:r>
                <a:rPr sz="1050" b="1" dirty="0">
                  <a:solidFill>
                    <a:srgbClr val="2E4470"/>
                  </a:solidFill>
                  <a:latin typeface="Noto Sans KR"/>
                </a:rPr>
                <a:t> </a:t>
              </a:r>
              <a:r>
                <a:rPr sz="1050" b="1" dirty="0" err="1">
                  <a:solidFill>
                    <a:srgbClr val="2E4470"/>
                  </a:solidFill>
                  <a:latin typeface="Noto Sans KR"/>
                </a:rPr>
                <a:t>필요</a:t>
              </a:r>
              <a:r>
                <a:rPr sz="1050" b="1" dirty="0">
                  <a:solidFill>
                    <a:srgbClr val="2E4470"/>
                  </a:solidFill>
                  <a:latin typeface="Noto Sans KR"/>
                </a:rPr>
                <a:t>  </a:t>
              </a:r>
              <a:r>
                <a:rPr sz="1050" b="1" dirty="0" err="1">
                  <a:solidFill>
                    <a:srgbClr val="1A2A45"/>
                  </a:solidFill>
                  <a:latin typeface="Noto Sans KR"/>
                </a:rPr>
                <a:t>웹접근성</a:t>
              </a:r>
              <a:r>
                <a:rPr sz="1050" b="1" dirty="0">
                  <a:solidFill>
                    <a:srgbClr val="1A2A45"/>
                  </a:solidFill>
                  <a:latin typeface="Noto Sans KR"/>
                </a:rPr>
                <a:t> · </a:t>
              </a:r>
              <a:r>
                <a:rPr sz="1050" b="1" dirty="0" err="1">
                  <a:solidFill>
                    <a:srgbClr val="1A2A45"/>
                  </a:solidFill>
                  <a:latin typeface="Noto Sans KR"/>
                </a:rPr>
                <a:t>입력</a:t>
              </a:r>
              <a:r>
                <a:rPr sz="1050" b="1" dirty="0">
                  <a:solidFill>
                    <a:srgbClr val="1A2A45"/>
                  </a:solidFill>
                  <a:latin typeface="Noto Sans KR"/>
                </a:rPr>
                <a:t> </a:t>
              </a:r>
              <a:r>
                <a:rPr sz="1050" b="1" dirty="0" err="1">
                  <a:solidFill>
                    <a:srgbClr val="1A2A45"/>
                  </a:solidFill>
                  <a:latin typeface="Noto Sans KR"/>
                </a:rPr>
                <a:t>편의성</a:t>
              </a:r>
              <a:r>
                <a:rPr sz="1050" b="1" dirty="0">
                  <a:solidFill>
                    <a:srgbClr val="1A2A45"/>
                  </a:solidFill>
                  <a:latin typeface="Noto Sans KR"/>
                </a:rPr>
                <a:t> </a:t>
              </a:r>
              <a:r>
                <a:rPr sz="1050" b="1" dirty="0" err="1">
                  <a:solidFill>
                    <a:srgbClr val="1A2A45"/>
                  </a:solidFill>
                  <a:latin typeface="Noto Sans KR"/>
                </a:rPr>
                <a:t>향상</a:t>
              </a:r>
              <a:endParaRPr sz="1050" b="1" dirty="0">
                <a:solidFill>
                  <a:srgbClr val="1A2A45"/>
                </a:solidFill>
                <a:latin typeface="Noto Sans KR"/>
              </a:endParaRPr>
            </a:p>
          </p:txBody>
        </p:sp>
        <p:sp>
          <p:nvSpPr>
            <p:cNvPr id="132" name="Rectangle 42"/>
            <p:cNvSpPr/>
            <p:nvPr/>
          </p:nvSpPr>
          <p:spPr>
            <a:xfrm>
              <a:off x="255600" y="2898000"/>
              <a:ext cx="5750459" cy="1638000"/>
            </a:xfrm>
            <a:prstGeom prst="rect">
              <a:avLst/>
            </a:prstGeom>
            <a:solidFill>
              <a:srgbClr val="F4F6FB"/>
            </a:solidFill>
            <a:ln w="12700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3" name="Rectangle 43"/>
            <p:cNvSpPr/>
            <p:nvPr/>
          </p:nvSpPr>
          <p:spPr>
            <a:xfrm>
              <a:off x="255600" y="2898000"/>
              <a:ext cx="5750459" cy="34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4" name="Rectangle 44"/>
            <p:cNvSpPr/>
            <p:nvPr/>
          </p:nvSpPr>
          <p:spPr>
            <a:xfrm>
              <a:off x="255600" y="2898000"/>
              <a:ext cx="50400" cy="16380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5" name="Oval 45"/>
            <p:cNvSpPr/>
            <p:nvPr/>
          </p:nvSpPr>
          <p:spPr>
            <a:xfrm>
              <a:off x="399599" y="2984400"/>
              <a:ext cx="198000" cy="198000"/>
            </a:xfrm>
            <a:prstGeom prst="ellipse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399599" y="2977200"/>
              <a:ext cx="198000" cy="198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Noto Sans KR"/>
                </a:rPr>
                <a:t>3</a:t>
              </a: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669600" y="2898000"/>
              <a:ext cx="4238459" cy="342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300" b="1">
                  <a:solidFill>
                    <a:srgbClr val="1A2A45"/>
                  </a:solidFill>
                  <a:latin typeface="Noto Sans KR"/>
                </a:rPr>
                <a:t>통합 검색 · 탐색 효율</a:t>
              </a:r>
            </a:p>
          </p:txBody>
        </p:sp>
        <p:sp>
          <p:nvSpPr>
            <p:cNvPr id="138" name="Rounded Rectangle 48"/>
            <p:cNvSpPr/>
            <p:nvPr/>
          </p:nvSpPr>
          <p:spPr>
            <a:xfrm>
              <a:off x="4782059" y="2991600"/>
              <a:ext cx="1080000" cy="172800"/>
            </a:xfrm>
            <a:prstGeom prst="roundRect">
              <a:avLst>
                <a:gd name="adj" fmla="val 50000"/>
              </a:avLst>
            </a:prstGeom>
            <a:solidFill>
              <a:srgbClr val="E8EC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4782059" y="2984400"/>
              <a:ext cx="1080000" cy="1728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00" b="1">
                  <a:solidFill>
                    <a:srgbClr val="2E4470"/>
                  </a:solidFill>
                  <a:latin typeface="Noto Sans KR"/>
                </a:rPr>
                <a:t>검색</a:t>
              </a: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453600" y="3384000"/>
              <a:ext cx="468000" cy="18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50" b="1">
                  <a:solidFill>
                    <a:srgbClr val="6B7480"/>
                  </a:solidFill>
                  <a:latin typeface="Noto Sans KR"/>
                </a:rPr>
                <a:t>현상</a:t>
              </a: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903599" y="3384000"/>
              <a:ext cx="4922459" cy="216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333333"/>
                  </a:solidFill>
                  <a:latin typeface="Noto Sans KR"/>
                </a:rPr>
                <a:t>검색이 게시판 단위로 분리되어 제공</a:t>
              </a: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453600" y="3744000"/>
              <a:ext cx="468000" cy="18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50" b="1">
                  <a:solidFill>
                    <a:srgbClr val="6B7480"/>
                  </a:solidFill>
                  <a:latin typeface="Noto Sans KR"/>
                </a:rPr>
                <a:t>영향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903599" y="3744000"/>
              <a:ext cx="4922459" cy="216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6B7480"/>
                  </a:solidFill>
                  <a:latin typeface="Noto Sans KR"/>
                </a:rPr>
                <a:t>여러 게시판을 오가며 탐색 비용 발생</a:t>
              </a:r>
            </a:p>
          </p:txBody>
        </p:sp>
        <p:sp>
          <p:nvSpPr>
            <p:cNvPr id="144" name="Rectangle 54"/>
            <p:cNvSpPr/>
            <p:nvPr/>
          </p:nvSpPr>
          <p:spPr>
            <a:xfrm>
              <a:off x="417600" y="4176000"/>
              <a:ext cx="5426459" cy="251999"/>
            </a:xfrm>
            <a:prstGeom prst="rect">
              <a:avLst/>
            </a:prstGeom>
            <a:solidFill>
              <a:srgbClr val="E8EC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507600" y="4176000"/>
              <a:ext cx="5318459" cy="2519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1" dirty="0">
                  <a:solidFill>
                    <a:srgbClr val="2E4470"/>
                  </a:solidFill>
                  <a:latin typeface="Noto Sans KR"/>
                </a:rPr>
                <a:t>→ </a:t>
              </a:r>
              <a:r>
                <a:rPr sz="1050" b="1" dirty="0" err="1">
                  <a:solidFill>
                    <a:srgbClr val="2E4470"/>
                  </a:solidFill>
                  <a:latin typeface="Noto Sans KR"/>
                </a:rPr>
                <a:t>개선</a:t>
              </a:r>
              <a:r>
                <a:rPr sz="1050" b="1" dirty="0">
                  <a:solidFill>
                    <a:srgbClr val="2E4470"/>
                  </a:solidFill>
                  <a:latin typeface="Noto Sans KR"/>
                </a:rPr>
                <a:t> </a:t>
              </a:r>
              <a:r>
                <a:rPr sz="1050" b="1" dirty="0" err="1">
                  <a:solidFill>
                    <a:srgbClr val="2E4470"/>
                  </a:solidFill>
                  <a:latin typeface="Noto Sans KR"/>
                </a:rPr>
                <a:t>필요</a:t>
              </a:r>
              <a:r>
                <a:rPr sz="1050" b="1" dirty="0">
                  <a:solidFill>
                    <a:srgbClr val="2E4470"/>
                  </a:solidFill>
                  <a:latin typeface="Noto Sans KR"/>
                </a:rPr>
                <a:t>  </a:t>
              </a:r>
              <a:r>
                <a:rPr sz="1050" b="1" dirty="0" err="1">
                  <a:solidFill>
                    <a:srgbClr val="1A2A45"/>
                  </a:solidFill>
                  <a:latin typeface="Noto Sans KR"/>
                </a:rPr>
                <a:t>통합</a:t>
              </a:r>
              <a:r>
                <a:rPr sz="1050" b="1" dirty="0">
                  <a:solidFill>
                    <a:srgbClr val="1A2A45"/>
                  </a:solidFill>
                  <a:latin typeface="Noto Sans KR"/>
                </a:rPr>
                <a:t> </a:t>
              </a:r>
              <a:r>
                <a:rPr sz="1050" b="1" dirty="0" err="1">
                  <a:solidFill>
                    <a:srgbClr val="1A2A45"/>
                  </a:solidFill>
                  <a:latin typeface="Noto Sans KR"/>
                </a:rPr>
                <a:t>검색으로</a:t>
              </a:r>
              <a:r>
                <a:rPr sz="1050" b="1" dirty="0">
                  <a:solidFill>
                    <a:srgbClr val="1A2A45"/>
                  </a:solidFill>
                  <a:latin typeface="Noto Sans KR"/>
                </a:rPr>
                <a:t> </a:t>
              </a:r>
              <a:r>
                <a:rPr sz="1050" b="1" dirty="0" err="1">
                  <a:solidFill>
                    <a:srgbClr val="1A2A45"/>
                  </a:solidFill>
                  <a:latin typeface="Noto Sans KR"/>
                </a:rPr>
                <a:t>탐색</a:t>
              </a:r>
              <a:r>
                <a:rPr sz="1050" b="1" dirty="0">
                  <a:solidFill>
                    <a:srgbClr val="1A2A45"/>
                  </a:solidFill>
                  <a:latin typeface="Noto Sans KR"/>
                </a:rPr>
                <a:t> </a:t>
              </a:r>
              <a:r>
                <a:rPr sz="1050" b="1" dirty="0" err="1">
                  <a:solidFill>
                    <a:srgbClr val="1A2A45"/>
                  </a:solidFill>
                  <a:latin typeface="Noto Sans KR"/>
                </a:rPr>
                <a:t>범위</a:t>
              </a:r>
              <a:r>
                <a:rPr sz="1050" b="1" dirty="0">
                  <a:solidFill>
                    <a:srgbClr val="1A2A45"/>
                  </a:solidFill>
                  <a:latin typeface="Noto Sans KR"/>
                </a:rPr>
                <a:t> </a:t>
              </a:r>
              <a:r>
                <a:rPr sz="1050" b="1" dirty="0" err="1">
                  <a:solidFill>
                    <a:srgbClr val="1A2A45"/>
                  </a:solidFill>
                  <a:latin typeface="Noto Sans KR"/>
                </a:rPr>
                <a:t>확장</a:t>
              </a:r>
              <a:endParaRPr sz="1050" b="1" dirty="0">
                <a:solidFill>
                  <a:srgbClr val="1A2A45"/>
                </a:solidFill>
                <a:latin typeface="Noto Sans KR"/>
              </a:endParaRPr>
            </a:p>
          </p:txBody>
        </p:sp>
        <p:sp>
          <p:nvSpPr>
            <p:cNvPr id="146" name="Rectangle 56"/>
            <p:cNvSpPr/>
            <p:nvPr/>
          </p:nvSpPr>
          <p:spPr>
            <a:xfrm>
              <a:off x="6186059" y="2898000"/>
              <a:ext cx="5750459" cy="1638000"/>
            </a:xfrm>
            <a:prstGeom prst="rect">
              <a:avLst/>
            </a:prstGeom>
            <a:solidFill>
              <a:srgbClr val="F4F6FB"/>
            </a:solidFill>
            <a:ln w="12700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7" name="Rectangle 57"/>
            <p:cNvSpPr/>
            <p:nvPr/>
          </p:nvSpPr>
          <p:spPr>
            <a:xfrm>
              <a:off x="6186059" y="2898000"/>
              <a:ext cx="5750459" cy="34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8" name="Rectangle 58"/>
            <p:cNvSpPr/>
            <p:nvPr/>
          </p:nvSpPr>
          <p:spPr>
            <a:xfrm>
              <a:off x="6186059" y="2898000"/>
              <a:ext cx="50400" cy="16380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9" name="Oval 59"/>
            <p:cNvSpPr/>
            <p:nvPr/>
          </p:nvSpPr>
          <p:spPr>
            <a:xfrm>
              <a:off x="6330059" y="2984400"/>
              <a:ext cx="198000" cy="198000"/>
            </a:xfrm>
            <a:prstGeom prst="ellipse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6330059" y="2977200"/>
              <a:ext cx="198000" cy="198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Noto Sans KR"/>
                </a:rPr>
                <a:t>4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6600059" y="2898000"/>
              <a:ext cx="4238459" cy="342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300" b="1">
                  <a:solidFill>
                    <a:srgbClr val="1A2A45"/>
                  </a:solidFill>
                  <a:latin typeface="Noto Sans KR"/>
                </a:rPr>
                <a:t>디자인 일관성</a:t>
              </a:r>
            </a:p>
          </p:txBody>
        </p:sp>
        <p:sp>
          <p:nvSpPr>
            <p:cNvPr id="152" name="Rounded Rectangle 62"/>
            <p:cNvSpPr/>
            <p:nvPr/>
          </p:nvSpPr>
          <p:spPr>
            <a:xfrm>
              <a:off x="10712520" y="2991600"/>
              <a:ext cx="1080000" cy="172800"/>
            </a:xfrm>
            <a:prstGeom prst="roundRect">
              <a:avLst>
                <a:gd name="adj" fmla="val 50000"/>
              </a:avLst>
            </a:prstGeom>
            <a:solidFill>
              <a:srgbClr val="E8EC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10712520" y="2984400"/>
              <a:ext cx="1080000" cy="1728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00" b="1">
                  <a:solidFill>
                    <a:srgbClr val="2E4470"/>
                  </a:solidFill>
                  <a:latin typeface="Noto Sans KR"/>
                </a:rPr>
                <a:t>일관성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384060" y="3384000"/>
              <a:ext cx="468000" cy="18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50" b="1">
                  <a:solidFill>
                    <a:srgbClr val="6B7480"/>
                  </a:solidFill>
                  <a:latin typeface="Noto Sans KR"/>
                </a:rPr>
                <a:t>현상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834060" y="3384000"/>
              <a:ext cx="4922459" cy="216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333333"/>
                  </a:solidFill>
                  <a:latin typeface="Noto Sans KR"/>
                </a:rPr>
                <a:t>화면·게시판별 UI 패턴·스타일 차이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6384060" y="3744000"/>
              <a:ext cx="468000" cy="18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50" b="1">
                  <a:solidFill>
                    <a:srgbClr val="6B7480"/>
                  </a:solidFill>
                  <a:latin typeface="Noto Sans KR"/>
                </a:rPr>
                <a:t>영향</a:t>
              </a:r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6834060" y="3744000"/>
              <a:ext cx="4922459" cy="216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6B7480"/>
                  </a:solidFill>
                  <a:latin typeface="Noto Sans KR"/>
                </a:rPr>
                <a:t>반복 학습·조작에 따른 사용 피로</a:t>
              </a:r>
            </a:p>
          </p:txBody>
        </p:sp>
        <p:sp>
          <p:nvSpPr>
            <p:cNvPr id="158" name="Rectangle 68"/>
            <p:cNvSpPr/>
            <p:nvPr/>
          </p:nvSpPr>
          <p:spPr>
            <a:xfrm>
              <a:off x="6348059" y="4176000"/>
              <a:ext cx="5426459" cy="251999"/>
            </a:xfrm>
            <a:prstGeom prst="rect">
              <a:avLst/>
            </a:prstGeom>
            <a:solidFill>
              <a:srgbClr val="E8EC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6438059" y="4176000"/>
              <a:ext cx="5318459" cy="2519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1">
                  <a:solidFill>
                    <a:srgbClr val="2E4470"/>
                  </a:solidFill>
                  <a:latin typeface="Noto Sans KR"/>
                </a:rPr>
                <a:t>→ 개선 필요  </a:t>
              </a:r>
              <a:r>
                <a:rPr sz="1050" b="1">
                  <a:solidFill>
                    <a:srgbClr val="1A2A45"/>
                  </a:solidFill>
                  <a:latin typeface="Noto Sans KR"/>
                </a:rPr>
                <a:t>공통 디자인 시스템으로 일관성 확보</a:t>
              </a:r>
            </a:p>
          </p:txBody>
        </p:sp>
      </p:grpSp>
      <p:sp>
        <p:nvSpPr>
          <p:cNvPr id="162" name="Rectangle 161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lang="en-US" sz="900" b="1" dirty="0">
                <a:solidFill>
                  <a:srgbClr val="FFFFFF"/>
                </a:solidFill>
                <a:latin typeface="Noto Sans KR"/>
              </a:rPr>
              <a:t>9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 / 50</a:t>
            </a:r>
          </a:p>
        </p:txBody>
      </p:sp>
    </p:spTree>
    <p:extLst>
      <p:ext uri="{BB962C8B-B14F-4D97-AF65-F5344CB8AC3E}">
        <p14:creationId xmlns:p14="http://schemas.microsoft.com/office/powerpoint/2010/main" val="2238007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0" y="-3494"/>
            <a:ext cx="12192000" cy="6861494"/>
            <a:chOff x="0" y="-3494"/>
            <a:chExt cx="12192000" cy="6861494"/>
          </a:xfrm>
        </p:grpSpPr>
        <p:grpSp>
          <p:nvGrpSpPr>
            <p:cNvPr id="3" name="그룹 2"/>
            <p:cNvGrpSpPr/>
            <p:nvPr/>
          </p:nvGrpSpPr>
          <p:grpSpPr>
            <a:xfrm>
              <a:off x="0" y="-3494"/>
              <a:ext cx="12188952" cy="502920"/>
              <a:chOff x="0" y="-3494"/>
              <a:chExt cx="12188952" cy="502920"/>
            </a:xfrm>
          </p:grpSpPr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4E368FDE-E6C4-9C10-B794-DC7FE9AFE767}"/>
                  </a:ext>
                </a:extLst>
              </p:cNvPr>
              <p:cNvSpPr/>
              <p:nvPr/>
            </p:nvSpPr>
            <p:spPr>
              <a:xfrm>
                <a:off x="0" y="-3494"/>
                <a:ext cx="12188952" cy="502920"/>
              </a:xfrm>
              <a:prstGeom prst="rect">
                <a:avLst/>
              </a:prstGeom>
              <a:solidFill>
                <a:srgbClr val="2E4470"/>
              </a:solidFill>
              <a:ln>
                <a:noFill/>
              </a:ln>
              <a:effectLst>
                <a:reflection blurRad="6350" stA="52000" endA="300" endPos="35000" dir="5400000" sy="-100000" algn="bl" rotWithShape="0"/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9" name="Rectangle 2">
                <a:extLst>
                  <a:ext uri="{FF2B5EF4-FFF2-40B4-BE49-F238E27FC236}">
                    <a16:creationId xmlns:a16="http://schemas.microsoft.com/office/drawing/2014/main" id="{B0397472-7BC4-0F63-5086-828CC9DF6B34}"/>
                  </a:ext>
                </a:extLst>
              </p:cNvPr>
              <p:cNvSpPr/>
              <p:nvPr/>
            </p:nvSpPr>
            <p:spPr>
              <a:xfrm>
                <a:off x="0" y="-3494"/>
                <a:ext cx="45719" cy="502920"/>
              </a:xfrm>
              <a:prstGeom prst="rect">
                <a:avLst/>
              </a:prstGeom>
              <a:solidFill>
                <a:srgbClr val="1E2D45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grpSp>
            <p:nvGrpSpPr>
              <p:cNvPr id="10" name="그룹 9"/>
              <p:cNvGrpSpPr/>
              <p:nvPr/>
            </p:nvGrpSpPr>
            <p:grpSpPr>
              <a:xfrm>
                <a:off x="184469" y="42227"/>
                <a:ext cx="7054310" cy="356169"/>
                <a:chOff x="184469" y="42227"/>
                <a:chExt cx="7054310" cy="356169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B3990BB-31C1-4668-04FE-6D5EBEDE6554}"/>
                    </a:ext>
                  </a:extLst>
                </p:cNvPr>
                <p:cNvSpPr txBox="1"/>
                <p:nvPr/>
              </p:nvSpPr>
              <p:spPr>
                <a:xfrm>
                  <a:off x="184469" y="42227"/>
                  <a:ext cx="1371600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r>
                    <a:rPr lang="en-US"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endParaRPr sz="8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2FD72F6-3011-C22F-47A2-9605C4CCA03B}"/>
                    </a:ext>
                  </a:extLst>
                </p:cNvPr>
                <p:cNvSpPr txBox="1"/>
                <p:nvPr/>
              </p:nvSpPr>
              <p:spPr>
                <a:xfrm>
                  <a:off x="1525208" y="90619"/>
                  <a:ext cx="571357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ko-KR" altLang="en-US" sz="1400" b="1" dirty="0">
                      <a:solidFill>
                        <a:srgbClr val="E8ECF4"/>
                      </a:solidFill>
                      <a:latin typeface="+mn-ea"/>
                    </a:rPr>
                    <a:t>개선 방향 ① </a:t>
                  </a:r>
                  <a:r>
                    <a:rPr lang="en-US" altLang="ko-KR" sz="1400" b="1" dirty="0">
                      <a:solidFill>
                        <a:srgbClr val="E8ECF4"/>
                      </a:solidFill>
                      <a:latin typeface="+mn-ea"/>
                    </a:rPr>
                    <a:t>— </a:t>
                  </a:r>
                  <a:r>
                    <a:rPr lang="ko-KR" altLang="en-US" sz="1400" b="1" dirty="0">
                      <a:solidFill>
                        <a:srgbClr val="E8ECF4"/>
                      </a:solidFill>
                      <a:latin typeface="+mn-ea"/>
                    </a:rPr>
                    <a:t>권한 프로세스 자동화</a:t>
                  </a:r>
                </a:p>
              </p:txBody>
            </p:sp>
          </p:grpSp>
        </p:grpSp>
        <p:grpSp>
          <p:nvGrpSpPr>
            <p:cNvPr id="4" name="그룹 3"/>
            <p:cNvGrpSpPr/>
            <p:nvPr/>
          </p:nvGrpSpPr>
          <p:grpSpPr>
            <a:xfrm>
              <a:off x="0" y="6591300"/>
              <a:ext cx="12192000" cy="266700"/>
              <a:chOff x="0" y="6591300"/>
              <a:chExt cx="12192000" cy="266700"/>
            </a:xfrm>
          </p:grpSpPr>
          <p:sp>
            <p:nvSpPr>
              <p:cNvPr id="5" name="Rectangle 272"/>
              <p:cNvSpPr/>
              <p:nvPr/>
            </p:nvSpPr>
            <p:spPr>
              <a:xfrm>
                <a:off x="0" y="6591300"/>
                <a:ext cx="12192000" cy="266700"/>
              </a:xfrm>
              <a:prstGeom prst="rect">
                <a:avLst/>
              </a:prstGeom>
              <a:solidFill>
                <a:srgbClr val="1E2D4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34666" y="6642100"/>
                <a:ext cx="22172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소통나눔방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시스템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고도화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기획서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 | 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○○부처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○○과</a:t>
                </a:r>
                <a:endParaRPr sz="600" b="0" dirty="0">
                  <a:solidFill>
                    <a:srgbClr val="AABBCC"/>
                  </a:solidFill>
                  <a:latin typeface="+mn-ea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00D966-1A0F-E9CD-9352-FBDD81B3A5D5}"/>
                  </a:ext>
                </a:extLst>
              </p:cNvPr>
              <p:cNvSpPr txBox="1"/>
              <p:nvPr/>
            </p:nvSpPr>
            <p:spPr>
              <a:xfrm>
                <a:off x="4762898" y="6632027"/>
                <a:ext cx="73006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600" dirty="0">
                    <a:solidFill>
                      <a:srgbClr val="E8ECF4"/>
                    </a:solidFill>
                    <a:latin typeface="+mn-ea"/>
                  </a:rPr>
                  <a:t>PR v1.0</a:t>
                </a:r>
                <a:endParaRPr sz="600" dirty="0">
                  <a:solidFill>
                    <a:srgbClr val="E8ECF4"/>
                  </a:solidFill>
                  <a:latin typeface="+mn-ea"/>
                </a:endParaRPr>
              </a:p>
            </p:txBody>
          </p:sp>
        </p:grpSp>
      </p:grpSp>
      <p:grpSp>
        <p:nvGrpSpPr>
          <p:cNvPr id="14" name="그룹 13"/>
          <p:cNvGrpSpPr/>
          <p:nvPr/>
        </p:nvGrpSpPr>
        <p:grpSpPr>
          <a:xfrm>
            <a:off x="255460" y="993760"/>
            <a:ext cx="11681081" cy="3721836"/>
            <a:chOff x="255460" y="993760"/>
            <a:chExt cx="11681081" cy="3721836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827F2D92-D46B-2DDB-78FC-8EF1B5A0020E}"/>
                </a:ext>
              </a:extLst>
            </p:cNvPr>
            <p:cNvGrpSpPr/>
            <p:nvPr/>
          </p:nvGrpSpPr>
          <p:grpSpPr>
            <a:xfrm>
              <a:off x="255460" y="993760"/>
              <a:ext cx="11681080" cy="317420"/>
              <a:chOff x="382491" y="4286685"/>
              <a:chExt cx="11681080" cy="317420"/>
            </a:xfrm>
          </p:grpSpPr>
          <p:sp>
            <p:nvSpPr>
              <p:cNvPr id="20" name="Rectangle 77">
                <a:extLst>
                  <a:ext uri="{FF2B5EF4-FFF2-40B4-BE49-F238E27FC236}">
                    <a16:creationId xmlns:a16="http://schemas.microsoft.com/office/drawing/2014/main" id="{7772F2D2-5121-CC51-2089-29C7D1E0C7DA}"/>
                  </a:ext>
                </a:extLst>
              </p:cNvPr>
              <p:cNvSpPr/>
              <p:nvPr/>
            </p:nvSpPr>
            <p:spPr>
              <a:xfrm>
                <a:off x="382491" y="4286685"/>
                <a:ext cx="38090" cy="317420"/>
              </a:xfrm>
              <a:prstGeom prst="rect">
                <a:avLst/>
              </a:prstGeom>
              <a:solidFill>
                <a:srgbClr val="2E4470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21" name="Rectangle 78">
                <a:extLst>
                  <a:ext uri="{FF2B5EF4-FFF2-40B4-BE49-F238E27FC236}">
                    <a16:creationId xmlns:a16="http://schemas.microsoft.com/office/drawing/2014/main" id="{A4DF57C5-62AE-D74B-4315-90BD28EC035E}"/>
                  </a:ext>
                </a:extLst>
              </p:cNvPr>
              <p:cNvSpPr/>
              <p:nvPr/>
            </p:nvSpPr>
            <p:spPr>
              <a:xfrm>
                <a:off x="420582" y="4286685"/>
                <a:ext cx="11642989" cy="317420"/>
              </a:xfrm>
              <a:prstGeom prst="rect">
                <a:avLst/>
              </a:prstGeom>
              <a:solidFill>
                <a:srgbClr val="E8ECF4"/>
              </a:solidFill>
              <a:ln>
                <a:solidFill>
                  <a:srgbClr val="2E44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CF23378-1AFD-0A9A-F263-F7898C7C7717}"/>
                  </a:ext>
                </a:extLst>
              </p:cNvPr>
              <p:cNvSpPr txBox="1"/>
              <p:nvPr/>
            </p:nvSpPr>
            <p:spPr>
              <a:xfrm>
                <a:off x="458672" y="4311400"/>
                <a:ext cx="1155411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 </a:t>
                </a:r>
                <a:r>
                  <a:rPr lang="ko-KR" altLang="en-US"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권한 승인 프로세스</a:t>
                </a:r>
                <a:endPara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827F2D92-D46B-2DDB-78FC-8EF1B5A0020E}"/>
                </a:ext>
              </a:extLst>
            </p:cNvPr>
            <p:cNvGrpSpPr/>
            <p:nvPr/>
          </p:nvGrpSpPr>
          <p:grpSpPr>
            <a:xfrm>
              <a:off x="255461" y="4398176"/>
              <a:ext cx="11681080" cy="317420"/>
              <a:chOff x="382491" y="4286685"/>
              <a:chExt cx="11681080" cy="317420"/>
            </a:xfrm>
          </p:grpSpPr>
          <p:sp>
            <p:nvSpPr>
              <p:cNvPr id="17" name="Rectangle 77">
                <a:extLst>
                  <a:ext uri="{FF2B5EF4-FFF2-40B4-BE49-F238E27FC236}">
                    <a16:creationId xmlns:a16="http://schemas.microsoft.com/office/drawing/2014/main" id="{7772F2D2-5121-CC51-2089-29C7D1E0C7DA}"/>
                  </a:ext>
                </a:extLst>
              </p:cNvPr>
              <p:cNvSpPr/>
              <p:nvPr/>
            </p:nvSpPr>
            <p:spPr>
              <a:xfrm>
                <a:off x="382491" y="4286685"/>
                <a:ext cx="38090" cy="317420"/>
              </a:xfrm>
              <a:prstGeom prst="rect">
                <a:avLst/>
              </a:prstGeom>
              <a:solidFill>
                <a:srgbClr val="2E4470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8" name="Rectangle 78">
                <a:extLst>
                  <a:ext uri="{FF2B5EF4-FFF2-40B4-BE49-F238E27FC236}">
                    <a16:creationId xmlns:a16="http://schemas.microsoft.com/office/drawing/2014/main" id="{A4DF57C5-62AE-D74B-4315-90BD28EC035E}"/>
                  </a:ext>
                </a:extLst>
              </p:cNvPr>
              <p:cNvSpPr/>
              <p:nvPr/>
            </p:nvSpPr>
            <p:spPr>
              <a:xfrm>
                <a:off x="420582" y="4286685"/>
                <a:ext cx="11642989" cy="317420"/>
              </a:xfrm>
              <a:prstGeom prst="rect">
                <a:avLst/>
              </a:prstGeom>
              <a:solidFill>
                <a:srgbClr val="E8ECF4"/>
              </a:solidFill>
              <a:ln>
                <a:solidFill>
                  <a:srgbClr val="2E44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CF23378-1AFD-0A9A-F263-F7898C7C7717}"/>
                  </a:ext>
                </a:extLst>
              </p:cNvPr>
              <p:cNvSpPr txBox="1"/>
              <p:nvPr/>
            </p:nvSpPr>
            <p:spPr>
              <a:xfrm>
                <a:off x="458672" y="4311400"/>
                <a:ext cx="1155411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 </a:t>
                </a:r>
                <a:r>
                  <a:rPr lang="en-US"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TO-BE </a:t>
                </a:r>
                <a:r>
                  <a:rPr lang="ko-KR" altLang="en-US"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권한 승인 프로세스</a:t>
                </a:r>
                <a:endPara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F03DBB0-374A-B912-71BE-7CB8B237CA13}"/>
              </a:ext>
            </a:extLst>
          </p:cNvPr>
          <p:cNvSpPr txBox="1"/>
          <p:nvPr/>
        </p:nvSpPr>
        <p:spPr>
          <a:xfrm>
            <a:off x="6984841" y="205950"/>
            <a:ext cx="50787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개선 방향</a:t>
            </a:r>
            <a:r>
              <a:rPr sz="900" dirty="0">
                <a:solidFill>
                  <a:schemeClr val="bg1"/>
                </a:solidFill>
                <a:latin typeface="+mn-ea"/>
              </a:rPr>
              <a:t>(</a:t>
            </a:r>
            <a:r>
              <a:rPr lang="en-US" sz="900" dirty="0">
                <a:solidFill>
                  <a:schemeClr val="bg1"/>
                </a:solidFill>
                <a:latin typeface="+mn-ea"/>
              </a:rPr>
              <a:t>TO-BE</a:t>
            </a:r>
            <a:r>
              <a:rPr sz="900" dirty="0">
                <a:solidFill>
                  <a:schemeClr val="bg1"/>
                </a:solidFill>
                <a:latin typeface="+mn-ea"/>
              </a:rPr>
              <a:t>)</a:t>
            </a:r>
          </a:p>
        </p:txBody>
      </p:sp>
      <p:sp>
        <p:nvSpPr>
          <p:cNvPr id="121" name="Rectangle 9">
            <a:extLst>
              <a:ext uri="{FF2B5EF4-FFF2-40B4-BE49-F238E27FC236}">
                <a16:creationId xmlns:a16="http://schemas.microsoft.com/office/drawing/2014/main" id="{E4A3E673-CF29-FDA6-725C-D56D26DDAA80}"/>
              </a:ext>
            </a:extLst>
          </p:cNvPr>
          <p:cNvSpPr/>
          <p:nvPr/>
        </p:nvSpPr>
        <p:spPr>
          <a:xfrm>
            <a:off x="236384" y="1443044"/>
            <a:ext cx="5754696" cy="253936"/>
          </a:xfrm>
          <a:prstGeom prst="rect">
            <a:avLst/>
          </a:prstGeom>
          <a:solidFill>
            <a:srgbClr val="CC33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+mn-ea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E38D53A-3591-771C-F8E2-8FDBFB24CF10}"/>
              </a:ext>
            </a:extLst>
          </p:cNvPr>
          <p:cNvSpPr txBox="1"/>
          <p:nvPr/>
        </p:nvSpPr>
        <p:spPr>
          <a:xfrm>
            <a:off x="236384" y="1443045"/>
            <a:ext cx="5754696" cy="307777"/>
          </a:xfrm>
          <a:prstGeom prst="rect">
            <a:avLst/>
          </a:prstGeom>
          <a:solidFill>
            <a:srgbClr val="445064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+mn-ea"/>
              </a:rPr>
              <a:t>◀  AS-IS (</a:t>
            </a:r>
            <a:r>
              <a:rPr sz="1400" b="1" dirty="0" err="1">
                <a:solidFill>
                  <a:srgbClr val="FFFFFF"/>
                </a:solidFill>
                <a:latin typeface="+mn-ea"/>
              </a:rPr>
              <a:t>현행</a:t>
            </a:r>
            <a:r>
              <a:rPr sz="1400" b="1" dirty="0">
                <a:solidFill>
                  <a:srgbClr val="FFFFFF"/>
                </a:solidFill>
                <a:latin typeface="+mn-ea"/>
              </a:rPr>
              <a:t>)</a:t>
            </a:r>
            <a:r>
              <a:rPr lang="en-US" sz="1400" b="1" dirty="0">
                <a:solidFill>
                  <a:srgbClr val="FFFFFF"/>
                </a:solidFill>
                <a:latin typeface="+mn-ea"/>
              </a:rPr>
              <a:t> – </a:t>
            </a:r>
            <a:r>
              <a:rPr lang="ko-KR" altLang="en-US" sz="1400" b="1" dirty="0">
                <a:solidFill>
                  <a:srgbClr val="FFFFFF"/>
                </a:solidFill>
                <a:latin typeface="+mn-ea"/>
              </a:rPr>
              <a:t>수동 처리</a:t>
            </a:r>
            <a:endParaRPr sz="14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03" name="Rectangle 11">
            <a:extLst>
              <a:ext uri="{FF2B5EF4-FFF2-40B4-BE49-F238E27FC236}">
                <a16:creationId xmlns:a16="http://schemas.microsoft.com/office/drawing/2014/main" id="{DD5BB4A9-6711-242B-419A-0CA15751B659}"/>
              </a:ext>
            </a:extLst>
          </p:cNvPr>
          <p:cNvSpPr/>
          <p:nvPr/>
        </p:nvSpPr>
        <p:spPr>
          <a:xfrm>
            <a:off x="6181843" y="1443044"/>
            <a:ext cx="5754696" cy="253936"/>
          </a:xfrm>
          <a:prstGeom prst="rect">
            <a:avLst/>
          </a:prstGeom>
          <a:solidFill>
            <a:srgbClr val="0054D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+mn-ea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2D59F77-EAB3-129D-CD50-3BC320406651}"/>
              </a:ext>
            </a:extLst>
          </p:cNvPr>
          <p:cNvSpPr txBox="1"/>
          <p:nvPr/>
        </p:nvSpPr>
        <p:spPr>
          <a:xfrm>
            <a:off x="6181843" y="1443045"/>
            <a:ext cx="5754696" cy="307777"/>
          </a:xfrm>
          <a:prstGeom prst="rect">
            <a:avLst/>
          </a:prstGeom>
          <a:solidFill>
            <a:srgbClr val="2E447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+mn-ea"/>
              </a:rPr>
              <a:t>▶  TO-BE </a:t>
            </a:r>
            <a:r>
              <a:rPr lang="en-US" sz="1400" b="1" dirty="0">
                <a:solidFill>
                  <a:srgbClr val="FFFFFF"/>
                </a:solidFill>
                <a:latin typeface="+mn-ea"/>
              </a:rPr>
              <a:t>– </a:t>
            </a:r>
            <a:r>
              <a:rPr lang="ko-KR" altLang="en-US" sz="1400" b="1" dirty="0">
                <a:solidFill>
                  <a:srgbClr val="FFFFFF"/>
                </a:solidFill>
                <a:latin typeface="+mn-ea"/>
              </a:rPr>
              <a:t>시스템 자동화</a:t>
            </a:r>
            <a:endParaRPr sz="1400" b="1" dirty="0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475D66E-5956-4E0A-B5F1-DE1743D6BBA0}"/>
              </a:ext>
            </a:extLst>
          </p:cNvPr>
          <p:cNvGrpSpPr/>
          <p:nvPr/>
        </p:nvGrpSpPr>
        <p:grpSpPr>
          <a:xfrm>
            <a:off x="248968" y="2025686"/>
            <a:ext cx="11648063" cy="1073214"/>
            <a:chOff x="248968" y="1990384"/>
            <a:chExt cx="11648063" cy="511580"/>
          </a:xfrm>
        </p:grpSpPr>
        <p:grpSp>
          <p:nvGrpSpPr>
            <p:cNvPr id="123" name="그룹 122"/>
            <p:cNvGrpSpPr/>
            <p:nvPr/>
          </p:nvGrpSpPr>
          <p:grpSpPr>
            <a:xfrm>
              <a:off x="248968" y="1995373"/>
              <a:ext cx="1298117" cy="468000"/>
              <a:chOff x="249309" y="1960701"/>
              <a:chExt cx="1123535" cy="457085"/>
            </a:xfrm>
          </p:grpSpPr>
          <p:sp>
            <p:nvSpPr>
              <p:cNvPr id="136" name="Rectangle 15">
                <a:extLst>
                  <a:ext uri="{FF2B5EF4-FFF2-40B4-BE49-F238E27FC236}">
                    <a16:creationId xmlns:a16="http://schemas.microsoft.com/office/drawing/2014/main" id="{61078EC0-860B-92CC-0EB7-C84A3766C29E}"/>
                  </a:ext>
                </a:extLst>
              </p:cNvPr>
              <p:cNvSpPr/>
              <p:nvPr/>
            </p:nvSpPr>
            <p:spPr>
              <a:xfrm>
                <a:off x="249309" y="1960701"/>
                <a:ext cx="1123535" cy="45708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000">
                  <a:latin typeface="+mn-ea"/>
                </a:endParaRPr>
              </a:p>
            </p:txBody>
          </p: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95438D17-7BD4-667A-73C1-53713475903C}"/>
                  </a:ext>
                </a:extLst>
              </p:cNvPr>
              <p:cNvSpPr txBox="1"/>
              <p:nvPr/>
            </p:nvSpPr>
            <p:spPr>
              <a:xfrm>
                <a:off x="249309" y="2101041"/>
                <a:ext cx="1123535" cy="186276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ko-KR" altLang="en-US" sz="10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사용자</a:t>
                </a:r>
                <a:endParaRPr lang="en-US" altLang="ko-KR" sz="10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endParaRPr>
              </a:p>
              <a:p>
                <a:pPr algn="ctr"/>
                <a:r>
                  <a:rPr lang="ko-KR" altLang="en-US" sz="10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로그인</a:t>
                </a:r>
                <a:endParaRPr sz="10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sp>
          <p:nvSpPr>
            <p:cNvPr id="124" name="TextBox 123"/>
            <p:cNvSpPr txBox="1"/>
            <p:nvPr/>
          </p:nvSpPr>
          <p:spPr>
            <a:xfrm>
              <a:off x="1580300" y="2163410"/>
              <a:ext cx="13989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6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→</a:t>
              </a:r>
            </a:p>
          </p:txBody>
        </p:sp>
        <p:grpSp>
          <p:nvGrpSpPr>
            <p:cNvPr id="125" name="그룹 124"/>
            <p:cNvGrpSpPr/>
            <p:nvPr/>
          </p:nvGrpSpPr>
          <p:grpSpPr>
            <a:xfrm>
              <a:off x="1755540" y="1990384"/>
              <a:ext cx="1298118" cy="468000"/>
              <a:chOff x="1604631" y="1963046"/>
              <a:chExt cx="1123535" cy="457085"/>
            </a:xfrm>
          </p:grpSpPr>
          <p:sp>
            <p:nvSpPr>
              <p:cNvPr id="134" name="Rectangle 15">
                <a:extLst>
                  <a:ext uri="{FF2B5EF4-FFF2-40B4-BE49-F238E27FC236}">
                    <a16:creationId xmlns:a16="http://schemas.microsoft.com/office/drawing/2014/main" id="{61078EC0-860B-92CC-0EB7-C84A3766C29E}"/>
                  </a:ext>
                </a:extLst>
              </p:cNvPr>
              <p:cNvSpPr/>
              <p:nvPr/>
            </p:nvSpPr>
            <p:spPr>
              <a:xfrm>
                <a:off x="1604631" y="1963046"/>
                <a:ext cx="1123535" cy="45708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000">
                  <a:latin typeface="+mn-ea"/>
                </a:endParaRP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95438D17-7BD4-667A-73C1-53713475903C}"/>
                  </a:ext>
                </a:extLst>
              </p:cNvPr>
              <p:cNvSpPr txBox="1"/>
              <p:nvPr/>
            </p:nvSpPr>
            <p:spPr>
              <a:xfrm>
                <a:off x="1604631" y="2139208"/>
                <a:ext cx="1123535" cy="114631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ko-KR" altLang="en-US" sz="10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전화요청</a:t>
                </a:r>
                <a:endParaRPr lang="en-US" altLang="ko-KR" sz="10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sp>
          <p:nvSpPr>
            <p:cNvPr id="126" name="TextBox 125"/>
            <p:cNvSpPr txBox="1"/>
            <p:nvPr/>
          </p:nvSpPr>
          <p:spPr>
            <a:xfrm>
              <a:off x="3079097" y="2151420"/>
              <a:ext cx="13989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6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→</a:t>
              </a:r>
            </a:p>
          </p:txBody>
        </p:sp>
        <p:grpSp>
          <p:nvGrpSpPr>
            <p:cNvPr id="127" name="그룹 126"/>
            <p:cNvGrpSpPr/>
            <p:nvPr/>
          </p:nvGrpSpPr>
          <p:grpSpPr>
            <a:xfrm>
              <a:off x="3242107" y="2001299"/>
              <a:ext cx="1298118" cy="468000"/>
              <a:chOff x="2967109" y="1978340"/>
              <a:chExt cx="1123535" cy="457085"/>
            </a:xfrm>
          </p:grpSpPr>
          <p:sp>
            <p:nvSpPr>
              <p:cNvPr id="132" name="Rectangle 15">
                <a:extLst>
                  <a:ext uri="{FF2B5EF4-FFF2-40B4-BE49-F238E27FC236}">
                    <a16:creationId xmlns:a16="http://schemas.microsoft.com/office/drawing/2014/main" id="{61078EC0-860B-92CC-0EB7-C84A3766C29E}"/>
                  </a:ext>
                </a:extLst>
              </p:cNvPr>
              <p:cNvSpPr/>
              <p:nvPr/>
            </p:nvSpPr>
            <p:spPr>
              <a:xfrm>
                <a:off x="2967109" y="1978340"/>
                <a:ext cx="1123535" cy="45708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000">
                  <a:latin typeface="+mn-ea"/>
                </a:endParaRPr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95438D17-7BD4-667A-73C1-53713475903C}"/>
                  </a:ext>
                </a:extLst>
              </p:cNvPr>
              <p:cNvSpPr txBox="1"/>
              <p:nvPr/>
            </p:nvSpPr>
            <p:spPr>
              <a:xfrm>
                <a:off x="2967109" y="2118680"/>
                <a:ext cx="1123535" cy="186276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ko-KR" altLang="en-US" sz="10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담당자</a:t>
                </a:r>
                <a:endParaRPr lang="en-US" altLang="ko-KR" sz="10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endParaRPr>
              </a:p>
              <a:p>
                <a:pPr algn="ctr"/>
                <a:r>
                  <a:rPr lang="ko-KR" altLang="en-US" sz="10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확인</a:t>
                </a:r>
                <a:endParaRPr sz="10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sp>
          <p:nvSpPr>
            <p:cNvPr id="128" name="TextBox 127"/>
            <p:cNvSpPr txBox="1"/>
            <p:nvPr/>
          </p:nvSpPr>
          <p:spPr>
            <a:xfrm>
              <a:off x="4553070" y="2163410"/>
              <a:ext cx="13989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6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→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>
              <a:off x="4692963" y="2001299"/>
              <a:ext cx="1298117" cy="468000"/>
              <a:chOff x="4309054" y="1960701"/>
              <a:chExt cx="1123535" cy="457085"/>
            </a:xfrm>
          </p:grpSpPr>
          <p:sp>
            <p:nvSpPr>
              <p:cNvPr id="130" name="Rectangle 15">
                <a:extLst>
                  <a:ext uri="{FF2B5EF4-FFF2-40B4-BE49-F238E27FC236}">
                    <a16:creationId xmlns:a16="http://schemas.microsoft.com/office/drawing/2014/main" id="{61078EC0-860B-92CC-0EB7-C84A3766C29E}"/>
                  </a:ext>
                </a:extLst>
              </p:cNvPr>
              <p:cNvSpPr/>
              <p:nvPr/>
            </p:nvSpPr>
            <p:spPr>
              <a:xfrm>
                <a:off x="4309054" y="1960701"/>
                <a:ext cx="1123535" cy="45708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000">
                  <a:latin typeface="+mn-ea"/>
                </a:endParaRPr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95438D17-7BD4-667A-73C1-53713475903C}"/>
                  </a:ext>
                </a:extLst>
              </p:cNvPr>
              <p:cNvSpPr txBox="1"/>
              <p:nvPr/>
            </p:nvSpPr>
            <p:spPr>
              <a:xfrm>
                <a:off x="4309054" y="2136863"/>
                <a:ext cx="1123535" cy="114631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ko-KR" altLang="en-US" sz="10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권한 부여</a:t>
                </a:r>
                <a:endParaRPr lang="en-US" altLang="ko-KR" sz="10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sp>
          <p:nvSpPr>
            <p:cNvPr id="105" name="TextBox 104"/>
            <p:cNvSpPr txBox="1"/>
            <p:nvPr/>
          </p:nvSpPr>
          <p:spPr>
            <a:xfrm>
              <a:off x="7193980" y="2130336"/>
              <a:ext cx="13989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6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→</a:t>
              </a:r>
            </a:p>
          </p:txBody>
        </p:sp>
        <p:grpSp>
          <p:nvGrpSpPr>
            <p:cNvPr id="106" name="그룹 105"/>
            <p:cNvGrpSpPr/>
            <p:nvPr/>
          </p:nvGrpSpPr>
          <p:grpSpPr>
            <a:xfrm>
              <a:off x="7369710" y="1998174"/>
              <a:ext cx="1152030" cy="478755"/>
              <a:chOff x="6185074" y="1974527"/>
              <a:chExt cx="1150152" cy="478755"/>
            </a:xfrm>
          </p:grpSpPr>
          <p:sp>
            <p:nvSpPr>
              <p:cNvPr id="118" name="Rectangle 24">
                <a:extLst>
                  <a:ext uri="{FF2B5EF4-FFF2-40B4-BE49-F238E27FC236}">
                    <a16:creationId xmlns:a16="http://schemas.microsoft.com/office/drawing/2014/main" id="{D1FE8DC5-B508-D194-7C03-7B517FA771AB}"/>
                  </a:ext>
                </a:extLst>
              </p:cNvPr>
              <p:cNvSpPr/>
              <p:nvPr/>
            </p:nvSpPr>
            <p:spPr>
              <a:xfrm>
                <a:off x="6185074" y="1974527"/>
                <a:ext cx="977525" cy="460211"/>
              </a:xfrm>
              <a:prstGeom prst="rect">
                <a:avLst/>
              </a:prstGeom>
              <a:solidFill>
                <a:srgbClr val="1E2D45"/>
              </a:solidFill>
              <a:ln>
                <a:solidFill>
                  <a:srgbClr val="1E2D45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sz="2000">
                  <a:latin typeface="+mn-ea"/>
                </a:endParaRP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A4F0C919-8B3B-F60D-5B0D-DD2C8CF63289}"/>
                  </a:ext>
                </a:extLst>
              </p:cNvPr>
              <p:cNvSpPr txBox="1"/>
              <p:nvPr/>
            </p:nvSpPr>
            <p:spPr>
              <a:xfrm>
                <a:off x="6185074" y="2113099"/>
                <a:ext cx="977525" cy="19806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ko-KR" altLang="en-US" sz="1050" b="1" dirty="0">
                    <a:solidFill>
                      <a:srgbClr val="E8ECF4"/>
                    </a:solidFill>
                    <a:latin typeface="+mn-ea"/>
                  </a:rPr>
                  <a:t>시스템 내</a:t>
                </a:r>
                <a:endParaRPr lang="en-US" altLang="ko-KR" sz="1050" b="1" dirty="0">
                  <a:solidFill>
                    <a:srgbClr val="E8ECF4"/>
                  </a:solidFill>
                  <a:latin typeface="+mn-ea"/>
                </a:endParaRPr>
              </a:p>
              <a:p>
                <a:pPr algn="ctr"/>
                <a:r>
                  <a:rPr lang="ko-KR" altLang="en-US" sz="1050" b="1" dirty="0">
                    <a:solidFill>
                      <a:srgbClr val="E8ECF4"/>
                    </a:solidFill>
                    <a:latin typeface="+mn-ea"/>
                  </a:rPr>
                  <a:t>권한 신청</a:t>
                </a:r>
                <a:endParaRPr sz="1050" b="1" dirty="0">
                  <a:solidFill>
                    <a:srgbClr val="E8ECF4"/>
                  </a:solidFill>
                  <a:latin typeface="+mn-ea"/>
                </a:endParaRPr>
              </a:p>
            </p:txBody>
          </p:sp>
          <p:sp>
            <p:nvSpPr>
              <p:cNvPr id="120" name="TextBox 119"/>
              <p:cNvSpPr txBox="1"/>
              <p:nvPr/>
            </p:nvSpPr>
            <p:spPr>
              <a:xfrm>
                <a:off x="7195561" y="2114728"/>
                <a:ext cx="13966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6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→</a:t>
                </a:r>
              </a:p>
            </p:txBody>
          </p:sp>
        </p:grpSp>
        <p:sp>
          <p:nvSpPr>
            <p:cNvPr id="107" name="Rectangle 24">
              <a:extLst>
                <a:ext uri="{FF2B5EF4-FFF2-40B4-BE49-F238E27FC236}">
                  <a16:creationId xmlns:a16="http://schemas.microsoft.com/office/drawing/2014/main" id="{D1FE8DC5-B508-D194-7C03-7B517FA771AB}"/>
                </a:ext>
              </a:extLst>
            </p:cNvPr>
            <p:cNvSpPr/>
            <p:nvPr/>
          </p:nvSpPr>
          <p:spPr>
            <a:xfrm>
              <a:off x="8551713" y="1998174"/>
              <a:ext cx="979121" cy="460211"/>
            </a:xfrm>
            <a:prstGeom prst="rect">
              <a:avLst/>
            </a:prstGeom>
            <a:solidFill>
              <a:srgbClr val="445064"/>
            </a:solidFill>
            <a:ln>
              <a:solidFill>
                <a:srgbClr val="1E2D45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sz="2000">
                <a:latin typeface="+mn-ea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A4F0C919-8B3B-F60D-5B0D-DD2C8CF63289}"/>
                </a:ext>
              </a:extLst>
            </p:cNvPr>
            <p:cNvSpPr txBox="1"/>
            <p:nvPr/>
          </p:nvSpPr>
          <p:spPr>
            <a:xfrm>
              <a:off x="8551713" y="2136746"/>
              <a:ext cx="979121" cy="19806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sz="1050" b="1" dirty="0">
                  <a:solidFill>
                    <a:srgbClr val="E8ECF4"/>
                  </a:solidFill>
                  <a:latin typeface="+mn-ea"/>
                </a:rPr>
                <a:t>담당자</a:t>
              </a:r>
              <a:endParaRPr lang="en-US" altLang="ko-KR" sz="1050" b="1" dirty="0">
                <a:solidFill>
                  <a:srgbClr val="E8ECF4"/>
                </a:solidFill>
                <a:latin typeface="+mn-ea"/>
              </a:endParaRPr>
            </a:p>
            <a:p>
              <a:pPr algn="ctr"/>
              <a:r>
                <a:rPr lang="ko-KR" altLang="en-US" sz="1050" b="1" dirty="0">
                  <a:solidFill>
                    <a:srgbClr val="E8ECF4"/>
                  </a:solidFill>
                  <a:latin typeface="+mn-ea"/>
                </a:rPr>
                <a:t>알림 수신</a:t>
              </a:r>
              <a:endParaRPr lang="en-US" altLang="ko-KR" sz="1050" b="1" dirty="0">
                <a:solidFill>
                  <a:srgbClr val="E8ECF4"/>
                </a:solidFill>
                <a:latin typeface="+mn-ea"/>
              </a:endParaRP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9563850" y="2123843"/>
              <a:ext cx="13989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6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→</a:t>
              </a:r>
            </a:p>
          </p:txBody>
        </p:sp>
        <p:sp>
          <p:nvSpPr>
            <p:cNvPr id="110" name="Rectangle 24">
              <a:extLst>
                <a:ext uri="{FF2B5EF4-FFF2-40B4-BE49-F238E27FC236}">
                  <a16:creationId xmlns:a16="http://schemas.microsoft.com/office/drawing/2014/main" id="{D1FE8DC5-B508-D194-7C03-7B517FA771AB}"/>
                </a:ext>
              </a:extLst>
            </p:cNvPr>
            <p:cNvSpPr/>
            <p:nvPr/>
          </p:nvSpPr>
          <p:spPr>
            <a:xfrm>
              <a:off x="9729917" y="1998174"/>
              <a:ext cx="979121" cy="460211"/>
            </a:xfrm>
            <a:prstGeom prst="rect">
              <a:avLst/>
            </a:prstGeom>
            <a:solidFill>
              <a:srgbClr val="445064"/>
            </a:solidFill>
            <a:ln>
              <a:solidFill>
                <a:srgbClr val="1E2D45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sz="2000">
                <a:latin typeface="+mn-ea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A4F0C919-8B3B-F60D-5B0D-DD2C8CF63289}"/>
                </a:ext>
              </a:extLst>
            </p:cNvPr>
            <p:cNvSpPr txBox="1"/>
            <p:nvPr/>
          </p:nvSpPr>
          <p:spPr>
            <a:xfrm>
              <a:off x="9729917" y="2136746"/>
              <a:ext cx="979121" cy="19806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sz="1050" b="1" dirty="0">
                  <a:solidFill>
                    <a:srgbClr val="E8ECF4"/>
                  </a:solidFill>
                  <a:latin typeface="+mn-ea"/>
                </a:rPr>
                <a:t>담당자</a:t>
              </a:r>
              <a:endParaRPr lang="en-US" altLang="ko-KR" sz="1050" b="1" dirty="0">
                <a:solidFill>
                  <a:srgbClr val="E8ECF4"/>
                </a:solidFill>
                <a:latin typeface="+mn-ea"/>
              </a:endParaRPr>
            </a:p>
            <a:p>
              <a:pPr algn="ctr"/>
              <a:r>
                <a:rPr lang="ko-KR" altLang="en-US" sz="1050" b="1" dirty="0">
                  <a:solidFill>
                    <a:srgbClr val="E8ECF4"/>
                  </a:solidFill>
                  <a:latin typeface="+mn-ea"/>
                </a:rPr>
                <a:t>승인</a:t>
              </a:r>
              <a:r>
                <a:rPr lang="en-US" altLang="ko-KR" sz="1050" b="1" dirty="0">
                  <a:solidFill>
                    <a:srgbClr val="E8ECF4"/>
                  </a:solidFill>
                  <a:latin typeface="+mn-ea"/>
                </a:rPr>
                <a:t>/</a:t>
              </a:r>
              <a:r>
                <a:rPr lang="ko-KR" altLang="en-US" sz="1050" b="1" dirty="0">
                  <a:solidFill>
                    <a:srgbClr val="E8ECF4"/>
                  </a:solidFill>
                  <a:latin typeface="+mn-ea"/>
                </a:rPr>
                <a:t>반려</a:t>
              </a:r>
              <a:endParaRPr lang="en-US" altLang="ko-KR" sz="1050" b="1" dirty="0">
                <a:solidFill>
                  <a:srgbClr val="E8ECF4"/>
                </a:solidFill>
                <a:latin typeface="+mn-ea"/>
              </a:endParaRP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10742054" y="2104200"/>
              <a:ext cx="13989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6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→</a:t>
              </a:r>
            </a:p>
          </p:txBody>
        </p:sp>
        <p:sp>
          <p:nvSpPr>
            <p:cNvPr id="113" name="Rectangle 24">
              <a:extLst>
                <a:ext uri="{FF2B5EF4-FFF2-40B4-BE49-F238E27FC236}">
                  <a16:creationId xmlns:a16="http://schemas.microsoft.com/office/drawing/2014/main" id="{D1FE8DC5-B508-D194-7C03-7B517FA771AB}"/>
                </a:ext>
              </a:extLst>
            </p:cNvPr>
            <p:cNvSpPr/>
            <p:nvPr/>
          </p:nvSpPr>
          <p:spPr>
            <a:xfrm>
              <a:off x="10917909" y="1998173"/>
              <a:ext cx="979121" cy="460211"/>
            </a:xfrm>
            <a:prstGeom prst="rect">
              <a:avLst/>
            </a:prstGeom>
            <a:solidFill>
              <a:srgbClr val="1E2D45"/>
            </a:solidFill>
            <a:ln>
              <a:solidFill>
                <a:srgbClr val="1E2D45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sz="200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A4F0C919-8B3B-F60D-5B0D-DD2C8CF63289}"/>
                </a:ext>
              </a:extLst>
            </p:cNvPr>
            <p:cNvSpPr txBox="1"/>
            <p:nvPr/>
          </p:nvSpPr>
          <p:spPr>
            <a:xfrm>
              <a:off x="10917910" y="2136746"/>
              <a:ext cx="979121" cy="19806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sz="1050" b="1" dirty="0">
                  <a:solidFill>
                    <a:srgbClr val="E8ECF4"/>
                  </a:solidFill>
                  <a:latin typeface="+mn-ea"/>
                </a:rPr>
                <a:t>신청자</a:t>
              </a:r>
              <a:endParaRPr lang="en-US" altLang="ko-KR" sz="1050" b="1" dirty="0">
                <a:solidFill>
                  <a:srgbClr val="E8ECF4"/>
                </a:solidFill>
                <a:latin typeface="+mn-ea"/>
              </a:endParaRPr>
            </a:p>
            <a:p>
              <a:pPr algn="ctr"/>
              <a:r>
                <a:rPr lang="ko-KR" altLang="en-US" sz="1050" b="1" dirty="0">
                  <a:solidFill>
                    <a:srgbClr val="E8ECF4"/>
                  </a:solidFill>
                  <a:latin typeface="+mn-ea"/>
                </a:rPr>
                <a:t>결과 수신</a:t>
              </a:r>
              <a:endParaRPr lang="en-US" altLang="ko-KR" sz="1050" b="1" dirty="0">
                <a:solidFill>
                  <a:srgbClr val="E8ECF4"/>
                </a:solidFill>
                <a:latin typeface="+mn-ea"/>
              </a:endParaRPr>
            </a:p>
          </p:txBody>
        </p:sp>
        <p:grpSp>
          <p:nvGrpSpPr>
            <p:cNvPr id="115" name="그룹 114"/>
            <p:cNvGrpSpPr/>
            <p:nvPr/>
          </p:nvGrpSpPr>
          <p:grpSpPr>
            <a:xfrm>
              <a:off x="6194427" y="2001299"/>
              <a:ext cx="971649" cy="457085"/>
              <a:chOff x="6192534" y="2570186"/>
              <a:chExt cx="970065" cy="457085"/>
            </a:xfrm>
          </p:grpSpPr>
          <p:sp>
            <p:nvSpPr>
              <p:cNvPr id="116" name="Rectangle 15">
                <a:extLst>
                  <a:ext uri="{FF2B5EF4-FFF2-40B4-BE49-F238E27FC236}">
                    <a16:creationId xmlns:a16="http://schemas.microsoft.com/office/drawing/2014/main" id="{61078EC0-860B-92CC-0EB7-C84A3766C29E}"/>
                  </a:ext>
                </a:extLst>
              </p:cNvPr>
              <p:cNvSpPr/>
              <p:nvPr/>
            </p:nvSpPr>
            <p:spPr>
              <a:xfrm>
                <a:off x="6192534" y="2570186"/>
                <a:ext cx="970065" cy="457085"/>
              </a:xfrm>
              <a:prstGeom prst="rect">
                <a:avLst/>
              </a:prstGeom>
              <a:solidFill>
                <a:srgbClr val="E8ECF4"/>
              </a:solidFill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000">
                  <a:latin typeface="+mn-ea"/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95438D17-7BD4-667A-73C1-53713475903C}"/>
                  </a:ext>
                </a:extLst>
              </p:cNvPr>
              <p:cNvSpPr txBox="1"/>
              <p:nvPr/>
            </p:nvSpPr>
            <p:spPr>
              <a:xfrm>
                <a:off x="6192534" y="2712968"/>
                <a:ext cx="970065" cy="19072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ko-KR" altLang="en-US" sz="10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사용자</a:t>
                </a:r>
                <a:endParaRPr lang="en-US" altLang="ko-KR" sz="10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endParaRPr>
              </a:p>
              <a:p>
                <a:pPr algn="ctr"/>
                <a:r>
                  <a:rPr lang="ko-KR" altLang="en-US" sz="10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로그인</a:t>
                </a:r>
                <a:endParaRPr sz="10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</p:grpSp>
      <p:grpSp>
        <p:nvGrpSpPr>
          <p:cNvPr id="138" name="그룹 137"/>
          <p:cNvGrpSpPr/>
          <p:nvPr/>
        </p:nvGrpSpPr>
        <p:grpSpPr>
          <a:xfrm>
            <a:off x="248968" y="4892846"/>
            <a:ext cx="11681078" cy="1014794"/>
            <a:chOff x="255524" y="2767903"/>
            <a:chExt cx="11681078" cy="741396"/>
          </a:xfrm>
        </p:grpSpPr>
        <p:sp>
          <p:nvSpPr>
            <p:cNvPr id="139" name="Rectangle 55"/>
            <p:cNvSpPr/>
            <p:nvPr/>
          </p:nvSpPr>
          <p:spPr>
            <a:xfrm>
              <a:off x="255524" y="2767903"/>
              <a:ext cx="2183854" cy="457085"/>
            </a:xfrm>
            <a:prstGeom prst="rect">
              <a:avLst/>
            </a:prstGeom>
            <a:solidFill>
              <a:srgbClr val="445064"/>
            </a:solidFill>
            <a:ln>
              <a:solidFill>
                <a:srgbClr val="445064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255524" y="2826045"/>
              <a:ext cx="2183854" cy="3372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 dirty="0" err="1">
                  <a:solidFill>
                    <a:srgbClr val="FFFFFF"/>
                  </a:solidFill>
                  <a:latin typeface="+mn-ea"/>
                </a:rPr>
                <a:t>사용자</a:t>
              </a:r>
              <a:r>
                <a:rPr sz="1200" b="1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200" b="1" dirty="0" err="1">
                  <a:solidFill>
                    <a:srgbClr val="FFFFFF"/>
                  </a:solidFill>
                  <a:latin typeface="+mn-ea"/>
                </a:rPr>
                <a:t>로그인</a:t>
              </a:r>
              <a:r>
                <a:rPr sz="1200" b="1" dirty="0">
                  <a:solidFill>
                    <a:srgbClr val="FFFFFF"/>
                  </a:solidFill>
                  <a:latin typeface="+mn-ea"/>
                </a:rPr>
                <a:t>
→ [</a:t>
              </a:r>
              <a:r>
                <a:rPr sz="1200" b="1" dirty="0" err="1">
                  <a:solidFill>
                    <a:srgbClr val="FFFFFF"/>
                  </a:solidFill>
                  <a:latin typeface="+mn-ea"/>
                </a:rPr>
                <a:t>권한</a:t>
              </a:r>
              <a:r>
                <a:rPr sz="1200" b="1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200" b="1" dirty="0" err="1">
                  <a:solidFill>
                    <a:srgbClr val="FFFFFF"/>
                  </a:solidFill>
                  <a:latin typeface="+mn-ea"/>
                </a:rPr>
                <a:t>신청</a:t>
              </a:r>
              <a:r>
                <a:rPr sz="1200" b="1" dirty="0">
                  <a:solidFill>
                    <a:srgbClr val="FFFFFF"/>
                  </a:solidFill>
                  <a:latin typeface="+mn-ea"/>
                </a:rPr>
                <a:t>] </a:t>
              </a:r>
              <a:r>
                <a:rPr sz="1200" b="1" dirty="0" err="1">
                  <a:solidFill>
                    <a:srgbClr val="FFFFFF"/>
                  </a:solidFill>
                  <a:latin typeface="+mn-ea"/>
                </a:rPr>
                <a:t>클릭</a:t>
              </a:r>
              <a:endParaRPr sz="12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2464772" y="2882174"/>
              <a:ext cx="13966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b="1">
                  <a:solidFill>
                    <a:srgbClr val="1E2D45"/>
                  </a:solidFill>
                  <a:latin typeface="+mn-ea"/>
                </a:rPr>
                <a:t>→</a:t>
              </a:r>
            </a:p>
          </p:txBody>
        </p:sp>
        <p:sp>
          <p:nvSpPr>
            <p:cNvPr id="142" name="Rectangle 58"/>
            <p:cNvSpPr/>
            <p:nvPr/>
          </p:nvSpPr>
          <p:spPr>
            <a:xfrm>
              <a:off x="2629830" y="2767903"/>
              <a:ext cx="2183854" cy="457085"/>
            </a:xfrm>
            <a:prstGeom prst="rect">
              <a:avLst/>
            </a:prstGeom>
            <a:solidFill>
              <a:srgbClr val="1E2D45"/>
            </a:solidFill>
            <a:ln>
              <a:solidFill>
                <a:srgbClr val="1E2D45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2629830" y="2819694"/>
              <a:ext cx="2183854" cy="3372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 dirty="0" err="1">
                  <a:solidFill>
                    <a:schemeClr val="bg1"/>
                  </a:solidFill>
                  <a:latin typeface="+mn-ea"/>
                </a:rPr>
                <a:t>메뉴</a:t>
              </a:r>
              <a:r>
                <a:rPr sz="1200" b="1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sz="1200" b="1" dirty="0" err="1">
                  <a:solidFill>
                    <a:schemeClr val="bg1"/>
                  </a:solidFill>
                  <a:latin typeface="+mn-ea"/>
                </a:rPr>
                <a:t>선택</a:t>
              </a:r>
              <a:r>
                <a:rPr sz="1200" b="1" dirty="0">
                  <a:solidFill>
                    <a:schemeClr val="bg1"/>
                  </a:solidFill>
                  <a:latin typeface="+mn-ea"/>
                </a:rPr>
                <a:t>
+ </a:t>
              </a:r>
              <a:r>
                <a:rPr sz="1200" b="1" dirty="0" err="1">
                  <a:solidFill>
                    <a:schemeClr val="bg1"/>
                  </a:solidFill>
                  <a:latin typeface="+mn-ea"/>
                </a:rPr>
                <a:t>신청</a:t>
              </a:r>
              <a:r>
                <a:rPr sz="1200" b="1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sz="1200" b="1" dirty="0" err="1">
                  <a:solidFill>
                    <a:schemeClr val="bg1"/>
                  </a:solidFill>
                  <a:latin typeface="+mn-ea"/>
                </a:rPr>
                <a:t>사유</a:t>
              </a:r>
              <a:r>
                <a:rPr sz="1200" b="1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sz="1200" b="1" dirty="0" err="1">
                  <a:solidFill>
                    <a:schemeClr val="bg1"/>
                  </a:solidFill>
                  <a:latin typeface="+mn-ea"/>
                </a:rPr>
                <a:t>입력</a:t>
              </a:r>
              <a:endParaRPr sz="12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4839078" y="2882174"/>
              <a:ext cx="13966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b="1">
                  <a:solidFill>
                    <a:srgbClr val="1E2D45"/>
                  </a:solidFill>
                  <a:latin typeface="+mn-ea"/>
                </a:rPr>
                <a:t>→</a:t>
              </a:r>
            </a:p>
          </p:txBody>
        </p:sp>
        <p:sp>
          <p:nvSpPr>
            <p:cNvPr id="145" name="Rectangle 61"/>
            <p:cNvSpPr/>
            <p:nvPr/>
          </p:nvSpPr>
          <p:spPr>
            <a:xfrm>
              <a:off x="5004136" y="2767903"/>
              <a:ext cx="2183854" cy="457085"/>
            </a:xfrm>
            <a:prstGeom prst="rect">
              <a:avLst/>
            </a:prstGeom>
            <a:solidFill>
              <a:srgbClr val="2E4470"/>
            </a:solidFill>
            <a:ln>
              <a:solidFill>
                <a:srgbClr val="2E4470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5004136" y="2819694"/>
              <a:ext cx="2183854" cy="3372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 dirty="0" err="1">
                  <a:solidFill>
                    <a:srgbClr val="FFFFFF"/>
                  </a:solidFill>
                  <a:latin typeface="+mn-ea"/>
                </a:rPr>
                <a:t>담당</a:t>
              </a:r>
              <a:r>
                <a:rPr lang="ko-KR" altLang="en-US" sz="1200" b="1" dirty="0">
                  <a:solidFill>
                    <a:srgbClr val="FFFFFF"/>
                  </a:solidFill>
                  <a:latin typeface="+mn-ea"/>
                </a:rPr>
                <a:t>자</a:t>
              </a:r>
              <a:r>
                <a:rPr sz="1200" b="1" dirty="0">
                  <a:solidFill>
                    <a:srgbClr val="FFFFFF"/>
                  </a:solidFill>
                  <a:latin typeface="+mn-ea"/>
                </a:rPr>
                <a:t>
</a:t>
              </a:r>
              <a:r>
                <a:rPr sz="1200" b="1" dirty="0" err="1">
                  <a:solidFill>
                    <a:srgbClr val="FFFFFF"/>
                  </a:solidFill>
                  <a:latin typeface="+mn-ea"/>
                </a:rPr>
                <a:t>알림</a:t>
              </a:r>
              <a:r>
                <a:rPr sz="1200" b="1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200" b="1" dirty="0" err="1">
                  <a:solidFill>
                    <a:srgbClr val="FFFFFF"/>
                  </a:solidFill>
                  <a:latin typeface="+mn-ea"/>
                </a:rPr>
                <a:t>수신</a:t>
              </a:r>
              <a:endParaRPr sz="12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7213384" y="2882174"/>
              <a:ext cx="13966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b="1">
                  <a:solidFill>
                    <a:srgbClr val="1E2D45"/>
                  </a:solidFill>
                  <a:latin typeface="+mn-ea"/>
                </a:rPr>
                <a:t>→</a:t>
              </a:r>
            </a:p>
          </p:txBody>
        </p:sp>
        <p:sp>
          <p:nvSpPr>
            <p:cNvPr id="148" name="Rectangle 64"/>
            <p:cNvSpPr/>
            <p:nvPr/>
          </p:nvSpPr>
          <p:spPr>
            <a:xfrm>
              <a:off x="7378442" y="2767903"/>
              <a:ext cx="2183854" cy="457085"/>
            </a:xfrm>
            <a:prstGeom prst="rect">
              <a:avLst/>
            </a:prstGeom>
            <a:solidFill>
              <a:srgbClr val="2E4470"/>
            </a:solidFill>
            <a:ln>
              <a:solidFill>
                <a:srgbClr val="2E4470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7378442" y="2819694"/>
              <a:ext cx="2183854" cy="3372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200" b="1" dirty="0">
                  <a:solidFill>
                    <a:srgbClr val="FFFFFF"/>
                  </a:solidFill>
                  <a:latin typeface="+mn-ea"/>
                </a:rPr>
                <a:t>담당</a:t>
              </a:r>
              <a:r>
                <a:rPr sz="1200" b="1" dirty="0">
                  <a:solidFill>
                    <a:srgbClr val="FFFFFF"/>
                  </a:solidFill>
                  <a:latin typeface="+mn-ea"/>
                </a:rPr>
                <a:t>자
</a:t>
              </a:r>
              <a:r>
                <a:rPr sz="1200" b="1" dirty="0" err="1">
                  <a:solidFill>
                    <a:srgbClr val="FFFFFF"/>
                  </a:solidFill>
                  <a:latin typeface="+mn-ea"/>
                </a:rPr>
                <a:t>승인</a:t>
              </a:r>
              <a:r>
                <a:rPr sz="1200" b="1" dirty="0">
                  <a:solidFill>
                    <a:srgbClr val="FFFFFF"/>
                  </a:solidFill>
                  <a:latin typeface="+mn-ea"/>
                </a:rPr>
                <a:t>/</a:t>
              </a:r>
              <a:r>
                <a:rPr sz="1200" b="1" dirty="0" err="1">
                  <a:solidFill>
                    <a:srgbClr val="FFFFFF"/>
                  </a:solidFill>
                  <a:latin typeface="+mn-ea"/>
                </a:rPr>
                <a:t>반려</a:t>
              </a:r>
              <a:endParaRPr sz="12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9587690" y="2882174"/>
              <a:ext cx="13966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b="1">
                  <a:solidFill>
                    <a:srgbClr val="1E2D45"/>
                  </a:solidFill>
                  <a:latin typeface="+mn-ea"/>
                </a:rPr>
                <a:t>→</a:t>
              </a:r>
            </a:p>
          </p:txBody>
        </p:sp>
        <p:sp>
          <p:nvSpPr>
            <p:cNvPr id="151" name="Rectangle 67"/>
            <p:cNvSpPr/>
            <p:nvPr/>
          </p:nvSpPr>
          <p:spPr>
            <a:xfrm>
              <a:off x="9752748" y="2767903"/>
              <a:ext cx="2183854" cy="457085"/>
            </a:xfrm>
            <a:prstGeom prst="rect">
              <a:avLst/>
            </a:prstGeom>
            <a:solidFill>
              <a:srgbClr val="1E2D45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9752748" y="2826045"/>
              <a:ext cx="2183854" cy="3372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 dirty="0" err="1">
                  <a:solidFill>
                    <a:schemeClr val="bg1"/>
                  </a:solidFill>
                  <a:latin typeface="+mn-ea"/>
                </a:rPr>
                <a:t>신청자</a:t>
              </a:r>
              <a:r>
                <a:rPr sz="1200" b="1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sz="1200" b="1" dirty="0" err="1">
                  <a:solidFill>
                    <a:schemeClr val="bg1"/>
                  </a:solidFill>
                  <a:latin typeface="+mn-ea"/>
                </a:rPr>
                <a:t>알림</a:t>
              </a:r>
              <a:r>
                <a:rPr sz="1200" b="1" dirty="0">
                  <a:solidFill>
                    <a:schemeClr val="bg1"/>
                  </a:solidFill>
                  <a:latin typeface="+mn-ea"/>
                </a:rPr>
                <a:t>
</a:t>
              </a:r>
              <a:r>
                <a:rPr sz="1200" b="1" dirty="0" err="1">
                  <a:solidFill>
                    <a:schemeClr val="bg1"/>
                  </a:solidFill>
                  <a:latin typeface="+mn-ea"/>
                </a:rPr>
                <a:t>결과</a:t>
              </a:r>
              <a:r>
                <a:rPr sz="1200" b="1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sz="1200" b="1" dirty="0" err="1">
                  <a:solidFill>
                    <a:schemeClr val="bg1"/>
                  </a:solidFill>
                  <a:latin typeface="+mn-ea"/>
                </a:rPr>
                <a:t>수신</a:t>
              </a:r>
              <a:endParaRPr sz="12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255524" y="3263078"/>
              <a:ext cx="218385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dirty="0" err="1">
                  <a:latin typeface="+mn-ea"/>
                </a:rPr>
                <a:t>진입점</a:t>
              </a:r>
              <a:r>
                <a:rPr sz="1000" dirty="0">
                  <a:latin typeface="+mn-ea"/>
                </a:rPr>
                <a:t> </a:t>
              </a:r>
              <a:r>
                <a:rPr sz="1000" dirty="0" err="1">
                  <a:latin typeface="+mn-ea"/>
                </a:rPr>
                <a:t>신설</a:t>
              </a:r>
              <a:endParaRPr sz="1000" dirty="0">
                <a:latin typeface="+mn-ea"/>
              </a:endParaRP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2629830" y="3263078"/>
              <a:ext cx="218385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dirty="0" err="1">
                  <a:latin typeface="+mn-ea"/>
                </a:rPr>
                <a:t>신청</a:t>
              </a:r>
              <a:r>
                <a:rPr sz="1000" dirty="0">
                  <a:latin typeface="+mn-ea"/>
                </a:rPr>
                <a:t> </a:t>
              </a:r>
              <a:r>
                <a:rPr sz="1000" dirty="0" err="1">
                  <a:latin typeface="+mn-ea"/>
                </a:rPr>
                <a:t>양식</a:t>
              </a:r>
              <a:endParaRPr sz="1000" dirty="0">
                <a:latin typeface="+mn-ea"/>
              </a:endParaRP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5004136" y="3263078"/>
              <a:ext cx="218385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>
                  <a:latin typeface="+mn-ea"/>
                </a:rPr>
                <a:t>SMS </a:t>
              </a:r>
              <a:r>
                <a:rPr lang="ko-KR" altLang="en-US" sz="1000" dirty="0">
                  <a:latin typeface="+mn-ea"/>
                </a:rPr>
                <a:t>전송</a:t>
              </a:r>
              <a:endParaRPr sz="1000" dirty="0">
                <a:latin typeface="+mn-ea"/>
              </a:endParaRP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7378442" y="3263078"/>
              <a:ext cx="218385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>
                  <a:latin typeface="+mn-ea"/>
                </a:rPr>
                <a:t>2</a:t>
              </a:r>
              <a:r>
                <a:rPr sz="1000" dirty="0">
                  <a:latin typeface="+mn-ea"/>
                </a:rPr>
                <a:t>일 내</a:t>
              </a:r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9752748" y="3263078"/>
              <a:ext cx="218385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>
                  <a:latin typeface="+mn-ea"/>
                </a:rPr>
                <a:t>SMS </a:t>
              </a:r>
              <a:r>
                <a:rPr lang="ko-KR" altLang="en-US" sz="1000" dirty="0">
                  <a:latin typeface="+mn-ea"/>
                </a:rPr>
                <a:t>전송</a:t>
              </a:r>
              <a:endParaRPr sz="1000" dirty="0">
                <a:latin typeface="+mn-ea"/>
              </a:endParaRPr>
            </a:p>
          </p:txBody>
        </p:sp>
      </p:grpSp>
      <p:sp>
        <p:nvSpPr>
          <p:cNvPr id="158" name="Rectangle 157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 dirty="0">
                <a:solidFill>
                  <a:srgbClr val="FFFFFF"/>
                </a:solidFill>
                <a:latin typeface="Noto Sans KR"/>
              </a:rPr>
              <a:t>1</a:t>
            </a:r>
            <a:r>
              <a:rPr lang="en-US" sz="900" b="1" dirty="0">
                <a:solidFill>
                  <a:srgbClr val="FFFFFF"/>
                </a:solidFill>
                <a:latin typeface="Noto Sans KR"/>
              </a:rPr>
              <a:t>2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 / 50</a:t>
            </a:r>
          </a:p>
        </p:txBody>
      </p:sp>
    </p:spTree>
    <p:extLst>
      <p:ext uri="{BB962C8B-B14F-4D97-AF65-F5344CB8AC3E}">
        <p14:creationId xmlns:p14="http://schemas.microsoft.com/office/powerpoint/2010/main" val="2089404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0" y="-3494"/>
            <a:ext cx="12192000" cy="6861494"/>
            <a:chOff x="0" y="-3494"/>
            <a:chExt cx="12192000" cy="6861494"/>
          </a:xfrm>
        </p:grpSpPr>
        <p:grpSp>
          <p:nvGrpSpPr>
            <p:cNvPr id="3" name="그룹 2"/>
            <p:cNvGrpSpPr/>
            <p:nvPr/>
          </p:nvGrpSpPr>
          <p:grpSpPr>
            <a:xfrm>
              <a:off x="0" y="-3494"/>
              <a:ext cx="12188952" cy="502920"/>
              <a:chOff x="0" y="-3494"/>
              <a:chExt cx="12188952" cy="502920"/>
            </a:xfrm>
          </p:grpSpPr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4E368FDE-E6C4-9C10-B794-DC7FE9AFE767}"/>
                  </a:ext>
                </a:extLst>
              </p:cNvPr>
              <p:cNvSpPr/>
              <p:nvPr/>
            </p:nvSpPr>
            <p:spPr>
              <a:xfrm>
                <a:off x="0" y="-3494"/>
                <a:ext cx="12188952" cy="502920"/>
              </a:xfrm>
              <a:prstGeom prst="rect">
                <a:avLst/>
              </a:prstGeom>
              <a:solidFill>
                <a:srgbClr val="2E4470"/>
              </a:solidFill>
              <a:ln>
                <a:noFill/>
              </a:ln>
              <a:effectLst>
                <a:reflection blurRad="6350" stA="52000" endA="300" endPos="35000" dir="5400000" sy="-100000" algn="bl" rotWithShape="0"/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9" name="Rectangle 2">
                <a:extLst>
                  <a:ext uri="{FF2B5EF4-FFF2-40B4-BE49-F238E27FC236}">
                    <a16:creationId xmlns:a16="http://schemas.microsoft.com/office/drawing/2014/main" id="{B0397472-7BC4-0F63-5086-828CC9DF6B34}"/>
                  </a:ext>
                </a:extLst>
              </p:cNvPr>
              <p:cNvSpPr/>
              <p:nvPr/>
            </p:nvSpPr>
            <p:spPr>
              <a:xfrm>
                <a:off x="0" y="-3494"/>
                <a:ext cx="45719" cy="502920"/>
              </a:xfrm>
              <a:prstGeom prst="rect">
                <a:avLst/>
              </a:prstGeom>
              <a:solidFill>
                <a:srgbClr val="1E2D45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grpSp>
            <p:nvGrpSpPr>
              <p:cNvPr id="10" name="그룹 9"/>
              <p:cNvGrpSpPr/>
              <p:nvPr/>
            </p:nvGrpSpPr>
            <p:grpSpPr>
              <a:xfrm>
                <a:off x="184469" y="42227"/>
                <a:ext cx="7054310" cy="356169"/>
                <a:chOff x="184469" y="42227"/>
                <a:chExt cx="7054310" cy="356169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B3990BB-31C1-4668-04FE-6D5EBEDE6554}"/>
                    </a:ext>
                  </a:extLst>
                </p:cNvPr>
                <p:cNvSpPr txBox="1"/>
                <p:nvPr/>
              </p:nvSpPr>
              <p:spPr>
                <a:xfrm>
                  <a:off x="184469" y="42227"/>
                  <a:ext cx="1371600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r>
                    <a:rPr lang="en-US"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endParaRPr sz="8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2FD72F6-3011-C22F-47A2-9605C4CCA03B}"/>
                    </a:ext>
                  </a:extLst>
                </p:cNvPr>
                <p:cNvSpPr txBox="1"/>
                <p:nvPr/>
              </p:nvSpPr>
              <p:spPr>
                <a:xfrm>
                  <a:off x="1525208" y="90619"/>
                  <a:ext cx="571357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ko-KR" altLang="en-US" sz="1400" b="1" dirty="0">
                      <a:solidFill>
                        <a:srgbClr val="E8ECF4"/>
                      </a:solidFill>
                      <a:latin typeface="+mn-ea"/>
                    </a:rPr>
                    <a:t>개선 방향 ② </a:t>
                  </a:r>
                  <a:r>
                    <a:rPr lang="en-US" altLang="ko-KR" sz="1400" b="1" dirty="0">
                      <a:solidFill>
                        <a:srgbClr val="E8ECF4"/>
                      </a:solidFill>
                      <a:latin typeface="+mn-ea"/>
                    </a:rPr>
                    <a:t>— </a:t>
                  </a:r>
                  <a:r>
                    <a:rPr lang="ko-KR" altLang="en-US" sz="1400" b="1" dirty="0">
                      <a:solidFill>
                        <a:srgbClr val="E8ECF4"/>
                      </a:solidFill>
                      <a:latin typeface="+mn-ea"/>
                    </a:rPr>
                    <a:t>알림 체계 고도화</a:t>
                  </a:r>
                </a:p>
              </p:txBody>
            </p:sp>
          </p:grpSp>
        </p:grpSp>
        <p:grpSp>
          <p:nvGrpSpPr>
            <p:cNvPr id="4" name="그룹 3"/>
            <p:cNvGrpSpPr/>
            <p:nvPr/>
          </p:nvGrpSpPr>
          <p:grpSpPr>
            <a:xfrm>
              <a:off x="0" y="6591300"/>
              <a:ext cx="12192000" cy="266700"/>
              <a:chOff x="0" y="6591300"/>
              <a:chExt cx="12192000" cy="266700"/>
            </a:xfrm>
          </p:grpSpPr>
          <p:sp>
            <p:nvSpPr>
              <p:cNvPr id="5" name="Rectangle 272"/>
              <p:cNvSpPr/>
              <p:nvPr/>
            </p:nvSpPr>
            <p:spPr>
              <a:xfrm>
                <a:off x="0" y="6591300"/>
                <a:ext cx="12192000" cy="266700"/>
              </a:xfrm>
              <a:prstGeom prst="rect">
                <a:avLst/>
              </a:prstGeom>
              <a:solidFill>
                <a:srgbClr val="1E2D4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34666" y="6642100"/>
                <a:ext cx="22172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소통나눔방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시스템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고도화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기획서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 | 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○○부처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○○과</a:t>
                </a:r>
                <a:endParaRPr sz="600" b="0" dirty="0">
                  <a:solidFill>
                    <a:srgbClr val="AABBCC"/>
                  </a:solidFill>
                  <a:latin typeface="+mn-ea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00D966-1A0F-E9CD-9352-FBDD81B3A5D5}"/>
                  </a:ext>
                </a:extLst>
              </p:cNvPr>
              <p:cNvSpPr txBox="1"/>
              <p:nvPr/>
            </p:nvSpPr>
            <p:spPr>
              <a:xfrm>
                <a:off x="4762898" y="6632027"/>
                <a:ext cx="73006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600" dirty="0">
                    <a:solidFill>
                      <a:srgbClr val="E8ECF4"/>
                    </a:solidFill>
                    <a:latin typeface="+mn-ea"/>
                  </a:rPr>
                  <a:t>PR v1.0</a:t>
                </a:r>
                <a:endParaRPr sz="600" dirty="0">
                  <a:solidFill>
                    <a:srgbClr val="E8ECF4"/>
                  </a:solidFill>
                  <a:latin typeface="+mn-ea"/>
                </a:endParaRPr>
              </a:p>
            </p:txBody>
          </p:sp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F03DBB0-374A-B912-71BE-7CB8B237CA13}"/>
              </a:ext>
            </a:extLst>
          </p:cNvPr>
          <p:cNvSpPr txBox="1"/>
          <p:nvPr/>
        </p:nvSpPr>
        <p:spPr>
          <a:xfrm>
            <a:off x="6984841" y="205950"/>
            <a:ext cx="50787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현황 분석</a:t>
            </a:r>
            <a:r>
              <a:rPr sz="900" dirty="0">
                <a:solidFill>
                  <a:schemeClr val="bg1"/>
                </a:solidFill>
                <a:latin typeface="+mn-ea"/>
              </a:rPr>
              <a:t>(</a:t>
            </a:r>
            <a:r>
              <a:rPr lang="en-US" sz="900" dirty="0">
                <a:solidFill>
                  <a:schemeClr val="bg1"/>
                </a:solidFill>
                <a:latin typeface="+mn-ea"/>
              </a:rPr>
              <a:t>AS-IS Analysis</a:t>
            </a:r>
            <a:r>
              <a:rPr sz="900" dirty="0">
                <a:solidFill>
                  <a:schemeClr val="bg1"/>
                </a:solidFill>
                <a:latin typeface="+mn-ea"/>
              </a:rPr>
              <a:t>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 dirty="0">
                <a:solidFill>
                  <a:srgbClr val="FFFFFF"/>
                </a:solidFill>
                <a:latin typeface="Noto Sans KR"/>
              </a:rPr>
              <a:t>1</a:t>
            </a:r>
            <a:r>
              <a:rPr lang="en-US" sz="900" b="1" dirty="0">
                <a:solidFill>
                  <a:srgbClr val="FFFFFF"/>
                </a:solidFill>
                <a:latin typeface="Noto Sans KR"/>
              </a:rPr>
              <a:t>3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/ 50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27F2D92-D46B-2DDB-78FC-8EF1B5A0020E}"/>
              </a:ext>
            </a:extLst>
          </p:cNvPr>
          <p:cNvGrpSpPr/>
          <p:nvPr/>
        </p:nvGrpSpPr>
        <p:grpSpPr>
          <a:xfrm>
            <a:off x="255460" y="993760"/>
            <a:ext cx="11681080" cy="317420"/>
            <a:chOff x="382491" y="4286685"/>
            <a:chExt cx="11681080" cy="317420"/>
          </a:xfrm>
        </p:grpSpPr>
        <p:sp>
          <p:nvSpPr>
            <p:cNvPr id="20" name="Rectangle 77">
              <a:extLst>
                <a:ext uri="{FF2B5EF4-FFF2-40B4-BE49-F238E27FC236}">
                  <a16:creationId xmlns:a16="http://schemas.microsoft.com/office/drawing/2014/main" id="{7772F2D2-5121-CC51-2089-29C7D1E0C7DA}"/>
                </a:ext>
              </a:extLst>
            </p:cNvPr>
            <p:cNvSpPr/>
            <p:nvPr/>
          </p:nvSpPr>
          <p:spPr>
            <a:xfrm>
              <a:off x="382491" y="4286685"/>
              <a:ext cx="38090" cy="317420"/>
            </a:xfrm>
            <a:prstGeom prst="rect">
              <a:avLst/>
            </a:prstGeom>
            <a:solidFill>
              <a:srgbClr val="2E4470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1" name="Rectangle 78">
              <a:extLst>
                <a:ext uri="{FF2B5EF4-FFF2-40B4-BE49-F238E27FC236}">
                  <a16:creationId xmlns:a16="http://schemas.microsoft.com/office/drawing/2014/main" id="{A4DF57C5-62AE-D74B-4315-90BD28EC035E}"/>
                </a:ext>
              </a:extLst>
            </p:cNvPr>
            <p:cNvSpPr/>
            <p:nvPr/>
          </p:nvSpPr>
          <p:spPr>
            <a:xfrm>
              <a:off x="420582" y="4286685"/>
              <a:ext cx="11642989" cy="317420"/>
            </a:xfrm>
            <a:prstGeom prst="rect">
              <a:avLst/>
            </a:prstGeom>
            <a:solidFill>
              <a:srgbClr val="E8ECF4"/>
            </a:solidFill>
            <a:ln>
              <a:solidFill>
                <a:srgbClr val="2E44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CF23378-1AFD-0A9A-F263-F7898C7C7717}"/>
                </a:ext>
              </a:extLst>
            </p:cNvPr>
            <p:cNvSpPr txBox="1"/>
            <p:nvPr/>
          </p:nvSpPr>
          <p:spPr>
            <a:xfrm>
              <a:off x="458672" y="4311400"/>
              <a:ext cx="1155411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알림 체계 개선</a:t>
              </a:r>
              <a:r>
                <a:rPr lang="en-US" altLang="ko-KR"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(</a:t>
              </a:r>
              <a:r>
                <a:rPr lang="en-US" altLang="ko-KR" sz="1200" b="1" dirty="0">
                  <a:latin typeface="+mn-ea"/>
                </a:rPr>
                <a:t>TO-BE)</a:t>
              </a:r>
              <a:endParaRPr sz="1200" b="1" dirty="0">
                <a:solidFill>
                  <a:schemeClr val="accent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533FA207-B9C0-9DF3-D159-C46DD55B575C}"/>
              </a:ext>
            </a:extLst>
          </p:cNvPr>
          <p:cNvGrpSpPr/>
          <p:nvPr/>
        </p:nvGrpSpPr>
        <p:grpSpPr>
          <a:xfrm>
            <a:off x="255460" y="1391992"/>
            <a:ext cx="9817930" cy="321056"/>
            <a:chOff x="382492" y="2198064"/>
            <a:chExt cx="7791328" cy="241239"/>
          </a:xfrm>
        </p:grpSpPr>
        <p:sp>
          <p:nvSpPr>
            <p:cNvPr id="82" name="Rectangle 13">
              <a:extLst>
                <a:ext uri="{FF2B5EF4-FFF2-40B4-BE49-F238E27FC236}">
                  <a16:creationId xmlns:a16="http://schemas.microsoft.com/office/drawing/2014/main" id="{4CD85FEF-BCE6-19BD-16AB-1B019C90EB18}"/>
                </a:ext>
              </a:extLst>
            </p:cNvPr>
            <p:cNvSpPr/>
            <p:nvPr/>
          </p:nvSpPr>
          <p:spPr>
            <a:xfrm>
              <a:off x="382492" y="2198064"/>
              <a:ext cx="1650587" cy="241239"/>
            </a:xfrm>
            <a:prstGeom prst="rect">
              <a:avLst/>
            </a:prstGeom>
            <a:solidFill>
              <a:srgbClr val="2E4470"/>
            </a:solidFill>
            <a:ln>
              <a:solidFill>
                <a:srgbClr val="E8ECF4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6AB21DD-0271-B7C5-A66C-0AF81AF8BD6F}"/>
                </a:ext>
              </a:extLst>
            </p:cNvPr>
            <p:cNvSpPr txBox="1"/>
            <p:nvPr/>
          </p:nvSpPr>
          <p:spPr>
            <a:xfrm>
              <a:off x="420582" y="2229805"/>
              <a:ext cx="1574407" cy="1907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+mn-ea"/>
                </a:rPr>
                <a:t>이벤트</a:t>
              </a:r>
            </a:p>
          </p:txBody>
        </p:sp>
        <p:sp>
          <p:nvSpPr>
            <p:cNvPr id="84" name="Rectangle 15">
              <a:extLst>
                <a:ext uri="{FF2B5EF4-FFF2-40B4-BE49-F238E27FC236}">
                  <a16:creationId xmlns:a16="http://schemas.microsoft.com/office/drawing/2014/main" id="{F11B16C9-1C92-7B16-05BF-EC9F0753452C}"/>
                </a:ext>
              </a:extLst>
            </p:cNvPr>
            <p:cNvSpPr/>
            <p:nvPr/>
          </p:nvSpPr>
          <p:spPr>
            <a:xfrm>
              <a:off x="2033079" y="2198064"/>
              <a:ext cx="1777555" cy="241239"/>
            </a:xfrm>
            <a:prstGeom prst="rect">
              <a:avLst/>
            </a:prstGeom>
            <a:solidFill>
              <a:srgbClr val="2E4470"/>
            </a:solidFill>
            <a:ln>
              <a:solidFill>
                <a:srgbClr val="E8ECF4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7F7E271F-8262-A49A-D459-4B33F5E78C3B}"/>
                </a:ext>
              </a:extLst>
            </p:cNvPr>
            <p:cNvSpPr txBox="1"/>
            <p:nvPr/>
          </p:nvSpPr>
          <p:spPr>
            <a:xfrm>
              <a:off x="2071169" y="2229805"/>
              <a:ext cx="1701375" cy="1907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+mn-ea"/>
                </a:rPr>
                <a:t>현행 알림</a:t>
              </a:r>
            </a:p>
          </p:txBody>
        </p:sp>
        <p:sp>
          <p:nvSpPr>
            <p:cNvPr id="86" name="Rectangle 17">
              <a:extLst>
                <a:ext uri="{FF2B5EF4-FFF2-40B4-BE49-F238E27FC236}">
                  <a16:creationId xmlns:a16="http://schemas.microsoft.com/office/drawing/2014/main" id="{94F1FDD8-6B2D-D42C-860A-6A74199650E9}"/>
                </a:ext>
              </a:extLst>
            </p:cNvPr>
            <p:cNvSpPr/>
            <p:nvPr/>
          </p:nvSpPr>
          <p:spPr>
            <a:xfrm>
              <a:off x="3810634" y="2198064"/>
              <a:ext cx="1904523" cy="241239"/>
            </a:xfrm>
            <a:prstGeom prst="rect">
              <a:avLst/>
            </a:prstGeom>
            <a:solidFill>
              <a:srgbClr val="2E4470"/>
            </a:solidFill>
            <a:ln>
              <a:solidFill>
                <a:srgbClr val="E8ECF4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7E201127-F826-889F-E4D8-14B387B92F0B}"/>
                </a:ext>
              </a:extLst>
            </p:cNvPr>
            <p:cNvSpPr txBox="1"/>
            <p:nvPr/>
          </p:nvSpPr>
          <p:spPr>
            <a:xfrm>
              <a:off x="3848724" y="2229805"/>
              <a:ext cx="1828343" cy="1907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solidFill>
                    <a:srgbClr val="FFFFFF"/>
                  </a:solidFill>
                  <a:latin typeface="+mn-ea"/>
                </a:rPr>
                <a:t>개선 </a:t>
              </a:r>
              <a:r>
                <a:rPr lang="en-US" altLang="ko-KR" sz="1050" b="1" dirty="0">
                  <a:solidFill>
                    <a:srgbClr val="FFFFFF"/>
                  </a:solidFill>
                  <a:latin typeface="+mn-ea"/>
                </a:rPr>
                <a:t>(TO-BE)</a:t>
              </a:r>
            </a:p>
          </p:txBody>
        </p:sp>
        <p:sp>
          <p:nvSpPr>
            <p:cNvPr id="88" name="Rectangle 19">
              <a:extLst>
                <a:ext uri="{FF2B5EF4-FFF2-40B4-BE49-F238E27FC236}">
                  <a16:creationId xmlns:a16="http://schemas.microsoft.com/office/drawing/2014/main" id="{330BC426-EE89-F39F-EF69-4563D616E366}"/>
                </a:ext>
              </a:extLst>
            </p:cNvPr>
            <p:cNvSpPr/>
            <p:nvPr/>
          </p:nvSpPr>
          <p:spPr>
            <a:xfrm>
              <a:off x="5715157" y="2198064"/>
              <a:ext cx="2458663" cy="241239"/>
            </a:xfrm>
            <a:prstGeom prst="rect">
              <a:avLst/>
            </a:prstGeom>
            <a:solidFill>
              <a:srgbClr val="2E4470"/>
            </a:solidFill>
            <a:ln>
              <a:solidFill>
                <a:srgbClr val="E8ECF4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4155E22F-134E-D2F8-AA8F-275268E93D7B}"/>
                </a:ext>
              </a:extLst>
            </p:cNvPr>
            <p:cNvSpPr txBox="1"/>
            <p:nvPr/>
          </p:nvSpPr>
          <p:spPr>
            <a:xfrm>
              <a:off x="5753247" y="2229805"/>
              <a:ext cx="2420573" cy="1907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solidFill>
                    <a:srgbClr val="FFFFFF"/>
                  </a:solidFill>
                  <a:latin typeface="+mn-ea"/>
                </a:rPr>
                <a:t>수신대상</a:t>
              </a:r>
              <a:endParaRPr sz="105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34" name="Rectangle 29">
            <a:extLst>
              <a:ext uri="{FF2B5EF4-FFF2-40B4-BE49-F238E27FC236}">
                <a16:creationId xmlns:a16="http://schemas.microsoft.com/office/drawing/2014/main" id="{1A0273FD-77E6-964C-67C0-74872F07D183}"/>
              </a:ext>
            </a:extLst>
          </p:cNvPr>
          <p:cNvSpPr/>
          <p:nvPr/>
        </p:nvSpPr>
        <p:spPr>
          <a:xfrm>
            <a:off x="255460" y="1723209"/>
            <a:ext cx="2080193" cy="32105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B09ABC-2FC6-4FEB-D2AD-E37F324F639D}"/>
              </a:ext>
            </a:extLst>
          </p:cNvPr>
          <p:cNvSpPr txBox="1"/>
          <p:nvPr/>
        </p:nvSpPr>
        <p:spPr>
          <a:xfrm>
            <a:off x="303464" y="1757002"/>
            <a:ext cx="198418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22222"/>
                </a:solidFill>
                <a:latin typeface="+mn-ea"/>
              </a:rPr>
              <a:t>자료요청 마감 임박 (D-3)</a:t>
            </a:r>
          </a:p>
        </p:txBody>
      </p:sp>
      <p:sp>
        <p:nvSpPr>
          <p:cNvPr id="36" name="Rectangle 31">
            <a:extLst>
              <a:ext uri="{FF2B5EF4-FFF2-40B4-BE49-F238E27FC236}">
                <a16:creationId xmlns:a16="http://schemas.microsoft.com/office/drawing/2014/main" id="{A841B3A1-0F9C-C86C-FC07-5D70D3B4815D}"/>
              </a:ext>
            </a:extLst>
          </p:cNvPr>
          <p:cNvSpPr/>
          <p:nvPr/>
        </p:nvSpPr>
        <p:spPr>
          <a:xfrm>
            <a:off x="2335653" y="1723209"/>
            <a:ext cx="2240207" cy="32105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3494FB-CAB9-B0A1-E388-32C8C639EBE2}"/>
              </a:ext>
            </a:extLst>
          </p:cNvPr>
          <p:cNvSpPr txBox="1"/>
          <p:nvPr/>
        </p:nvSpPr>
        <p:spPr>
          <a:xfrm>
            <a:off x="2383656" y="1757002"/>
            <a:ext cx="21441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222222"/>
                </a:solidFill>
                <a:latin typeface="+mn-ea"/>
              </a:rPr>
              <a:t>없음</a:t>
            </a:r>
          </a:p>
        </p:txBody>
      </p:sp>
      <p:sp>
        <p:nvSpPr>
          <p:cNvPr id="38" name="Rectangle 33">
            <a:extLst>
              <a:ext uri="{FF2B5EF4-FFF2-40B4-BE49-F238E27FC236}">
                <a16:creationId xmlns:a16="http://schemas.microsoft.com/office/drawing/2014/main" id="{34522ED9-FE33-BC81-4BBA-82B9629A3A03}"/>
              </a:ext>
            </a:extLst>
          </p:cNvPr>
          <p:cNvSpPr/>
          <p:nvPr/>
        </p:nvSpPr>
        <p:spPr>
          <a:xfrm>
            <a:off x="4575860" y="1723209"/>
            <a:ext cx="2400222" cy="32105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40B6C8-AAF9-B403-1BA4-CCA860AA7EDC}"/>
              </a:ext>
            </a:extLst>
          </p:cNvPr>
          <p:cNvSpPr txBox="1"/>
          <p:nvPr/>
        </p:nvSpPr>
        <p:spPr>
          <a:xfrm>
            <a:off x="4623863" y="1757002"/>
            <a:ext cx="230421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rgbClr val="222222"/>
                </a:solidFill>
                <a:latin typeface="+mn-ea"/>
              </a:rPr>
              <a:t>D-3 </a:t>
            </a:r>
            <a:r>
              <a:rPr lang="ko-KR" altLang="en-US" sz="1050" dirty="0">
                <a:solidFill>
                  <a:srgbClr val="222222"/>
                </a:solidFill>
                <a:latin typeface="+mn-ea"/>
              </a:rPr>
              <a:t>자동 </a:t>
            </a:r>
            <a:r>
              <a:rPr lang="ko-KR" altLang="en-US" sz="1050" dirty="0" err="1">
                <a:solidFill>
                  <a:srgbClr val="222222"/>
                </a:solidFill>
                <a:latin typeface="+mn-ea"/>
              </a:rPr>
              <a:t>알림톡</a:t>
            </a:r>
            <a:endParaRPr lang="ko-KR" altLang="en-US" sz="1050" dirty="0">
              <a:solidFill>
                <a:srgbClr val="222222"/>
              </a:solidFill>
              <a:latin typeface="+mn-ea"/>
            </a:endParaRPr>
          </a:p>
        </p:txBody>
      </p:sp>
      <p:sp>
        <p:nvSpPr>
          <p:cNvPr id="42" name="Rectangle 37">
            <a:extLst>
              <a:ext uri="{FF2B5EF4-FFF2-40B4-BE49-F238E27FC236}">
                <a16:creationId xmlns:a16="http://schemas.microsoft.com/office/drawing/2014/main" id="{87C0FC1E-6F7D-092F-6DB7-507EE7F167DF}"/>
              </a:ext>
            </a:extLst>
          </p:cNvPr>
          <p:cNvSpPr/>
          <p:nvPr/>
        </p:nvSpPr>
        <p:spPr>
          <a:xfrm>
            <a:off x="255460" y="2044265"/>
            <a:ext cx="2080193" cy="321056"/>
          </a:xfrm>
          <a:prstGeom prst="rect">
            <a:avLst/>
          </a:prstGeom>
          <a:solidFill>
            <a:srgbClr val="E8ECF4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2C5A047-BC6D-8710-5488-A1628F973F3B}"/>
              </a:ext>
            </a:extLst>
          </p:cNvPr>
          <p:cNvSpPr txBox="1"/>
          <p:nvPr/>
        </p:nvSpPr>
        <p:spPr>
          <a:xfrm>
            <a:off x="303464" y="2078058"/>
            <a:ext cx="198418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22222"/>
                </a:solidFill>
                <a:latin typeface="+mn-ea"/>
              </a:rPr>
              <a:t>자료요청 마감 (D-1)</a:t>
            </a:r>
          </a:p>
        </p:txBody>
      </p:sp>
      <p:sp>
        <p:nvSpPr>
          <p:cNvPr id="44" name="Rectangle 39">
            <a:extLst>
              <a:ext uri="{FF2B5EF4-FFF2-40B4-BE49-F238E27FC236}">
                <a16:creationId xmlns:a16="http://schemas.microsoft.com/office/drawing/2014/main" id="{6FFFDC7D-98C1-D7BC-0FEC-2DF03CB34217}"/>
              </a:ext>
            </a:extLst>
          </p:cNvPr>
          <p:cNvSpPr/>
          <p:nvPr/>
        </p:nvSpPr>
        <p:spPr>
          <a:xfrm>
            <a:off x="2335653" y="2044265"/>
            <a:ext cx="2240207" cy="321056"/>
          </a:xfrm>
          <a:prstGeom prst="rect">
            <a:avLst/>
          </a:prstGeom>
          <a:solidFill>
            <a:srgbClr val="E8ECF4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01DBA7-6EA5-94B5-668A-D95B5E22226D}"/>
              </a:ext>
            </a:extLst>
          </p:cNvPr>
          <p:cNvSpPr txBox="1"/>
          <p:nvPr/>
        </p:nvSpPr>
        <p:spPr>
          <a:xfrm>
            <a:off x="2383656" y="2078058"/>
            <a:ext cx="21441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222222"/>
                </a:solidFill>
                <a:latin typeface="+mn-ea"/>
              </a:rPr>
              <a:t>없음</a:t>
            </a:r>
          </a:p>
        </p:txBody>
      </p:sp>
      <p:sp>
        <p:nvSpPr>
          <p:cNvPr id="46" name="Rectangle 41">
            <a:extLst>
              <a:ext uri="{FF2B5EF4-FFF2-40B4-BE49-F238E27FC236}">
                <a16:creationId xmlns:a16="http://schemas.microsoft.com/office/drawing/2014/main" id="{A04E7D17-E633-FC8E-9D7C-209D7A0CDA32}"/>
              </a:ext>
            </a:extLst>
          </p:cNvPr>
          <p:cNvSpPr/>
          <p:nvPr/>
        </p:nvSpPr>
        <p:spPr>
          <a:xfrm>
            <a:off x="4575860" y="2044265"/>
            <a:ext cx="2400222" cy="321056"/>
          </a:xfrm>
          <a:prstGeom prst="rect">
            <a:avLst/>
          </a:prstGeom>
          <a:solidFill>
            <a:srgbClr val="E8ECF4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E72CE6-0662-6FD4-30A4-B6A69A3A45ED}"/>
              </a:ext>
            </a:extLst>
          </p:cNvPr>
          <p:cNvSpPr txBox="1"/>
          <p:nvPr/>
        </p:nvSpPr>
        <p:spPr>
          <a:xfrm>
            <a:off x="4623863" y="2078058"/>
            <a:ext cx="230421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rgbClr val="222222"/>
                </a:solidFill>
                <a:latin typeface="+mn-ea"/>
              </a:rPr>
              <a:t>D-1 </a:t>
            </a:r>
            <a:r>
              <a:rPr lang="ko-KR" altLang="en-US" sz="1050" dirty="0">
                <a:solidFill>
                  <a:srgbClr val="222222"/>
                </a:solidFill>
                <a:latin typeface="+mn-ea"/>
              </a:rPr>
              <a:t>최종 알림</a:t>
            </a:r>
          </a:p>
        </p:txBody>
      </p:sp>
      <p:sp>
        <p:nvSpPr>
          <p:cNvPr id="50" name="Rectangle 45">
            <a:extLst>
              <a:ext uri="{FF2B5EF4-FFF2-40B4-BE49-F238E27FC236}">
                <a16:creationId xmlns:a16="http://schemas.microsoft.com/office/drawing/2014/main" id="{6027DD0C-CEDB-417A-1FB4-F9A567BC984F}"/>
              </a:ext>
            </a:extLst>
          </p:cNvPr>
          <p:cNvSpPr/>
          <p:nvPr/>
        </p:nvSpPr>
        <p:spPr>
          <a:xfrm>
            <a:off x="255460" y="2365322"/>
            <a:ext cx="2080193" cy="32105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D316BEF-7B65-294A-9605-14D3E912027E}"/>
              </a:ext>
            </a:extLst>
          </p:cNvPr>
          <p:cNvSpPr txBox="1"/>
          <p:nvPr/>
        </p:nvSpPr>
        <p:spPr>
          <a:xfrm>
            <a:off x="303464" y="2399115"/>
            <a:ext cx="198418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22222"/>
                </a:solidFill>
                <a:latin typeface="+mn-ea"/>
              </a:rPr>
              <a:t>자료요청 마감 처리</a:t>
            </a:r>
          </a:p>
        </p:txBody>
      </p:sp>
      <p:sp>
        <p:nvSpPr>
          <p:cNvPr id="52" name="Rectangle 47">
            <a:extLst>
              <a:ext uri="{FF2B5EF4-FFF2-40B4-BE49-F238E27FC236}">
                <a16:creationId xmlns:a16="http://schemas.microsoft.com/office/drawing/2014/main" id="{83AFD899-61F2-6A80-7585-8AAAD2789627}"/>
              </a:ext>
            </a:extLst>
          </p:cNvPr>
          <p:cNvSpPr/>
          <p:nvPr/>
        </p:nvSpPr>
        <p:spPr>
          <a:xfrm>
            <a:off x="2335653" y="2365322"/>
            <a:ext cx="2240207" cy="32105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98972C8-28FA-FF9C-3400-F8A9BCA454C5}"/>
              </a:ext>
            </a:extLst>
          </p:cNvPr>
          <p:cNvSpPr txBox="1"/>
          <p:nvPr/>
        </p:nvSpPr>
        <p:spPr>
          <a:xfrm>
            <a:off x="2383656" y="2399115"/>
            <a:ext cx="21441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222222"/>
                </a:solidFill>
                <a:latin typeface="+mn-ea"/>
              </a:rPr>
              <a:t>자동 상태 전환만</a:t>
            </a:r>
          </a:p>
        </p:txBody>
      </p:sp>
      <p:sp>
        <p:nvSpPr>
          <p:cNvPr id="54" name="Rectangle 49">
            <a:extLst>
              <a:ext uri="{FF2B5EF4-FFF2-40B4-BE49-F238E27FC236}">
                <a16:creationId xmlns:a16="http://schemas.microsoft.com/office/drawing/2014/main" id="{64BFF787-5E2D-BB00-B343-C3AD0C155B93}"/>
              </a:ext>
            </a:extLst>
          </p:cNvPr>
          <p:cNvSpPr/>
          <p:nvPr/>
        </p:nvSpPr>
        <p:spPr>
          <a:xfrm>
            <a:off x="4575860" y="2365322"/>
            <a:ext cx="2400222" cy="32105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F205611-68F0-809D-1408-0E6BD8718F22}"/>
              </a:ext>
            </a:extLst>
          </p:cNvPr>
          <p:cNvSpPr txBox="1"/>
          <p:nvPr/>
        </p:nvSpPr>
        <p:spPr>
          <a:xfrm>
            <a:off x="4623863" y="2399115"/>
            <a:ext cx="230421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dirty="0">
                <a:solidFill>
                  <a:srgbClr val="222222"/>
                </a:solidFill>
                <a:latin typeface="+mn-ea"/>
              </a:rPr>
              <a:t>취합 결과 통보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E664390-877D-917E-0397-56C9EFA34B29}"/>
              </a:ext>
            </a:extLst>
          </p:cNvPr>
          <p:cNvGrpSpPr/>
          <p:nvPr/>
        </p:nvGrpSpPr>
        <p:grpSpPr>
          <a:xfrm>
            <a:off x="6976081" y="1723209"/>
            <a:ext cx="3097309" cy="963169"/>
            <a:chOff x="6976081" y="1723209"/>
            <a:chExt cx="4960459" cy="963169"/>
          </a:xfrm>
        </p:grpSpPr>
        <p:sp>
          <p:nvSpPr>
            <p:cNvPr id="40" name="Rectangle 35">
              <a:extLst>
                <a:ext uri="{FF2B5EF4-FFF2-40B4-BE49-F238E27FC236}">
                  <a16:creationId xmlns:a16="http://schemas.microsoft.com/office/drawing/2014/main" id="{52D7B877-E400-45ED-509F-4EF64A939325}"/>
                </a:ext>
              </a:extLst>
            </p:cNvPr>
            <p:cNvSpPr/>
            <p:nvPr/>
          </p:nvSpPr>
          <p:spPr>
            <a:xfrm>
              <a:off x="6976081" y="1723209"/>
              <a:ext cx="4960459" cy="32105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38AFC18-1DDD-2EA9-4F7E-11A8E8311076}"/>
                </a:ext>
              </a:extLst>
            </p:cNvPr>
            <p:cNvSpPr txBox="1"/>
            <p:nvPr/>
          </p:nvSpPr>
          <p:spPr>
            <a:xfrm>
              <a:off x="7024085" y="1757002"/>
              <a:ext cx="486445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 err="1">
                  <a:solidFill>
                    <a:srgbClr val="222222"/>
                  </a:solidFill>
                  <a:latin typeface="+mn-ea"/>
                </a:rPr>
                <a:t>미제출</a:t>
              </a:r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 기관 담당자</a:t>
              </a:r>
            </a:p>
          </p:txBody>
        </p:sp>
        <p:sp>
          <p:nvSpPr>
            <p:cNvPr id="48" name="Rectangle 43">
              <a:extLst>
                <a:ext uri="{FF2B5EF4-FFF2-40B4-BE49-F238E27FC236}">
                  <a16:creationId xmlns:a16="http://schemas.microsoft.com/office/drawing/2014/main" id="{BFE275D1-3E59-700D-3EAC-23B8151FBF0B}"/>
                </a:ext>
              </a:extLst>
            </p:cNvPr>
            <p:cNvSpPr/>
            <p:nvPr/>
          </p:nvSpPr>
          <p:spPr>
            <a:xfrm>
              <a:off x="6976081" y="2044265"/>
              <a:ext cx="4960459" cy="32105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2EF51FC-5F82-0058-7D56-9AF609379286}"/>
                </a:ext>
              </a:extLst>
            </p:cNvPr>
            <p:cNvSpPr txBox="1"/>
            <p:nvPr/>
          </p:nvSpPr>
          <p:spPr>
            <a:xfrm>
              <a:off x="7024085" y="2078058"/>
              <a:ext cx="486445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 err="1">
                  <a:solidFill>
                    <a:srgbClr val="222222"/>
                  </a:solidFill>
                  <a:latin typeface="+mn-ea"/>
                </a:rPr>
                <a:t>미제출</a:t>
              </a:r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 기관 담당자</a:t>
              </a:r>
            </a:p>
          </p:txBody>
        </p:sp>
        <p:sp>
          <p:nvSpPr>
            <p:cNvPr id="56" name="Rectangle 51">
              <a:extLst>
                <a:ext uri="{FF2B5EF4-FFF2-40B4-BE49-F238E27FC236}">
                  <a16:creationId xmlns:a16="http://schemas.microsoft.com/office/drawing/2014/main" id="{ACB62B7F-DE6E-5995-5B0A-8B70AD698A9C}"/>
                </a:ext>
              </a:extLst>
            </p:cNvPr>
            <p:cNvSpPr/>
            <p:nvPr/>
          </p:nvSpPr>
          <p:spPr>
            <a:xfrm>
              <a:off x="6976081" y="2365322"/>
              <a:ext cx="4960459" cy="32105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2E3099D-43A2-7A62-9597-C4AED80E7EF7}"/>
                </a:ext>
              </a:extLst>
            </p:cNvPr>
            <p:cNvSpPr txBox="1"/>
            <p:nvPr/>
          </p:nvSpPr>
          <p:spPr>
            <a:xfrm>
              <a:off x="7024085" y="2399115"/>
              <a:ext cx="486445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요청 관리자</a:t>
              </a:r>
              <a:r>
                <a:rPr lang="en-US" altLang="ko-KR" sz="1050" dirty="0">
                  <a:solidFill>
                    <a:srgbClr val="222222"/>
                  </a:solidFill>
                  <a:latin typeface="+mn-ea"/>
                </a:rPr>
                <a:t>·</a:t>
              </a:r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참여 기관</a:t>
              </a:r>
            </a:p>
          </p:txBody>
        </p:sp>
      </p:grpSp>
      <p:sp>
        <p:nvSpPr>
          <p:cNvPr id="58" name="Rectangle 53">
            <a:extLst>
              <a:ext uri="{FF2B5EF4-FFF2-40B4-BE49-F238E27FC236}">
                <a16:creationId xmlns:a16="http://schemas.microsoft.com/office/drawing/2014/main" id="{2FFCC129-FD48-DFA5-5B17-2148F123384E}"/>
              </a:ext>
            </a:extLst>
          </p:cNvPr>
          <p:cNvSpPr/>
          <p:nvPr/>
        </p:nvSpPr>
        <p:spPr>
          <a:xfrm>
            <a:off x="255460" y="2686378"/>
            <a:ext cx="2080193" cy="321056"/>
          </a:xfrm>
          <a:prstGeom prst="rect">
            <a:avLst/>
          </a:prstGeom>
          <a:solidFill>
            <a:srgbClr val="E8ECF4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A5FFAA1-0468-AFC6-254A-37546B5D960C}"/>
              </a:ext>
            </a:extLst>
          </p:cNvPr>
          <p:cNvSpPr txBox="1"/>
          <p:nvPr/>
        </p:nvSpPr>
        <p:spPr>
          <a:xfrm>
            <a:off x="303464" y="2720171"/>
            <a:ext cx="198418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dirty="0" err="1">
                <a:solidFill>
                  <a:srgbClr val="222222"/>
                </a:solidFill>
                <a:latin typeface="+mn-ea"/>
              </a:rPr>
              <a:t>매체협업</a:t>
            </a:r>
            <a:r>
              <a:rPr sz="1050" b="1" dirty="0">
                <a:solidFill>
                  <a:srgbClr val="222222"/>
                </a:solidFill>
                <a:latin typeface="+mn-ea"/>
              </a:rPr>
              <a:t> </a:t>
            </a:r>
            <a:r>
              <a:rPr sz="1050" b="1" dirty="0" err="1">
                <a:solidFill>
                  <a:srgbClr val="222222"/>
                </a:solidFill>
                <a:latin typeface="+mn-ea"/>
              </a:rPr>
              <a:t>과제</a:t>
            </a:r>
            <a:r>
              <a:rPr sz="1050" b="1" dirty="0">
                <a:solidFill>
                  <a:srgbClr val="222222"/>
                </a:solidFill>
                <a:latin typeface="+mn-ea"/>
              </a:rPr>
              <a:t> </a:t>
            </a:r>
            <a:r>
              <a:rPr sz="1050" b="1" dirty="0" err="1">
                <a:solidFill>
                  <a:srgbClr val="222222"/>
                </a:solidFill>
                <a:latin typeface="+mn-ea"/>
              </a:rPr>
              <a:t>확정</a:t>
            </a:r>
            <a:endParaRPr sz="1050" b="1" dirty="0">
              <a:solidFill>
                <a:srgbClr val="222222"/>
              </a:solidFill>
              <a:latin typeface="+mn-ea"/>
            </a:endParaRPr>
          </a:p>
        </p:txBody>
      </p:sp>
      <p:sp>
        <p:nvSpPr>
          <p:cNvPr id="60" name="Rectangle 55">
            <a:extLst>
              <a:ext uri="{FF2B5EF4-FFF2-40B4-BE49-F238E27FC236}">
                <a16:creationId xmlns:a16="http://schemas.microsoft.com/office/drawing/2014/main" id="{80F66D69-EE9C-78C7-334A-4C97E1B20D68}"/>
              </a:ext>
            </a:extLst>
          </p:cNvPr>
          <p:cNvSpPr/>
          <p:nvPr/>
        </p:nvSpPr>
        <p:spPr>
          <a:xfrm>
            <a:off x="2335653" y="2686378"/>
            <a:ext cx="2240207" cy="321056"/>
          </a:xfrm>
          <a:prstGeom prst="rect">
            <a:avLst/>
          </a:prstGeom>
          <a:solidFill>
            <a:srgbClr val="E8ECF4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F8533D8-C352-C800-1EE5-B56664B0CF7E}"/>
              </a:ext>
            </a:extLst>
          </p:cNvPr>
          <p:cNvSpPr txBox="1"/>
          <p:nvPr/>
        </p:nvSpPr>
        <p:spPr>
          <a:xfrm>
            <a:off x="2383656" y="2720171"/>
            <a:ext cx="21441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222222"/>
                </a:solidFill>
                <a:latin typeface="+mn-ea"/>
              </a:rPr>
              <a:t>없음</a:t>
            </a:r>
          </a:p>
        </p:txBody>
      </p:sp>
      <p:sp>
        <p:nvSpPr>
          <p:cNvPr id="62" name="Rectangle 57">
            <a:extLst>
              <a:ext uri="{FF2B5EF4-FFF2-40B4-BE49-F238E27FC236}">
                <a16:creationId xmlns:a16="http://schemas.microsoft.com/office/drawing/2014/main" id="{84C853C3-D2C4-5B1E-1119-1B846130D0A1}"/>
              </a:ext>
            </a:extLst>
          </p:cNvPr>
          <p:cNvSpPr/>
          <p:nvPr/>
        </p:nvSpPr>
        <p:spPr>
          <a:xfrm>
            <a:off x="4575860" y="2686378"/>
            <a:ext cx="2400222" cy="321056"/>
          </a:xfrm>
          <a:prstGeom prst="rect">
            <a:avLst/>
          </a:prstGeom>
          <a:solidFill>
            <a:srgbClr val="E8ECF4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8BFBD14-23AC-7341-A84E-A91214F3DE38}"/>
              </a:ext>
            </a:extLst>
          </p:cNvPr>
          <p:cNvSpPr txBox="1"/>
          <p:nvPr/>
        </p:nvSpPr>
        <p:spPr>
          <a:xfrm>
            <a:off x="4623863" y="2720171"/>
            <a:ext cx="230421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dirty="0">
                <a:solidFill>
                  <a:srgbClr val="222222"/>
                </a:solidFill>
                <a:latin typeface="+mn-ea"/>
              </a:rPr>
              <a:t>채택 기관 즉시 알림</a:t>
            </a:r>
          </a:p>
        </p:txBody>
      </p:sp>
      <p:sp>
        <p:nvSpPr>
          <p:cNvPr id="66" name="Rectangle 61">
            <a:extLst>
              <a:ext uri="{FF2B5EF4-FFF2-40B4-BE49-F238E27FC236}">
                <a16:creationId xmlns:a16="http://schemas.microsoft.com/office/drawing/2014/main" id="{FB4FA983-F2B7-8EED-900A-01859F7382D4}"/>
              </a:ext>
            </a:extLst>
          </p:cNvPr>
          <p:cNvSpPr/>
          <p:nvPr/>
        </p:nvSpPr>
        <p:spPr>
          <a:xfrm>
            <a:off x="255460" y="3007434"/>
            <a:ext cx="2080193" cy="32105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2DDC6F6-73D7-F860-5D8B-73076BB76A51}"/>
              </a:ext>
            </a:extLst>
          </p:cNvPr>
          <p:cNvSpPr txBox="1"/>
          <p:nvPr/>
        </p:nvSpPr>
        <p:spPr>
          <a:xfrm>
            <a:off x="303464" y="3041228"/>
            <a:ext cx="198418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dirty="0" err="1">
                <a:solidFill>
                  <a:srgbClr val="222222"/>
                </a:solidFill>
                <a:latin typeface="+mn-ea"/>
              </a:rPr>
              <a:t>권한</a:t>
            </a:r>
            <a:r>
              <a:rPr sz="1050" b="1" dirty="0">
                <a:solidFill>
                  <a:srgbClr val="222222"/>
                </a:solidFill>
                <a:latin typeface="+mn-ea"/>
              </a:rPr>
              <a:t> </a:t>
            </a:r>
            <a:r>
              <a:rPr sz="1050" b="1" dirty="0" err="1">
                <a:solidFill>
                  <a:srgbClr val="222222"/>
                </a:solidFill>
                <a:latin typeface="+mn-ea"/>
              </a:rPr>
              <a:t>신청</a:t>
            </a:r>
            <a:r>
              <a:rPr sz="1050" b="1" dirty="0">
                <a:solidFill>
                  <a:srgbClr val="222222"/>
                </a:solidFill>
                <a:latin typeface="+mn-ea"/>
              </a:rPr>
              <a:t> </a:t>
            </a:r>
            <a:r>
              <a:rPr sz="1050" b="1" dirty="0" err="1">
                <a:solidFill>
                  <a:srgbClr val="222222"/>
                </a:solidFill>
                <a:latin typeface="+mn-ea"/>
              </a:rPr>
              <a:t>승인·반려</a:t>
            </a:r>
            <a:endParaRPr sz="1050" b="1" dirty="0">
              <a:solidFill>
                <a:srgbClr val="222222"/>
              </a:solidFill>
              <a:latin typeface="+mn-ea"/>
            </a:endParaRPr>
          </a:p>
        </p:txBody>
      </p:sp>
      <p:sp>
        <p:nvSpPr>
          <p:cNvPr id="68" name="Rectangle 63">
            <a:extLst>
              <a:ext uri="{FF2B5EF4-FFF2-40B4-BE49-F238E27FC236}">
                <a16:creationId xmlns:a16="http://schemas.microsoft.com/office/drawing/2014/main" id="{82629F54-2094-4CDE-E518-E15A55C74CF1}"/>
              </a:ext>
            </a:extLst>
          </p:cNvPr>
          <p:cNvSpPr/>
          <p:nvPr/>
        </p:nvSpPr>
        <p:spPr>
          <a:xfrm>
            <a:off x="2335653" y="3007434"/>
            <a:ext cx="2240207" cy="32105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5CD43E1-EFB1-DA35-4C86-8F3ABB3C6BCA}"/>
              </a:ext>
            </a:extLst>
          </p:cNvPr>
          <p:cNvSpPr txBox="1"/>
          <p:nvPr/>
        </p:nvSpPr>
        <p:spPr>
          <a:xfrm>
            <a:off x="2383656" y="3041228"/>
            <a:ext cx="21441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dirty="0" err="1">
                <a:solidFill>
                  <a:srgbClr val="222222"/>
                </a:solidFill>
                <a:latin typeface="+mn-ea"/>
              </a:rPr>
              <a:t>없음</a:t>
            </a:r>
            <a:r>
              <a:rPr lang="en-US" sz="1050" dirty="0">
                <a:solidFill>
                  <a:srgbClr val="222222"/>
                </a:solidFill>
                <a:latin typeface="+mn-ea"/>
              </a:rPr>
              <a:t>(</a:t>
            </a:r>
            <a:r>
              <a:rPr lang="ko-KR" altLang="en-US" sz="1050" dirty="0">
                <a:solidFill>
                  <a:srgbClr val="222222"/>
                </a:solidFill>
                <a:latin typeface="+mn-ea"/>
              </a:rPr>
              <a:t>승인 시에만 개별발송</a:t>
            </a:r>
            <a:r>
              <a:rPr lang="en-US" altLang="ko-KR" sz="1050" dirty="0">
                <a:solidFill>
                  <a:srgbClr val="222222"/>
                </a:solidFill>
                <a:latin typeface="+mn-ea"/>
              </a:rPr>
              <a:t>)</a:t>
            </a:r>
            <a:endParaRPr sz="1050" dirty="0">
              <a:solidFill>
                <a:srgbClr val="222222"/>
              </a:solidFill>
              <a:latin typeface="+mn-ea"/>
            </a:endParaRPr>
          </a:p>
        </p:txBody>
      </p:sp>
      <p:sp>
        <p:nvSpPr>
          <p:cNvPr id="70" name="Rectangle 65">
            <a:extLst>
              <a:ext uri="{FF2B5EF4-FFF2-40B4-BE49-F238E27FC236}">
                <a16:creationId xmlns:a16="http://schemas.microsoft.com/office/drawing/2014/main" id="{FF662370-C533-25D7-DFE1-8429AEDB0406}"/>
              </a:ext>
            </a:extLst>
          </p:cNvPr>
          <p:cNvSpPr/>
          <p:nvPr/>
        </p:nvSpPr>
        <p:spPr>
          <a:xfrm>
            <a:off x="4575860" y="3007434"/>
            <a:ext cx="2400222" cy="32105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8C38624-BFD4-42A4-722B-7B8B90FFDDC2}"/>
              </a:ext>
            </a:extLst>
          </p:cNvPr>
          <p:cNvSpPr txBox="1"/>
          <p:nvPr/>
        </p:nvSpPr>
        <p:spPr>
          <a:xfrm>
            <a:off x="4623863" y="3041228"/>
            <a:ext cx="230421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dirty="0">
                <a:solidFill>
                  <a:srgbClr val="222222"/>
                </a:solidFill>
                <a:latin typeface="+mn-ea"/>
              </a:rPr>
              <a:t>신청</a:t>
            </a:r>
            <a:r>
              <a:rPr lang="en-US" altLang="ko-KR" sz="1050" dirty="0">
                <a:solidFill>
                  <a:srgbClr val="222222"/>
                </a:solidFill>
                <a:latin typeface="+mn-ea"/>
              </a:rPr>
              <a:t>/</a:t>
            </a:r>
            <a:r>
              <a:rPr lang="ko-KR" altLang="en-US" sz="1050" dirty="0">
                <a:solidFill>
                  <a:srgbClr val="222222"/>
                </a:solidFill>
                <a:latin typeface="+mn-ea"/>
              </a:rPr>
              <a:t>승인 시 즉시 알림</a:t>
            </a:r>
            <a:endParaRPr sz="1050" dirty="0">
              <a:solidFill>
                <a:srgbClr val="222222"/>
              </a:solidFill>
              <a:latin typeface="+mn-ea"/>
            </a:endParaRPr>
          </a:p>
        </p:txBody>
      </p:sp>
      <p:sp>
        <p:nvSpPr>
          <p:cNvPr id="110" name="Rectangle 53">
            <a:extLst>
              <a:ext uri="{FF2B5EF4-FFF2-40B4-BE49-F238E27FC236}">
                <a16:creationId xmlns:a16="http://schemas.microsoft.com/office/drawing/2014/main" id="{15A98D55-6D8C-12E1-9D5E-B65D609FC8C1}"/>
              </a:ext>
            </a:extLst>
          </p:cNvPr>
          <p:cNvSpPr/>
          <p:nvPr/>
        </p:nvSpPr>
        <p:spPr>
          <a:xfrm>
            <a:off x="257137" y="3328076"/>
            <a:ext cx="2080193" cy="321056"/>
          </a:xfrm>
          <a:prstGeom prst="rect">
            <a:avLst/>
          </a:prstGeom>
          <a:solidFill>
            <a:srgbClr val="E8ECF4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5AD676B-5F85-D5C0-93C4-FC9FEA3EC5E7}"/>
              </a:ext>
            </a:extLst>
          </p:cNvPr>
          <p:cNvSpPr txBox="1"/>
          <p:nvPr/>
        </p:nvSpPr>
        <p:spPr>
          <a:xfrm>
            <a:off x="147746" y="3361869"/>
            <a:ext cx="230634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b="1" dirty="0">
                <a:solidFill>
                  <a:srgbClr val="222222"/>
                </a:solidFill>
                <a:latin typeface="+mn-ea"/>
              </a:rPr>
              <a:t>전광판</a:t>
            </a:r>
            <a:r>
              <a:rPr lang="en-US" altLang="ko-KR" sz="1050" b="1" dirty="0">
                <a:solidFill>
                  <a:srgbClr val="222222"/>
                </a:solidFill>
                <a:latin typeface="+mn-ea"/>
              </a:rPr>
              <a:t>/</a:t>
            </a:r>
            <a:r>
              <a:rPr lang="ko-KR" altLang="en-US" sz="1050" b="1" dirty="0">
                <a:solidFill>
                  <a:srgbClr val="222222"/>
                </a:solidFill>
                <a:latin typeface="+mn-ea"/>
              </a:rPr>
              <a:t>자유표시구역</a:t>
            </a:r>
            <a:r>
              <a:rPr lang="en-US" altLang="ko-KR" sz="1050" b="1" dirty="0">
                <a:solidFill>
                  <a:srgbClr val="222222"/>
                </a:solidFill>
                <a:latin typeface="+mn-ea"/>
              </a:rPr>
              <a:t>/</a:t>
            </a:r>
            <a:r>
              <a:rPr lang="ko-KR" altLang="en-US" sz="1050" b="1" dirty="0">
                <a:solidFill>
                  <a:srgbClr val="222222"/>
                </a:solidFill>
                <a:latin typeface="+mn-ea"/>
              </a:rPr>
              <a:t>국정만화</a:t>
            </a:r>
            <a:endParaRPr sz="1050" b="1" dirty="0">
              <a:solidFill>
                <a:srgbClr val="222222"/>
              </a:solidFill>
              <a:latin typeface="+mn-ea"/>
            </a:endParaRPr>
          </a:p>
        </p:txBody>
      </p:sp>
      <p:sp>
        <p:nvSpPr>
          <p:cNvPr id="112" name="Rectangle 55">
            <a:extLst>
              <a:ext uri="{FF2B5EF4-FFF2-40B4-BE49-F238E27FC236}">
                <a16:creationId xmlns:a16="http://schemas.microsoft.com/office/drawing/2014/main" id="{112BE3AB-FA54-BED0-825E-7452030EAB7C}"/>
              </a:ext>
            </a:extLst>
          </p:cNvPr>
          <p:cNvSpPr/>
          <p:nvPr/>
        </p:nvSpPr>
        <p:spPr>
          <a:xfrm>
            <a:off x="2337330" y="3328076"/>
            <a:ext cx="2240207" cy="321056"/>
          </a:xfrm>
          <a:prstGeom prst="rect">
            <a:avLst/>
          </a:prstGeom>
          <a:solidFill>
            <a:srgbClr val="E8ECF4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C2B4CBE-A727-42DA-6E85-0CFD06CBCE26}"/>
              </a:ext>
            </a:extLst>
          </p:cNvPr>
          <p:cNvSpPr txBox="1"/>
          <p:nvPr/>
        </p:nvSpPr>
        <p:spPr>
          <a:xfrm>
            <a:off x="2385333" y="3361869"/>
            <a:ext cx="21441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dirty="0">
                <a:solidFill>
                  <a:srgbClr val="222222"/>
                </a:solidFill>
                <a:latin typeface="+mn-ea"/>
              </a:rPr>
              <a:t>개별발송</a:t>
            </a:r>
            <a:endParaRPr sz="1050" dirty="0">
              <a:solidFill>
                <a:srgbClr val="222222"/>
              </a:solidFill>
              <a:latin typeface="+mn-ea"/>
            </a:endParaRPr>
          </a:p>
        </p:txBody>
      </p:sp>
      <p:sp>
        <p:nvSpPr>
          <p:cNvPr id="114" name="Rectangle 57">
            <a:extLst>
              <a:ext uri="{FF2B5EF4-FFF2-40B4-BE49-F238E27FC236}">
                <a16:creationId xmlns:a16="http://schemas.microsoft.com/office/drawing/2014/main" id="{21FE2F46-6560-06B1-39D8-B00DFF662F76}"/>
              </a:ext>
            </a:extLst>
          </p:cNvPr>
          <p:cNvSpPr/>
          <p:nvPr/>
        </p:nvSpPr>
        <p:spPr>
          <a:xfrm>
            <a:off x="4577537" y="3328076"/>
            <a:ext cx="2400222" cy="321056"/>
          </a:xfrm>
          <a:prstGeom prst="rect">
            <a:avLst/>
          </a:prstGeom>
          <a:solidFill>
            <a:srgbClr val="E8ECF4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69B3A629-DFAE-1656-2954-334479B898F1}"/>
              </a:ext>
            </a:extLst>
          </p:cNvPr>
          <p:cNvSpPr txBox="1"/>
          <p:nvPr/>
        </p:nvSpPr>
        <p:spPr>
          <a:xfrm>
            <a:off x="4625540" y="3361869"/>
            <a:ext cx="230421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dirty="0">
                <a:solidFill>
                  <a:srgbClr val="222222"/>
                </a:solidFill>
                <a:latin typeface="+mn-ea"/>
              </a:rPr>
              <a:t>선정 즉시 알림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390263B-9420-34D1-E6B0-40E0B6E2732E}"/>
              </a:ext>
            </a:extLst>
          </p:cNvPr>
          <p:cNvGrpSpPr/>
          <p:nvPr/>
        </p:nvGrpSpPr>
        <p:grpSpPr>
          <a:xfrm>
            <a:off x="6976081" y="2686378"/>
            <a:ext cx="3097309" cy="962754"/>
            <a:chOff x="6976081" y="2686378"/>
            <a:chExt cx="4962136" cy="962754"/>
          </a:xfrm>
        </p:grpSpPr>
        <p:sp>
          <p:nvSpPr>
            <p:cNvPr id="64" name="Rectangle 59">
              <a:extLst>
                <a:ext uri="{FF2B5EF4-FFF2-40B4-BE49-F238E27FC236}">
                  <a16:creationId xmlns:a16="http://schemas.microsoft.com/office/drawing/2014/main" id="{3F1C3674-ACDA-49CB-870C-12BAC75E0BC2}"/>
                </a:ext>
              </a:extLst>
            </p:cNvPr>
            <p:cNvSpPr/>
            <p:nvPr/>
          </p:nvSpPr>
          <p:spPr>
            <a:xfrm>
              <a:off x="6976081" y="2686378"/>
              <a:ext cx="4960459" cy="32105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7ED1F63-564B-AEA7-B8D6-A10C05CEF00E}"/>
                </a:ext>
              </a:extLst>
            </p:cNvPr>
            <p:cNvSpPr txBox="1"/>
            <p:nvPr/>
          </p:nvSpPr>
          <p:spPr>
            <a:xfrm>
              <a:off x="7024085" y="2720171"/>
              <a:ext cx="486445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채택 기관 담당자</a:t>
              </a:r>
            </a:p>
          </p:txBody>
        </p:sp>
        <p:sp>
          <p:nvSpPr>
            <p:cNvPr id="72" name="Rectangle 67">
              <a:extLst>
                <a:ext uri="{FF2B5EF4-FFF2-40B4-BE49-F238E27FC236}">
                  <a16:creationId xmlns:a16="http://schemas.microsoft.com/office/drawing/2014/main" id="{6E49ACC9-2669-E777-7543-76606D2D5C4E}"/>
                </a:ext>
              </a:extLst>
            </p:cNvPr>
            <p:cNvSpPr/>
            <p:nvPr/>
          </p:nvSpPr>
          <p:spPr>
            <a:xfrm>
              <a:off x="6976081" y="3007434"/>
              <a:ext cx="4960459" cy="32105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94E1A63-BFA0-0DDF-204B-D6F2117A04FD}"/>
                </a:ext>
              </a:extLst>
            </p:cNvPr>
            <p:cNvSpPr txBox="1"/>
            <p:nvPr/>
          </p:nvSpPr>
          <p:spPr>
            <a:xfrm>
              <a:off x="7024085" y="3041228"/>
              <a:ext cx="486445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신청인 및 권한승인 담당자</a:t>
              </a:r>
            </a:p>
          </p:txBody>
        </p:sp>
        <p:sp>
          <p:nvSpPr>
            <p:cNvPr id="116" name="Rectangle 59">
              <a:extLst>
                <a:ext uri="{FF2B5EF4-FFF2-40B4-BE49-F238E27FC236}">
                  <a16:creationId xmlns:a16="http://schemas.microsoft.com/office/drawing/2014/main" id="{F215D550-A033-3E93-E60C-C50CC23924CB}"/>
                </a:ext>
              </a:extLst>
            </p:cNvPr>
            <p:cNvSpPr/>
            <p:nvPr/>
          </p:nvSpPr>
          <p:spPr>
            <a:xfrm>
              <a:off x="6977758" y="3328076"/>
              <a:ext cx="4960459" cy="32105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EBD420AC-D05A-A04B-AE03-C8AFA3F924F3}"/>
                </a:ext>
              </a:extLst>
            </p:cNvPr>
            <p:cNvSpPr txBox="1"/>
            <p:nvPr/>
          </p:nvSpPr>
          <p:spPr>
            <a:xfrm>
              <a:off x="7025762" y="3361869"/>
              <a:ext cx="486445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222222"/>
                  </a:solidFill>
                  <a:latin typeface="+mn-ea"/>
                </a:rPr>
                <a:t>기관 담당자</a:t>
              </a:r>
              <a:endParaRPr sz="1050" dirty="0">
                <a:solidFill>
                  <a:srgbClr val="222222"/>
                </a:solidFill>
                <a:latin typeface="+mn-ea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27FFDF8A-BE20-04AA-185B-895935AF93CF}"/>
              </a:ext>
            </a:extLst>
          </p:cNvPr>
          <p:cNvGrpSpPr/>
          <p:nvPr/>
        </p:nvGrpSpPr>
        <p:grpSpPr>
          <a:xfrm>
            <a:off x="10070034" y="1724887"/>
            <a:ext cx="1843663" cy="1925923"/>
            <a:chOff x="8258012" y="2255431"/>
            <a:chExt cx="3097309" cy="1925923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0E91A8E7-9B16-FDF4-7CEF-E3C6786F5797}"/>
                </a:ext>
              </a:extLst>
            </p:cNvPr>
            <p:cNvGrpSpPr/>
            <p:nvPr/>
          </p:nvGrpSpPr>
          <p:grpSpPr>
            <a:xfrm>
              <a:off x="8258012" y="2255431"/>
              <a:ext cx="3097309" cy="963169"/>
              <a:chOff x="6976081" y="1723209"/>
              <a:chExt cx="4960459" cy="963169"/>
            </a:xfrm>
          </p:grpSpPr>
          <p:sp>
            <p:nvSpPr>
              <p:cNvPr id="17" name="Rectangle 35">
                <a:extLst>
                  <a:ext uri="{FF2B5EF4-FFF2-40B4-BE49-F238E27FC236}">
                    <a16:creationId xmlns:a16="http://schemas.microsoft.com/office/drawing/2014/main" id="{BD173695-7EE7-2181-AF31-111018300118}"/>
                  </a:ext>
                </a:extLst>
              </p:cNvPr>
              <p:cNvSpPr/>
              <p:nvPr/>
            </p:nvSpPr>
            <p:spPr>
              <a:xfrm>
                <a:off x="6976081" y="1723209"/>
                <a:ext cx="4960459" cy="321056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F4B38AD-14C1-ECDB-5D38-8AB88D44B341}"/>
                  </a:ext>
                </a:extLst>
              </p:cNvPr>
              <p:cNvSpPr txBox="1"/>
              <p:nvPr/>
            </p:nvSpPr>
            <p:spPr>
              <a:xfrm>
                <a:off x="7024085" y="1757002"/>
                <a:ext cx="4864451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050" dirty="0">
                    <a:solidFill>
                      <a:srgbClr val="222222"/>
                    </a:solidFill>
                    <a:latin typeface="+mn-ea"/>
                  </a:rPr>
                  <a:t>SMS </a:t>
                </a:r>
                <a:r>
                  <a:rPr lang="ko-KR" altLang="en-US" sz="1050" dirty="0">
                    <a:solidFill>
                      <a:srgbClr val="222222"/>
                    </a:solidFill>
                    <a:latin typeface="+mn-ea"/>
                  </a:rPr>
                  <a:t>알림</a:t>
                </a:r>
              </a:p>
            </p:txBody>
          </p:sp>
          <p:sp>
            <p:nvSpPr>
              <p:cNvPr id="19" name="Rectangle 43">
                <a:extLst>
                  <a:ext uri="{FF2B5EF4-FFF2-40B4-BE49-F238E27FC236}">
                    <a16:creationId xmlns:a16="http://schemas.microsoft.com/office/drawing/2014/main" id="{1DE623EA-75CB-D6D1-75AD-E25FAEA972BF}"/>
                  </a:ext>
                </a:extLst>
              </p:cNvPr>
              <p:cNvSpPr/>
              <p:nvPr/>
            </p:nvSpPr>
            <p:spPr>
              <a:xfrm>
                <a:off x="6976081" y="2044265"/>
                <a:ext cx="4960459" cy="321056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106B508-A6A9-DCEA-1F28-5A0F7F2ACCFB}"/>
                  </a:ext>
                </a:extLst>
              </p:cNvPr>
              <p:cNvSpPr txBox="1"/>
              <p:nvPr/>
            </p:nvSpPr>
            <p:spPr>
              <a:xfrm>
                <a:off x="7024085" y="2078058"/>
                <a:ext cx="4864451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050" dirty="0">
                    <a:solidFill>
                      <a:srgbClr val="222222"/>
                    </a:solidFill>
                    <a:latin typeface="+mn-ea"/>
                  </a:rPr>
                  <a:t>SMS </a:t>
                </a:r>
                <a:r>
                  <a:rPr lang="ko-KR" altLang="en-US" sz="1050" dirty="0">
                    <a:solidFill>
                      <a:srgbClr val="222222"/>
                    </a:solidFill>
                    <a:latin typeface="+mn-ea"/>
                  </a:rPr>
                  <a:t>알림</a:t>
                </a:r>
              </a:p>
            </p:txBody>
          </p:sp>
          <p:sp>
            <p:nvSpPr>
              <p:cNvPr id="26" name="Rectangle 51">
                <a:extLst>
                  <a:ext uri="{FF2B5EF4-FFF2-40B4-BE49-F238E27FC236}">
                    <a16:creationId xmlns:a16="http://schemas.microsoft.com/office/drawing/2014/main" id="{B6048309-1E81-E74D-28FA-A4B3AF2D1299}"/>
                  </a:ext>
                </a:extLst>
              </p:cNvPr>
              <p:cNvSpPr/>
              <p:nvPr/>
            </p:nvSpPr>
            <p:spPr>
              <a:xfrm>
                <a:off x="6976081" y="2365322"/>
                <a:ext cx="4960459" cy="321056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FB98B3D-B7D8-484B-C008-A4348DE6C1B4}"/>
                  </a:ext>
                </a:extLst>
              </p:cNvPr>
              <p:cNvSpPr txBox="1"/>
              <p:nvPr/>
            </p:nvSpPr>
            <p:spPr>
              <a:xfrm>
                <a:off x="7024085" y="2399115"/>
                <a:ext cx="4864451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050" dirty="0">
                    <a:solidFill>
                      <a:srgbClr val="222222"/>
                    </a:solidFill>
                    <a:latin typeface="+mn-ea"/>
                  </a:rPr>
                  <a:t>SMS </a:t>
                </a:r>
                <a:r>
                  <a:rPr lang="ko-KR" altLang="en-US" sz="1050" dirty="0">
                    <a:solidFill>
                      <a:srgbClr val="222222"/>
                    </a:solidFill>
                    <a:latin typeface="+mn-ea"/>
                  </a:rPr>
                  <a:t>알림</a:t>
                </a:r>
              </a:p>
            </p:txBody>
          </p: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93FEB855-3686-D3EC-9CAA-6E270475D7F7}"/>
                </a:ext>
              </a:extLst>
            </p:cNvPr>
            <p:cNvGrpSpPr/>
            <p:nvPr/>
          </p:nvGrpSpPr>
          <p:grpSpPr>
            <a:xfrm>
              <a:off x="8258012" y="3218600"/>
              <a:ext cx="3097309" cy="962754"/>
              <a:chOff x="6976081" y="2686378"/>
              <a:chExt cx="4962136" cy="962754"/>
            </a:xfrm>
          </p:grpSpPr>
          <p:sp>
            <p:nvSpPr>
              <p:cNvPr id="29" name="Rectangle 59">
                <a:extLst>
                  <a:ext uri="{FF2B5EF4-FFF2-40B4-BE49-F238E27FC236}">
                    <a16:creationId xmlns:a16="http://schemas.microsoft.com/office/drawing/2014/main" id="{88F7D3DC-681A-C374-72EF-1E182BF4740E}"/>
                  </a:ext>
                </a:extLst>
              </p:cNvPr>
              <p:cNvSpPr/>
              <p:nvPr/>
            </p:nvSpPr>
            <p:spPr>
              <a:xfrm>
                <a:off x="6976081" y="2686378"/>
                <a:ext cx="4960459" cy="321056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7A8D67A-D07A-2E2B-2C95-E700E35B364B}"/>
                  </a:ext>
                </a:extLst>
              </p:cNvPr>
              <p:cNvSpPr txBox="1"/>
              <p:nvPr/>
            </p:nvSpPr>
            <p:spPr>
              <a:xfrm>
                <a:off x="7024085" y="2720171"/>
                <a:ext cx="4864451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050" dirty="0">
                    <a:solidFill>
                      <a:srgbClr val="222222"/>
                    </a:solidFill>
                    <a:latin typeface="+mn-ea"/>
                  </a:rPr>
                  <a:t>SMS </a:t>
                </a:r>
                <a:r>
                  <a:rPr lang="ko-KR" altLang="en-US" sz="1050" dirty="0">
                    <a:solidFill>
                      <a:srgbClr val="222222"/>
                    </a:solidFill>
                    <a:latin typeface="+mn-ea"/>
                  </a:rPr>
                  <a:t>알림</a:t>
                </a:r>
              </a:p>
            </p:txBody>
          </p:sp>
          <p:sp>
            <p:nvSpPr>
              <p:cNvPr id="31" name="Rectangle 67">
                <a:extLst>
                  <a:ext uri="{FF2B5EF4-FFF2-40B4-BE49-F238E27FC236}">
                    <a16:creationId xmlns:a16="http://schemas.microsoft.com/office/drawing/2014/main" id="{56FC2F73-8682-D40E-C769-514D5C1545E0}"/>
                  </a:ext>
                </a:extLst>
              </p:cNvPr>
              <p:cNvSpPr/>
              <p:nvPr/>
            </p:nvSpPr>
            <p:spPr>
              <a:xfrm>
                <a:off x="6976081" y="3007434"/>
                <a:ext cx="4960459" cy="321056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174784A-8D5E-A0CA-1E72-F729AF73E9A1}"/>
                  </a:ext>
                </a:extLst>
              </p:cNvPr>
              <p:cNvSpPr txBox="1"/>
              <p:nvPr/>
            </p:nvSpPr>
            <p:spPr>
              <a:xfrm>
                <a:off x="7024085" y="3041228"/>
                <a:ext cx="4864451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050" dirty="0">
                    <a:solidFill>
                      <a:srgbClr val="222222"/>
                    </a:solidFill>
                    <a:latin typeface="+mn-ea"/>
                  </a:rPr>
                  <a:t>SMS </a:t>
                </a:r>
                <a:r>
                  <a:rPr lang="ko-KR" altLang="en-US" sz="1050" dirty="0">
                    <a:solidFill>
                      <a:srgbClr val="222222"/>
                    </a:solidFill>
                    <a:latin typeface="+mn-ea"/>
                  </a:rPr>
                  <a:t>알림</a:t>
                </a:r>
              </a:p>
            </p:txBody>
          </p:sp>
          <p:sp>
            <p:nvSpPr>
              <p:cNvPr id="33" name="Rectangle 59">
                <a:extLst>
                  <a:ext uri="{FF2B5EF4-FFF2-40B4-BE49-F238E27FC236}">
                    <a16:creationId xmlns:a16="http://schemas.microsoft.com/office/drawing/2014/main" id="{9CD60742-1E83-3C0F-5AF9-1E2FC551D5E3}"/>
                  </a:ext>
                </a:extLst>
              </p:cNvPr>
              <p:cNvSpPr/>
              <p:nvPr/>
            </p:nvSpPr>
            <p:spPr>
              <a:xfrm>
                <a:off x="6977758" y="3328076"/>
                <a:ext cx="4960459" cy="321056"/>
              </a:xfrm>
              <a:prstGeom prst="rect">
                <a:avLst/>
              </a:prstGeom>
              <a:solidFill>
                <a:srgbClr val="E8ECF4"/>
              </a:solidFill>
              <a:ln w="508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2C57388-8DB3-070A-9C00-877E0C30AA28}"/>
                  </a:ext>
                </a:extLst>
              </p:cNvPr>
              <p:cNvSpPr txBox="1"/>
              <p:nvPr/>
            </p:nvSpPr>
            <p:spPr>
              <a:xfrm>
                <a:off x="7025762" y="3361869"/>
                <a:ext cx="4864451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050" dirty="0">
                    <a:solidFill>
                      <a:srgbClr val="222222"/>
                    </a:solidFill>
                    <a:latin typeface="+mn-ea"/>
                  </a:rPr>
                  <a:t>SMS </a:t>
                </a:r>
                <a:r>
                  <a:rPr lang="ko-KR" altLang="en-US" sz="1050" dirty="0">
                    <a:solidFill>
                      <a:srgbClr val="222222"/>
                    </a:solidFill>
                    <a:latin typeface="+mn-ea"/>
                  </a:rPr>
                  <a:t>알림</a:t>
                </a:r>
              </a:p>
            </p:txBody>
          </p:sp>
        </p:grp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E2EAF1B4-525C-FF80-5F31-AB2823474DE4}"/>
              </a:ext>
            </a:extLst>
          </p:cNvPr>
          <p:cNvGrpSpPr/>
          <p:nvPr/>
        </p:nvGrpSpPr>
        <p:grpSpPr>
          <a:xfrm>
            <a:off x="255460" y="4398176"/>
            <a:ext cx="11681081" cy="1166985"/>
            <a:chOff x="255460" y="4398176"/>
            <a:chExt cx="11681081" cy="1166985"/>
          </a:xfrm>
        </p:grpSpPr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CAA92CDF-689A-BCF1-E203-4A0848863AD4}"/>
                </a:ext>
              </a:extLst>
            </p:cNvPr>
            <p:cNvGrpSpPr/>
            <p:nvPr/>
          </p:nvGrpSpPr>
          <p:grpSpPr>
            <a:xfrm>
              <a:off x="255461" y="4398176"/>
              <a:ext cx="11681080" cy="317420"/>
              <a:chOff x="382491" y="4286685"/>
              <a:chExt cx="11681080" cy="317420"/>
            </a:xfrm>
          </p:grpSpPr>
          <p:sp>
            <p:nvSpPr>
              <p:cNvPr id="101" name="Rectangle 77">
                <a:extLst>
                  <a:ext uri="{FF2B5EF4-FFF2-40B4-BE49-F238E27FC236}">
                    <a16:creationId xmlns:a16="http://schemas.microsoft.com/office/drawing/2014/main" id="{0D97AA0D-F957-CC0E-9320-B3B64B7D21FE}"/>
                  </a:ext>
                </a:extLst>
              </p:cNvPr>
              <p:cNvSpPr/>
              <p:nvPr/>
            </p:nvSpPr>
            <p:spPr>
              <a:xfrm>
                <a:off x="382491" y="4286685"/>
                <a:ext cx="38090" cy="317420"/>
              </a:xfrm>
              <a:prstGeom prst="rect">
                <a:avLst/>
              </a:prstGeom>
              <a:solidFill>
                <a:srgbClr val="2E4470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02" name="Rectangle 78">
                <a:extLst>
                  <a:ext uri="{FF2B5EF4-FFF2-40B4-BE49-F238E27FC236}">
                    <a16:creationId xmlns:a16="http://schemas.microsoft.com/office/drawing/2014/main" id="{28471908-9C78-224E-C0B7-20C6C564C7AF}"/>
                  </a:ext>
                </a:extLst>
              </p:cNvPr>
              <p:cNvSpPr/>
              <p:nvPr/>
            </p:nvSpPr>
            <p:spPr>
              <a:xfrm>
                <a:off x="420582" y="4286685"/>
                <a:ext cx="11642989" cy="317420"/>
              </a:xfrm>
              <a:prstGeom prst="rect">
                <a:avLst/>
              </a:prstGeom>
              <a:solidFill>
                <a:srgbClr val="E8ECF4"/>
              </a:solidFill>
              <a:ln>
                <a:solidFill>
                  <a:srgbClr val="2E44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B67DDB51-FB4F-726E-10A5-715AAAC7C695}"/>
                  </a:ext>
                </a:extLst>
              </p:cNvPr>
              <p:cNvSpPr txBox="1"/>
              <p:nvPr/>
            </p:nvSpPr>
            <p:spPr>
              <a:xfrm>
                <a:off x="458672" y="4311400"/>
                <a:ext cx="1155411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 </a:t>
                </a:r>
                <a:r>
                  <a:rPr lang="ko-KR" altLang="en-US"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 알림 체계 설계 원칙</a:t>
                </a:r>
                <a:endPara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F0EDB2E0-3E5F-6D41-0006-F95469F317FD}"/>
                </a:ext>
              </a:extLst>
            </p:cNvPr>
            <p:cNvGrpSpPr/>
            <p:nvPr/>
          </p:nvGrpSpPr>
          <p:grpSpPr>
            <a:xfrm>
              <a:off x="255460" y="4830245"/>
              <a:ext cx="11681080" cy="734916"/>
              <a:chOff x="1140625" y="5013542"/>
              <a:chExt cx="8744937" cy="609446"/>
            </a:xfrm>
          </p:grpSpPr>
          <p:sp>
            <p:nvSpPr>
              <p:cNvPr id="79" name="Rectangle 95">
                <a:extLst>
                  <a:ext uri="{FF2B5EF4-FFF2-40B4-BE49-F238E27FC236}">
                    <a16:creationId xmlns:a16="http://schemas.microsoft.com/office/drawing/2014/main" id="{880C5D45-67E7-D01E-EE75-1AA9F5309A2B}"/>
                  </a:ext>
                </a:extLst>
              </p:cNvPr>
              <p:cNvSpPr/>
              <p:nvPr/>
            </p:nvSpPr>
            <p:spPr>
              <a:xfrm>
                <a:off x="1140625" y="5013542"/>
                <a:ext cx="2872656" cy="228542"/>
              </a:xfrm>
              <a:prstGeom prst="rect">
                <a:avLst/>
              </a:prstGeom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7871CB99-3F11-515A-898C-C29D1070CEFE}"/>
                  </a:ext>
                </a:extLst>
              </p:cNvPr>
              <p:cNvSpPr txBox="1"/>
              <p:nvPr/>
            </p:nvSpPr>
            <p:spPr>
              <a:xfrm>
                <a:off x="1140625" y="5013543"/>
                <a:ext cx="2872656" cy="216946"/>
              </a:xfrm>
              <a:prstGeom prst="rect">
                <a:avLst/>
              </a:prstGeom>
              <a:solidFill>
                <a:srgbClr val="1E2D45"/>
              </a:solidFill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100" b="1" dirty="0" err="1">
                    <a:solidFill>
                      <a:srgbClr val="FFFFFF"/>
                    </a:solidFill>
                    <a:latin typeface="+mn-ea"/>
                  </a:rPr>
                  <a:t>수신</a:t>
                </a:r>
                <a:r>
                  <a:rPr sz="1100" b="1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1100" b="1" dirty="0" err="1">
                    <a:solidFill>
                      <a:srgbClr val="FFFFFF"/>
                    </a:solidFill>
                    <a:latin typeface="+mn-ea"/>
                  </a:rPr>
                  <a:t>대상</a:t>
                </a:r>
                <a:r>
                  <a:rPr sz="1100" b="1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1100" b="1" dirty="0" err="1">
                    <a:solidFill>
                      <a:srgbClr val="FFFFFF"/>
                    </a:solidFill>
                    <a:latin typeface="+mn-ea"/>
                  </a:rPr>
                  <a:t>확대</a:t>
                </a:r>
                <a:endParaRPr sz="11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81" name="Rectangle 97">
                <a:extLst>
                  <a:ext uri="{FF2B5EF4-FFF2-40B4-BE49-F238E27FC236}">
                    <a16:creationId xmlns:a16="http://schemas.microsoft.com/office/drawing/2014/main" id="{ACAD19C0-85AB-655A-5179-5B726D8273EF}"/>
                  </a:ext>
                </a:extLst>
              </p:cNvPr>
              <p:cNvSpPr/>
              <p:nvPr/>
            </p:nvSpPr>
            <p:spPr>
              <a:xfrm>
                <a:off x="1140625" y="5242084"/>
                <a:ext cx="2872656" cy="38090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1E2D4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CB4344B8-DC76-FDA3-8402-C34B13431069}"/>
                  </a:ext>
                </a:extLst>
              </p:cNvPr>
              <p:cNvSpPr txBox="1"/>
              <p:nvPr/>
            </p:nvSpPr>
            <p:spPr>
              <a:xfrm>
                <a:off x="1191412" y="5329603"/>
                <a:ext cx="2771082" cy="2169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100" b="1" dirty="0" err="1">
                    <a:latin typeface="+mn-ea"/>
                  </a:rPr>
                  <a:t>이벤트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관련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전체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사용자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대상</a:t>
                </a:r>
                <a:endParaRPr sz="1100" b="1" dirty="0">
                  <a:latin typeface="+mn-ea"/>
                </a:endParaRPr>
              </a:p>
            </p:txBody>
          </p:sp>
          <p:sp>
            <p:nvSpPr>
              <p:cNvPr id="91" name="Rectangle 99">
                <a:extLst>
                  <a:ext uri="{FF2B5EF4-FFF2-40B4-BE49-F238E27FC236}">
                    <a16:creationId xmlns:a16="http://schemas.microsoft.com/office/drawing/2014/main" id="{130A5D48-AF10-A836-1EFF-DD2C2E57352F}"/>
                  </a:ext>
                </a:extLst>
              </p:cNvPr>
              <p:cNvSpPr/>
              <p:nvPr/>
            </p:nvSpPr>
            <p:spPr>
              <a:xfrm>
                <a:off x="4076765" y="5013542"/>
                <a:ext cx="2872656" cy="228542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F0DCDD1-29B4-E420-F842-516ACB1A0C13}"/>
                  </a:ext>
                </a:extLst>
              </p:cNvPr>
              <p:cNvSpPr txBox="1"/>
              <p:nvPr/>
            </p:nvSpPr>
            <p:spPr>
              <a:xfrm>
                <a:off x="4076765" y="5013543"/>
                <a:ext cx="2872656" cy="216946"/>
              </a:xfrm>
              <a:prstGeom prst="rect">
                <a:avLst/>
              </a:prstGeom>
              <a:solidFill>
                <a:srgbClr val="2E4470"/>
              </a:solidFill>
              <a:ln>
                <a:solidFill>
                  <a:srgbClr val="2E4470"/>
                </a:solidFill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100" b="1">
                    <a:solidFill>
                      <a:srgbClr val="FFFFFF"/>
                    </a:solidFill>
                    <a:latin typeface="+mn-ea"/>
                  </a:rPr>
                  <a:t>사전 알림 도입</a:t>
                </a:r>
              </a:p>
            </p:txBody>
          </p:sp>
          <p:sp>
            <p:nvSpPr>
              <p:cNvPr id="93" name="Rectangle 101">
                <a:extLst>
                  <a:ext uri="{FF2B5EF4-FFF2-40B4-BE49-F238E27FC236}">
                    <a16:creationId xmlns:a16="http://schemas.microsoft.com/office/drawing/2014/main" id="{0EE86AB7-58EB-2DEC-F2C3-0E20AA886FE0}"/>
                  </a:ext>
                </a:extLst>
              </p:cNvPr>
              <p:cNvSpPr/>
              <p:nvPr/>
            </p:nvSpPr>
            <p:spPr>
              <a:xfrm>
                <a:off x="4076765" y="5242084"/>
                <a:ext cx="2872656" cy="38090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2E44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67CAF3C9-3256-CBA4-DAEB-F5D896E153BD}"/>
                  </a:ext>
                </a:extLst>
              </p:cNvPr>
              <p:cNvSpPr txBox="1"/>
              <p:nvPr/>
            </p:nvSpPr>
            <p:spPr>
              <a:xfrm>
                <a:off x="4127552" y="5333621"/>
                <a:ext cx="2771082" cy="2169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100" b="1" dirty="0">
                    <a:latin typeface="+mn-ea"/>
                  </a:rPr>
                  <a:t>D-3 · D-1 </a:t>
                </a:r>
                <a:r>
                  <a:rPr sz="1100" b="1" dirty="0" err="1">
                    <a:latin typeface="+mn-ea"/>
                  </a:rPr>
                  <a:t>자동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알림으로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마감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누락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예방</a:t>
                </a:r>
                <a:endParaRPr sz="1100" b="1" dirty="0">
                  <a:latin typeface="+mn-ea"/>
                </a:endParaRPr>
              </a:p>
            </p:txBody>
          </p:sp>
          <p:sp>
            <p:nvSpPr>
              <p:cNvPr id="95" name="Rectangle 103">
                <a:extLst>
                  <a:ext uri="{FF2B5EF4-FFF2-40B4-BE49-F238E27FC236}">
                    <a16:creationId xmlns:a16="http://schemas.microsoft.com/office/drawing/2014/main" id="{D899C035-1634-7A87-8A74-AB0D9AA05C0B}"/>
                  </a:ext>
                </a:extLst>
              </p:cNvPr>
              <p:cNvSpPr/>
              <p:nvPr/>
            </p:nvSpPr>
            <p:spPr>
              <a:xfrm>
                <a:off x="7012906" y="5013542"/>
                <a:ext cx="2872656" cy="228542"/>
              </a:xfrm>
              <a:prstGeom prst="rect">
                <a:avLst/>
              </a:prstGeom>
              <a:solidFill>
                <a:srgbClr val="0054D1"/>
              </a:solidFill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9431458D-8117-04AA-C40B-8D333FC24EF1}"/>
                  </a:ext>
                </a:extLst>
              </p:cNvPr>
              <p:cNvSpPr txBox="1"/>
              <p:nvPr/>
            </p:nvSpPr>
            <p:spPr>
              <a:xfrm>
                <a:off x="7012906" y="5013543"/>
                <a:ext cx="2872656" cy="216946"/>
              </a:xfrm>
              <a:prstGeom prst="rect">
                <a:avLst/>
              </a:prstGeom>
              <a:solidFill>
                <a:srgbClr val="1E2D45"/>
              </a:solidFill>
              <a:effectLst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sz="1100" b="1">
                    <a:solidFill>
                      <a:srgbClr val="FFFFFF"/>
                    </a:solidFill>
                    <a:latin typeface="+mn-ea"/>
                  </a:rPr>
                  <a:t>수신 동의 옵션</a:t>
                </a:r>
              </a:p>
            </p:txBody>
          </p:sp>
          <p:sp>
            <p:nvSpPr>
              <p:cNvPr id="99" name="Rectangle 105">
                <a:extLst>
                  <a:ext uri="{FF2B5EF4-FFF2-40B4-BE49-F238E27FC236}">
                    <a16:creationId xmlns:a16="http://schemas.microsoft.com/office/drawing/2014/main" id="{FBE353FB-56EE-06E1-9CE5-6601EBE7BF8C}"/>
                  </a:ext>
                </a:extLst>
              </p:cNvPr>
              <p:cNvSpPr/>
              <p:nvPr/>
            </p:nvSpPr>
            <p:spPr>
              <a:xfrm>
                <a:off x="7012906" y="5242084"/>
                <a:ext cx="2872656" cy="38090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1E2D4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>
                  <a:latin typeface="+mn-ea"/>
                </a:endParaRP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BA9FE8FA-24BF-08FA-9C5A-4657654EA00C}"/>
                  </a:ext>
                </a:extLst>
              </p:cNvPr>
              <p:cNvSpPr txBox="1"/>
              <p:nvPr/>
            </p:nvSpPr>
            <p:spPr>
              <a:xfrm>
                <a:off x="7063693" y="5333621"/>
                <a:ext cx="2771082" cy="2169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100" b="1" dirty="0" err="1">
                    <a:latin typeface="+mn-ea"/>
                  </a:rPr>
                  <a:t>사용자별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알림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수신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여부·빈도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설정</a:t>
                </a:r>
                <a:r>
                  <a:rPr sz="1100" b="1" dirty="0">
                    <a:latin typeface="+mn-ea"/>
                  </a:rPr>
                  <a:t> </a:t>
                </a:r>
                <a:r>
                  <a:rPr sz="1100" b="1" dirty="0" err="1">
                    <a:latin typeface="+mn-ea"/>
                  </a:rPr>
                  <a:t>가능</a:t>
                </a:r>
                <a:endParaRPr sz="1100" b="1" dirty="0">
                  <a:latin typeface="+mn-ea"/>
                </a:endParaRPr>
              </a:p>
            </p:txBody>
          </p:sp>
        </p:grp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A56E46E9-D2B0-2E6A-E1D5-ED9E5E632FB6}"/>
              </a:ext>
            </a:extLst>
          </p:cNvPr>
          <p:cNvGrpSpPr/>
          <p:nvPr/>
        </p:nvGrpSpPr>
        <p:grpSpPr>
          <a:xfrm>
            <a:off x="10072343" y="1387868"/>
            <a:ext cx="1843432" cy="321056"/>
            <a:chOff x="9963150" y="1442153"/>
            <a:chExt cx="1829502" cy="321056"/>
          </a:xfrm>
        </p:grpSpPr>
        <p:sp>
          <p:nvSpPr>
            <p:cNvPr id="104" name="Rectangle 19">
              <a:extLst>
                <a:ext uri="{FF2B5EF4-FFF2-40B4-BE49-F238E27FC236}">
                  <a16:creationId xmlns:a16="http://schemas.microsoft.com/office/drawing/2014/main" id="{105CF913-A901-8474-FE05-09510F494379}"/>
                </a:ext>
              </a:extLst>
            </p:cNvPr>
            <p:cNvSpPr/>
            <p:nvPr/>
          </p:nvSpPr>
          <p:spPr>
            <a:xfrm>
              <a:off x="9963150" y="1442153"/>
              <a:ext cx="1829502" cy="321056"/>
            </a:xfrm>
            <a:prstGeom prst="rect">
              <a:avLst/>
            </a:prstGeom>
            <a:solidFill>
              <a:srgbClr val="2E4470"/>
            </a:solidFill>
            <a:ln>
              <a:solidFill>
                <a:srgbClr val="E8ECF4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5163CDDE-5F2A-45A3-4BE5-BDB0772CC978}"/>
                </a:ext>
              </a:extLst>
            </p:cNvPr>
            <p:cNvSpPr txBox="1"/>
            <p:nvPr/>
          </p:nvSpPr>
          <p:spPr>
            <a:xfrm>
              <a:off x="9991492" y="1489157"/>
              <a:ext cx="1801159" cy="2539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solidFill>
                    <a:srgbClr val="FFFFFF"/>
                  </a:solidFill>
                  <a:latin typeface="+mn-ea"/>
                </a:rPr>
                <a:t>채널</a:t>
              </a:r>
              <a:endParaRPr sz="1050" b="1" dirty="0">
                <a:solidFill>
                  <a:srgbClr val="FFFFFF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77706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7640A-FB25-747F-13A8-887BFE9D3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AE22EED1-4673-B1D6-1650-4C72FC817F0B}"/>
              </a:ext>
            </a:extLst>
          </p:cNvPr>
          <p:cNvGrpSpPr/>
          <p:nvPr/>
        </p:nvGrpSpPr>
        <p:grpSpPr>
          <a:xfrm>
            <a:off x="255460" y="1844970"/>
            <a:ext cx="5713572" cy="1767148"/>
            <a:chOff x="477718" y="4052469"/>
            <a:chExt cx="5713572" cy="1767148"/>
          </a:xfrm>
        </p:grpSpPr>
        <p:sp>
          <p:nvSpPr>
            <p:cNvPr id="11" name="Rectangle 13">
              <a:extLst>
                <a:ext uri="{FF2B5EF4-FFF2-40B4-BE49-F238E27FC236}">
                  <a16:creationId xmlns:a16="http://schemas.microsoft.com/office/drawing/2014/main" id="{3B76BF24-1E0B-1222-9DDA-9A0247CBA100}"/>
                </a:ext>
              </a:extLst>
            </p:cNvPr>
            <p:cNvSpPr/>
            <p:nvPr/>
          </p:nvSpPr>
          <p:spPr>
            <a:xfrm>
              <a:off x="477718" y="4052469"/>
              <a:ext cx="1269682" cy="215846"/>
            </a:xfrm>
            <a:prstGeom prst="rect">
              <a:avLst/>
            </a:prstGeom>
            <a:solidFill>
              <a:srgbClr val="1E2D45">
                <a:alpha val="50000"/>
              </a:srgbClr>
            </a:solidFill>
            <a:ln>
              <a:solidFill>
                <a:srgbClr val="E8ECF4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307AB8F-F636-8428-B652-B5D672888ADA}"/>
                </a:ext>
              </a:extLst>
            </p:cNvPr>
            <p:cNvSpPr txBox="1"/>
            <p:nvPr/>
          </p:nvSpPr>
          <p:spPr>
            <a:xfrm>
              <a:off x="515808" y="4052803"/>
              <a:ext cx="119350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dirty="0" err="1">
                  <a:solidFill>
                    <a:srgbClr val="FFFFFF"/>
                  </a:solidFill>
                  <a:latin typeface="+mn-ea"/>
                </a:rPr>
                <a:t>대변인방</a:t>
              </a:r>
              <a:endParaRPr sz="10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id="{EA30AC74-923D-795C-BDB1-016D5938DFD1}"/>
                </a:ext>
              </a:extLst>
            </p:cNvPr>
            <p:cNvSpPr/>
            <p:nvPr/>
          </p:nvSpPr>
          <p:spPr>
            <a:xfrm>
              <a:off x="1747401" y="4052469"/>
              <a:ext cx="4443889" cy="21584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8D780F4-FF5C-DB37-49C4-12DAEF0868AD}"/>
                </a:ext>
              </a:extLst>
            </p:cNvPr>
            <p:cNvSpPr txBox="1"/>
            <p:nvPr/>
          </p:nvSpPr>
          <p:spPr>
            <a:xfrm>
              <a:off x="1785491" y="4077863"/>
              <a:ext cx="43677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dirty="0" err="1">
                  <a:solidFill>
                    <a:srgbClr val="222222"/>
                  </a:solidFill>
                  <a:latin typeface="+mn-ea"/>
                </a:rPr>
                <a:t>공지사항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/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정책소통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우수사례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/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주요이슈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및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홍보계획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/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자료요청</a:t>
              </a:r>
              <a:endParaRPr sz="90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15" name="Rectangle 17">
              <a:extLst>
                <a:ext uri="{FF2B5EF4-FFF2-40B4-BE49-F238E27FC236}">
                  <a16:creationId xmlns:a16="http://schemas.microsoft.com/office/drawing/2014/main" id="{F6E4A4A1-E6CA-3AD9-B5EF-71BFC53F8907}"/>
                </a:ext>
              </a:extLst>
            </p:cNvPr>
            <p:cNvSpPr/>
            <p:nvPr/>
          </p:nvSpPr>
          <p:spPr>
            <a:xfrm>
              <a:off x="477718" y="4268315"/>
              <a:ext cx="1269682" cy="215846"/>
            </a:xfrm>
            <a:prstGeom prst="rect">
              <a:avLst/>
            </a:prstGeom>
            <a:solidFill>
              <a:srgbClr val="1E2D45">
                <a:alpha val="50000"/>
              </a:srgbClr>
            </a:solidFill>
            <a:ln>
              <a:solidFill>
                <a:srgbClr val="E8ECF4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C50DE19-C9CE-F011-A566-91CEAC4B21E4}"/>
                </a:ext>
              </a:extLst>
            </p:cNvPr>
            <p:cNvSpPr txBox="1"/>
            <p:nvPr/>
          </p:nvSpPr>
          <p:spPr>
            <a:xfrm>
              <a:off x="515808" y="4268649"/>
              <a:ext cx="119350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dirty="0" err="1">
                  <a:solidFill>
                    <a:srgbClr val="FFFFFF"/>
                  </a:solidFill>
                  <a:latin typeface="+mn-ea"/>
                </a:rPr>
                <a:t>온라인방</a:t>
              </a:r>
              <a:endParaRPr sz="10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7" name="Rectangle 19">
              <a:extLst>
                <a:ext uri="{FF2B5EF4-FFF2-40B4-BE49-F238E27FC236}">
                  <a16:creationId xmlns:a16="http://schemas.microsoft.com/office/drawing/2014/main" id="{4216E6CA-9E5A-F7D0-CDE3-93A72E8771D6}"/>
                </a:ext>
              </a:extLst>
            </p:cNvPr>
            <p:cNvSpPr/>
            <p:nvPr/>
          </p:nvSpPr>
          <p:spPr>
            <a:xfrm>
              <a:off x="1747401" y="4268315"/>
              <a:ext cx="4443889" cy="21584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6D60869-A576-68B2-24C8-E5A7A67FF45C}"/>
                </a:ext>
              </a:extLst>
            </p:cNvPr>
            <p:cNvSpPr txBox="1"/>
            <p:nvPr/>
          </p:nvSpPr>
          <p:spPr>
            <a:xfrm>
              <a:off x="1785491" y="4293709"/>
              <a:ext cx="43677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dirty="0" err="1">
                  <a:solidFill>
                    <a:srgbClr val="222222"/>
                  </a:solidFill>
                  <a:latin typeface="+mn-ea"/>
                </a:rPr>
                <a:t>온대알림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/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자료요청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/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뉴스레터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제작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/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지원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/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SNS기관관리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/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디지털콘텐츠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계획</a:t>
              </a:r>
              <a:endParaRPr sz="90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19" name="Rectangle 21">
              <a:extLst>
                <a:ext uri="{FF2B5EF4-FFF2-40B4-BE49-F238E27FC236}">
                  <a16:creationId xmlns:a16="http://schemas.microsoft.com/office/drawing/2014/main" id="{03121A73-6068-6917-611D-E75CAB92550C}"/>
                </a:ext>
              </a:extLst>
            </p:cNvPr>
            <p:cNvSpPr/>
            <p:nvPr/>
          </p:nvSpPr>
          <p:spPr>
            <a:xfrm>
              <a:off x="477718" y="4484161"/>
              <a:ext cx="1269682" cy="215846"/>
            </a:xfrm>
            <a:prstGeom prst="rect">
              <a:avLst/>
            </a:prstGeom>
            <a:solidFill>
              <a:srgbClr val="1E2D45">
                <a:alpha val="50000"/>
              </a:srgbClr>
            </a:solidFill>
            <a:ln>
              <a:solidFill>
                <a:srgbClr val="E8ECF4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9D25F48-93A7-EB4D-17A9-A3D683834234}"/>
                </a:ext>
              </a:extLst>
            </p:cNvPr>
            <p:cNvSpPr txBox="1"/>
            <p:nvPr/>
          </p:nvSpPr>
          <p:spPr>
            <a:xfrm>
              <a:off x="515808" y="4484495"/>
              <a:ext cx="119350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  <a:latin typeface="+mn-ea"/>
                </a:rPr>
                <a:t>외신대변인방</a:t>
              </a:r>
            </a:p>
          </p:txBody>
        </p:sp>
        <p:sp>
          <p:nvSpPr>
            <p:cNvPr id="21" name="Rectangle 23">
              <a:extLst>
                <a:ext uri="{FF2B5EF4-FFF2-40B4-BE49-F238E27FC236}">
                  <a16:creationId xmlns:a16="http://schemas.microsoft.com/office/drawing/2014/main" id="{5F3D6A83-901C-DFAF-20B2-AF23A8434F69}"/>
                </a:ext>
              </a:extLst>
            </p:cNvPr>
            <p:cNvSpPr/>
            <p:nvPr/>
          </p:nvSpPr>
          <p:spPr>
            <a:xfrm>
              <a:off x="1747401" y="4484161"/>
              <a:ext cx="4443889" cy="21584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917F777-CA01-B9A3-BBDA-3FDD26948419}"/>
                </a:ext>
              </a:extLst>
            </p:cNvPr>
            <p:cNvSpPr txBox="1"/>
            <p:nvPr/>
          </p:nvSpPr>
          <p:spPr>
            <a:xfrm>
              <a:off x="1785491" y="4509555"/>
              <a:ext cx="43677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>
                  <a:solidFill>
                    <a:srgbClr val="222222"/>
                  </a:solidFill>
                  <a:latin typeface="+mn-ea"/>
                </a:rPr>
                <a:t>공지사항 / 자료요청</a:t>
              </a:r>
            </a:p>
          </p:txBody>
        </p:sp>
        <p:sp>
          <p:nvSpPr>
            <p:cNvPr id="100" name="Rectangle 25">
              <a:extLst>
                <a:ext uri="{FF2B5EF4-FFF2-40B4-BE49-F238E27FC236}">
                  <a16:creationId xmlns:a16="http://schemas.microsoft.com/office/drawing/2014/main" id="{4C1F10D6-1BFF-C925-DF8E-606D58D7AA80}"/>
                </a:ext>
              </a:extLst>
            </p:cNvPr>
            <p:cNvSpPr/>
            <p:nvPr/>
          </p:nvSpPr>
          <p:spPr>
            <a:xfrm>
              <a:off x="477718" y="4700007"/>
              <a:ext cx="1269682" cy="215846"/>
            </a:xfrm>
            <a:prstGeom prst="rect">
              <a:avLst/>
            </a:prstGeom>
            <a:solidFill>
              <a:srgbClr val="1E2D45">
                <a:alpha val="50000"/>
              </a:srgbClr>
            </a:solidFill>
            <a:ln>
              <a:solidFill>
                <a:srgbClr val="E8ECF4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1FDFBF90-9A59-EA55-8AED-B467249412A2}"/>
                </a:ext>
              </a:extLst>
            </p:cNvPr>
            <p:cNvSpPr txBox="1"/>
            <p:nvPr/>
          </p:nvSpPr>
          <p:spPr>
            <a:xfrm>
              <a:off x="515808" y="4700341"/>
              <a:ext cx="119350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  <a:latin typeface="+mn-ea"/>
                </a:rPr>
                <a:t>정책광고</a:t>
              </a:r>
            </a:p>
          </p:txBody>
        </p:sp>
        <p:sp>
          <p:nvSpPr>
            <p:cNvPr id="103" name="Rectangle 27">
              <a:extLst>
                <a:ext uri="{FF2B5EF4-FFF2-40B4-BE49-F238E27FC236}">
                  <a16:creationId xmlns:a16="http://schemas.microsoft.com/office/drawing/2014/main" id="{6EB872F0-ACC0-B1E2-7872-D598E79D4795}"/>
                </a:ext>
              </a:extLst>
            </p:cNvPr>
            <p:cNvSpPr/>
            <p:nvPr/>
          </p:nvSpPr>
          <p:spPr>
            <a:xfrm>
              <a:off x="1747401" y="4700007"/>
              <a:ext cx="4443889" cy="21584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1DD52BB3-2121-8515-7C6A-44DC26D1DD74}"/>
                </a:ext>
              </a:extLst>
            </p:cNvPr>
            <p:cNvSpPr txBox="1"/>
            <p:nvPr/>
          </p:nvSpPr>
          <p:spPr>
            <a:xfrm>
              <a:off x="1785491" y="4725401"/>
              <a:ext cx="43677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>
                  <a:solidFill>
                    <a:srgbClr val="222222"/>
                  </a:solidFill>
                  <a:latin typeface="+mn-ea"/>
                </a:rPr>
                <a:t>정책광고 컨설팅 / 전광판 광고 / 국정만화</a:t>
              </a:r>
            </a:p>
          </p:txBody>
        </p:sp>
        <p:sp>
          <p:nvSpPr>
            <p:cNvPr id="109" name="Rectangle 29">
              <a:extLst>
                <a:ext uri="{FF2B5EF4-FFF2-40B4-BE49-F238E27FC236}">
                  <a16:creationId xmlns:a16="http://schemas.microsoft.com/office/drawing/2014/main" id="{A1FB2503-384E-4582-3B20-A80D3603BA94}"/>
                </a:ext>
              </a:extLst>
            </p:cNvPr>
            <p:cNvSpPr/>
            <p:nvPr/>
          </p:nvSpPr>
          <p:spPr>
            <a:xfrm>
              <a:off x="477718" y="4915853"/>
              <a:ext cx="1269682" cy="215846"/>
            </a:xfrm>
            <a:prstGeom prst="rect">
              <a:avLst/>
            </a:prstGeom>
            <a:solidFill>
              <a:srgbClr val="1E2D45">
                <a:alpha val="50000"/>
              </a:srgbClr>
            </a:solidFill>
            <a:ln>
              <a:solidFill>
                <a:srgbClr val="E8ECF4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CFD8078D-AB59-3662-586B-D9B994F6A0E9}"/>
                </a:ext>
              </a:extLst>
            </p:cNvPr>
            <p:cNvSpPr txBox="1"/>
            <p:nvPr/>
          </p:nvSpPr>
          <p:spPr>
            <a:xfrm>
              <a:off x="515808" y="4916187"/>
              <a:ext cx="119350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  <a:latin typeface="+mn-ea"/>
                </a:rPr>
                <a:t>매체협업</a:t>
              </a:r>
            </a:p>
          </p:txBody>
        </p:sp>
        <p:sp>
          <p:nvSpPr>
            <p:cNvPr id="111" name="Rectangle 31">
              <a:extLst>
                <a:ext uri="{FF2B5EF4-FFF2-40B4-BE49-F238E27FC236}">
                  <a16:creationId xmlns:a16="http://schemas.microsoft.com/office/drawing/2014/main" id="{CFB85C88-3FDF-5BE0-2FCB-ECBC011BF54B}"/>
                </a:ext>
              </a:extLst>
            </p:cNvPr>
            <p:cNvSpPr/>
            <p:nvPr/>
          </p:nvSpPr>
          <p:spPr>
            <a:xfrm>
              <a:off x="1747401" y="4915853"/>
              <a:ext cx="4443889" cy="21584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E048FA90-CDAE-3EC1-EF3F-04926694AAE6}"/>
                </a:ext>
              </a:extLst>
            </p:cNvPr>
            <p:cNvSpPr txBox="1"/>
            <p:nvPr/>
          </p:nvSpPr>
          <p:spPr>
            <a:xfrm>
              <a:off x="1785491" y="4941247"/>
              <a:ext cx="43677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>
                  <a:solidFill>
                    <a:srgbClr val="222222"/>
                  </a:solidFill>
                  <a:latin typeface="+mn-ea"/>
                </a:rPr>
                <a:t>과제신청 / 과제선정 및 홍보물공유 / 과제실적</a:t>
              </a:r>
            </a:p>
          </p:txBody>
        </p:sp>
        <p:sp>
          <p:nvSpPr>
            <p:cNvPr id="113" name="Rectangle 33">
              <a:extLst>
                <a:ext uri="{FF2B5EF4-FFF2-40B4-BE49-F238E27FC236}">
                  <a16:creationId xmlns:a16="http://schemas.microsoft.com/office/drawing/2014/main" id="{32CCFBF4-6FB1-C17D-D3D7-65766C296513}"/>
                </a:ext>
              </a:extLst>
            </p:cNvPr>
            <p:cNvSpPr/>
            <p:nvPr/>
          </p:nvSpPr>
          <p:spPr>
            <a:xfrm>
              <a:off x="477718" y="5131699"/>
              <a:ext cx="1269682" cy="215846"/>
            </a:xfrm>
            <a:prstGeom prst="rect">
              <a:avLst/>
            </a:prstGeom>
            <a:solidFill>
              <a:srgbClr val="1E2D45">
                <a:alpha val="50000"/>
              </a:srgbClr>
            </a:solidFill>
            <a:ln>
              <a:solidFill>
                <a:srgbClr val="E8ECF4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CC90AD49-3CD5-0186-A899-929876298391}"/>
                </a:ext>
              </a:extLst>
            </p:cNvPr>
            <p:cNvSpPr txBox="1"/>
            <p:nvPr/>
          </p:nvSpPr>
          <p:spPr>
            <a:xfrm>
              <a:off x="515808" y="5132033"/>
              <a:ext cx="131427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dirty="0" err="1">
                  <a:solidFill>
                    <a:srgbClr val="FFFFFF"/>
                  </a:solidFill>
                  <a:latin typeface="+mn-ea"/>
                </a:rPr>
                <a:t>정부공용스튜디오</a:t>
              </a:r>
              <a:endParaRPr sz="10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15" name="Rectangle 35">
              <a:extLst>
                <a:ext uri="{FF2B5EF4-FFF2-40B4-BE49-F238E27FC236}">
                  <a16:creationId xmlns:a16="http://schemas.microsoft.com/office/drawing/2014/main" id="{7E6C90E8-58AD-5F09-8B64-EBC7CC4A3A3A}"/>
                </a:ext>
              </a:extLst>
            </p:cNvPr>
            <p:cNvSpPr/>
            <p:nvPr/>
          </p:nvSpPr>
          <p:spPr>
            <a:xfrm>
              <a:off x="1747401" y="5131699"/>
              <a:ext cx="4443889" cy="21584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BE0B20D5-46E5-079E-A0A8-EEE64B20DA9B}"/>
                </a:ext>
              </a:extLst>
            </p:cNvPr>
            <p:cNvSpPr txBox="1"/>
            <p:nvPr/>
          </p:nvSpPr>
          <p:spPr>
            <a:xfrm>
              <a:off x="1785491" y="5157093"/>
              <a:ext cx="43677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>
                  <a:solidFill>
                    <a:srgbClr val="222222"/>
                  </a:solidFill>
                  <a:latin typeface="+mn-ea"/>
                </a:rPr>
                <a:t>예약 / 게시판</a:t>
              </a:r>
            </a:p>
          </p:txBody>
        </p:sp>
        <p:sp>
          <p:nvSpPr>
            <p:cNvPr id="117" name="Rectangle 37">
              <a:extLst>
                <a:ext uri="{FF2B5EF4-FFF2-40B4-BE49-F238E27FC236}">
                  <a16:creationId xmlns:a16="http://schemas.microsoft.com/office/drawing/2014/main" id="{1F62C09C-D6D7-A9A1-251D-AB393B88A75B}"/>
                </a:ext>
              </a:extLst>
            </p:cNvPr>
            <p:cNvSpPr/>
            <p:nvPr/>
          </p:nvSpPr>
          <p:spPr>
            <a:xfrm>
              <a:off x="477718" y="5347545"/>
              <a:ext cx="1269682" cy="215846"/>
            </a:xfrm>
            <a:prstGeom prst="rect">
              <a:avLst/>
            </a:prstGeom>
            <a:solidFill>
              <a:srgbClr val="1E2D45">
                <a:alpha val="50000"/>
              </a:srgbClr>
            </a:solidFill>
            <a:ln>
              <a:solidFill>
                <a:srgbClr val="E8ECF4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49B63BF3-0917-BA42-42E5-BC0BF5BE5C24}"/>
                </a:ext>
              </a:extLst>
            </p:cNvPr>
            <p:cNvSpPr txBox="1"/>
            <p:nvPr/>
          </p:nvSpPr>
          <p:spPr>
            <a:xfrm>
              <a:off x="515808" y="5347879"/>
              <a:ext cx="119350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dirty="0" err="1">
                  <a:solidFill>
                    <a:srgbClr val="FFFFFF"/>
                  </a:solidFill>
                  <a:latin typeface="+mn-ea"/>
                </a:rPr>
                <a:t>관리자</a:t>
              </a:r>
              <a:endParaRPr sz="10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19" name="Rectangle 39">
              <a:extLst>
                <a:ext uri="{FF2B5EF4-FFF2-40B4-BE49-F238E27FC236}">
                  <a16:creationId xmlns:a16="http://schemas.microsoft.com/office/drawing/2014/main" id="{005F5743-AD87-1ADD-AE42-B4FEFBA69EE6}"/>
                </a:ext>
              </a:extLst>
            </p:cNvPr>
            <p:cNvSpPr/>
            <p:nvPr/>
          </p:nvSpPr>
          <p:spPr>
            <a:xfrm>
              <a:off x="1747401" y="5347545"/>
              <a:ext cx="4443889" cy="21584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859BC5FE-6946-AC82-35DF-7682D8FEC494}"/>
                </a:ext>
              </a:extLst>
            </p:cNvPr>
            <p:cNvSpPr txBox="1"/>
            <p:nvPr/>
          </p:nvSpPr>
          <p:spPr>
            <a:xfrm>
              <a:off x="1785491" y="5372939"/>
              <a:ext cx="43677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>
                  <a:solidFill>
                    <a:srgbClr val="222222"/>
                  </a:solidFill>
                  <a:latin typeface="+mn-ea"/>
                </a:rPr>
                <a:t>대변인 현황 / 온라인 대변인 현황 / 메뉴별 사용자 현황</a:t>
              </a:r>
            </a:p>
          </p:txBody>
        </p:sp>
        <p:sp>
          <p:nvSpPr>
            <p:cNvPr id="121" name="Rectangle 41">
              <a:extLst>
                <a:ext uri="{FF2B5EF4-FFF2-40B4-BE49-F238E27FC236}">
                  <a16:creationId xmlns:a16="http://schemas.microsoft.com/office/drawing/2014/main" id="{7D01EFC8-AAF2-6738-D04F-382295EF927C}"/>
                </a:ext>
              </a:extLst>
            </p:cNvPr>
            <p:cNvSpPr/>
            <p:nvPr/>
          </p:nvSpPr>
          <p:spPr>
            <a:xfrm>
              <a:off x="477718" y="5563391"/>
              <a:ext cx="1269682" cy="215846"/>
            </a:xfrm>
            <a:prstGeom prst="rect">
              <a:avLst/>
            </a:prstGeom>
            <a:solidFill>
              <a:srgbClr val="1E2D45">
                <a:alpha val="50000"/>
              </a:srgbClr>
            </a:solidFill>
            <a:ln>
              <a:solidFill>
                <a:srgbClr val="E8ECF4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9E68853D-7ED3-4F8A-8590-63039DC96521}"/>
                </a:ext>
              </a:extLst>
            </p:cNvPr>
            <p:cNvSpPr txBox="1"/>
            <p:nvPr/>
          </p:nvSpPr>
          <p:spPr>
            <a:xfrm>
              <a:off x="515808" y="5563725"/>
              <a:ext cx="119350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dirty="0" err="1">
                  <a:solidFill>
                    <a:srgbClr val="FFFFFF"/>
                  </a:solidFill>
                  <a:latin typeface="+mn-ea"/>
                </a:rPr>
                <a:t>시스템관리자</a:t>
              </a:r>
              <a:endParaRPr sz="10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23" name="Rectangle 43">
              <a:extLst>
                <a:ext uri="{FF2B5EF4-FFF2-40B4-BE49-F238E27FC236}">
                  <a16:creationId xmlns:a16="http://schemas.microsoft.com/office/drawing/2014/main" id="{2467FB41-70FC-108A-81D4-551E571E8148}"/>
                </a:ext>
              </a:extLst>
            </p:cNvPr>
            <p:cNvSpPr/>
            <p:nvPr/>
          </p:nvSpPr>
          <p:spPr>
            <a:xfrm>
              <a:off x="1747401" y="5563391"/>
              <a:ext cx="4443889" cy="21584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EBFB2B66-9DDC-FB78-5A66-D6A654586DE1}"/>
                </a:ext>
              </a:extLst>
            </p:cNvPr>
            <p:cNvSpPr txBox="1"/>
            <p:nvPr/>
          </p:nvSpPr>
          <p:spPr>
            <a:xfrm>
              <a:off x="1785491" y="5588785"/>
              <a:ext cx="43677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>
                  <a:solidFill>
                    <a:srgbClr val="222222"/>
                  </a:solidFill>
                  <a:latin typeface="+mn-ea"/>
                </a:rPr>
                <a:t>회원관리 / 회원그룹관리 / 로그인 로그 / SMS내역조회 / 여론조사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BC80144-35B8-B2BB-BBA2-BA0BCF998278}"/>
              </a:ext>
            </a:extLst>
          </p:cNvPr>
          <p:cNvGrpSpPr/>
          <p:nvPr/>
        </p:nvGrpSpPr>
        <p:grpSpPr>
          <a:xfrm>
            <a:off x="6222968" y="1830842"/>
            <a:ext cx="5713572" cy="905779"/>
            <a:chOff x="6222968" y="1830842"/>
            <a:chExt cx="5713572" cy="905779"/>
          </a:xfrm>
        </p:grpSpPr>
        <p:sp>
          <p:nvSpPr>
            <p:cNvPr id="126" name="Rectangle 45">
              <a:extLst>
                <a:ext uri="{FF2B5EF4-FFF2-40B4-BE49-F238E27FC236}">
                  <a16:creationId xmlns:a16="http://schemas.microsoft.com/office/drawing/2014/main" id="{1350A1C6-AD2E-44E2-05A7-4480E7E7994B}"/>
                </a:ext>
              </a:extLst>
            </p:cNvPr>
            <p:cNvSpPr/>
            <p:nvPr/>
          </p:nvSpPr>
          <p:spPr>
            <a:xfrm>
              <a:off x="6222968" y="1837991"/>
              <a:ext cx="1269682" cy="215846"/>
            </a:xfrm>
            <a:prstGeom prst="rect">
              <a:avLst/>
            </a:prstGeom>
            <a:solidFill>
              <a:srgbClr val="1E2D45"/>
            </a:solidFill>
            <a:ln>
              <a:solidFill>
                <a:srgbClr val="E8ECF4"/>
              </a:solidFill>
            </a:ln>
            <a:effectLst>
              <a:reflection blurRad="6350" stA="52000" endA="300" endPos="35000" dir="5400000" sy="-100000" algn="bl" rotWithShape="0"/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28" name="Rectangle 47">
              <a:extLst>
                <a:ext uri="{FF2B5EF4-FFF2-40B4-BE49-F238E27FC236}">
                  <a16:creationId xmlns:a16="http://schemas.microsoft.com/office/drawing/2014/main" id="{6F50E740-7A7C-909D-49A4-96AEA11DD7F1}"/>
                </a:ext>
              </a:extLst>
            </p:cNvPr>
            <p:cNvSpPr/>
            <p:nvPr/>
          </p:nvSpPr>
          <p:spPr>
            <a:xfrm>
              <a:off x="7492651" y="1842753"/>
              <a:ext cx="4443889" cy="215846"/>
            </a:xfrm>
            <a:prstGeom prst="rect">
              <a:avLst/>
            </a:prstGeom>
            <a:solidFill>
              <a:srgbClr val="2E4470"/>
            </a:solidFill>
            <a:ln w="3175">
              <a:solidFill>
                <a:srgbClr val="E8ECF4"/>
              </a:solidFill>
            </a:ln>
            <a:effectLst>
              <a:reflection blurRad="6350" stA="52000" endA="300" endPos="35000" dir="5400000" sy="-100000" algn="bl" rotWithShape="0"/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C20F669A-FA0A-483B-1B19-D04CF2554064}"/>
                </a:ext>
              </a:extLst>
            </p:cNvPr>
            <p:cNvSpPr txBox="1"/>
            <p:nvPr/>
          </p:nvSpPr>
          <p:spPr>
            <a:xfrm>
              <a:off x="7530741" y="1848145"/>
              <a:ext cx="43677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dirty="0" err="1">
                  <a:solidFill>
                    <a:srgbClr val="E8ECF4"/>
                  </a:solidFill>
                  <a:latin typeface="+mn-ea"/>
                </a:rPr>
                <a:t>채널</a:t>
              </a:r>
              <a:r>
                <a:rPr sz="900" dirty="0">
                  <a:solidFill>
                    <a:srgbClr val="E8ECF4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E8ECF4"/>
                  </a:solidFill>
                  <a:latin typeface="+mn-ea"/>
                </a:rPr>
                <a:t>필터</a:t>
              </a:r>
              <a:r>
                <a:rPr sz="900" dirty="0">
                  <a:solidFill>
                    <a:srgbClr val="E8ECF4"/>
                  </a:solidFill>
                  <a:latin typeface="+mn-ea"/>
                </a:rPr>
                <a:t>: </a:t>
              </a:r>
              <a:r>
                <a:rPr sz="900" dirty="0" err="1">
                  <a:solidFill>
                    <a:srgbClr val="E8ECF4"/>
                  </a:solidFill>
                  <a:latin typeface="+mn-ea"/>
                </a:rPr>
                <a:t>대변인</a:t>
              </a:r>
              <a:r>
                <a:rPr sz="900" dirty="0">
                  <a:solidFill>
                    <a:srgbClr val="E8ECF4"/>
                  </a:solidFill>
                  <a:latin typeface="+mn-ea"/>
                </a:rPr>
                <a:t>/</a:t>
              </a:r>
              <a:r>
                <a:rPr sz="900" dirty="0" err="1">
                  <a:solidFill>
                    <a:srgbClr val="E8ECF4"/>
                  </a:solidFill>
                  <a:latin typeface="+mn-ea"/>
                </a:rPr>
                <a:t>온라인</a:t>
              </a:r>
              <a:r>
                <a:rPr sz="900" dirty="0">
                  <a:solidFill>
                    <a:srgbClr val="E8ECF4"/>
                  </a:solidFill>
                  <a:latin typeface="+mn-ea"/>
                </a:rPr>
                <a:t>/</a:t>
              </a:r>
              <a:r>
                <a:rPr sz="900" dirty="0" err="1">
                  <a:solidFill>
                    <a:srgbClr val="E8ECF4"/>
                  </a:solidFill>
                  <a:latin typeface="+mn-ea"/>
                </a:rPr>
                <a:t>외신</a:t>
              </a:r>
              <a:r>
                <a:rPr lang="ko-KR" altLang="en-US" sz="900" dirty="0">
                  <a:solidFill>
                    <a:srgbClr val="E8ECF4"/>
                  </a:solidFill>
                  <a:latin typeface="+mn-ea"/>
                </a:rPr>
                <a:t>대변인</a:t>
              </a:r>
              <a:r>
                <a:rPr lang="en-US" altLang="ko-KR" sz="900" dirty="0">
                  <a:solidFill>
                    <a:srgbClr val="E8ECF4"/>
                  </a:solidFill>
                  <a:latin typeface="+mn-ea"/>
                </a:rPr>
                <a:t>/ </a:t>
              </a:r>
              <a:r>
                <a:rPr lang="ko-KR" altLang="en-US" sz="900" dirty="0">
                  <a:solidFill>
                    <a:srgbClr val="E8ECF4"/>
                  </a:solidFill>
                  <a:latin typeface="+mn-ea"/>
                </a:rPr>
                <a:t>정책소통 우수사례</a:t>
              </a:r>
              <a:r>
                <a:rPr lang="en-US" altLang="ko-KR" sz="900" dirty="0">
                  <a:solidFill>
                    <a:srgbClr val="E8ECF4"/>
                  </a:solidFill>
                  <a:latin typeface="+mn-ea"/>
                </a:rPr>
                <a:t>(</a:t>
              </a:r>
              <a:r>
                <a:rPr lang="ko-KR" altLang="en-US" sz="900" dirty="0">
                  <a:solidFill>
                    <a:srgbClr val="E8ECF4"/>
                  </a:solidFill>
                  <a:latin typeface="+mn-ea"/>
                </a:rPr>
                <a:t>기존 대변인방 메뉴</a:t>
              </a:r>
              <a:r>
                <a:rPr lang="en-US" altLang="ko-KR" sz="900" dirty="0">
                  <a:solidFill>
                    <a:srgbClr val="E8ECF4"/>
                  </a:solidFill>
                  <a:latin typeface="+mn-ea"/>
                </a:rPr>
                <a:t>)</a:t>
              </a:r>
              <a:endParaRPr sz="900" dirty="0">
                <a:solidFill>
                  <a:srgbClr val="E8ECF4"/>
                </a:solidFill>
                <a:latin typeface="+mn-ea"/>
              </a:endParaRPr>
            </a:p>
          </p:txBody>
        </p:sp>
        <p:sp>
          <p:nvSpPr>
            <p:cNvPr id="130" name="Rectangle 49">
              <a:extLst>
                <a:ext uri="{FF2B5EF4-FFF2-40B4-BE49-F238E27FC236}">
                  <a16:creationId xmlns:a16="http://schemas.microsoft.com/office/drawing/2014/main" id="{0B08991B-031D-8FE8-317B-2F36E01AFAD8}"/>
                </a:ext>
              </a:extLst>
            </p:cNvPr>
            <p:cNvSpPr/>
            <p:nvPr/>
          </p:nvSpPr>
          <p:spPr>
            <a:xfrm>
              <a:off x="6222968" y="2053837"/>
              <a:ext cx="1269682" cy="215846"/>
            </a:xfrm>
            <a:prstGeom prst="rect">
              <a:avLst/>
            </a:prstGeom>
            <a:solidFill>
              <a:srgbClr val="1E2D45"/>
            </a:solidFill>
            <a:ln>
              <a:solidFill>
                <a:srgbClr val="E8ECF4"/>
              </a:solidFill>
            </a:ln>
            <a:effectLst>
              <a:reflection blurRad="6350" stA="52000" endA="300" endPos="35000" dir="5400000" sy="-100000" algn="bl" rotWithShape="0"/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32" name="Rectangle 51">
              <a:extLst>
                <a:ext uri="{FF2B5EF4-FFF2-40B4-BE49-F238E27FC236}">
                  <a16:creationId xmlns:a16="http://schemas.microsoft.com/office/drawing/2014/main" id="{457205DE-E9A0-634D-91D8-6E5C21898CBD}"/>
                </a:ext>
              </a:extLst>
            </p:cNvPr>
            <p:cNvSpPr/>
            <p:nvPr/>
          </p:nvSpPr>
          <p:spPr>
            <a:xfrm>
              <a:off x="7492651" y="2058599"/>
              <a:ext cx="4443889" cy="215846"/>
            </a:xfrm>
            <a:prstGeom prst="rect">
              <a:avLst/>
            </a:prstGeom>
            <a:solidFill>
              <a:srgbClr val="2E4470"/>
            </a:solidFill>
            <a:ln w="3175">
              <a:solidFill>
                <a:srgbClr val="E8ECF4"/>
              </a:solidFill>
            </a:ln>
            <a:effectLst>
              <a:reflection blurRad="6350" stA="52000" endA="300" endPos="35000" dir="5400000" sy="-100000" algn="bl" rotWithShape="0"/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D95B4E05-F870-70A9-A811-9A562C10A039}"/>
                </a:ext>
              </a:extLst>
            </p:cNvPr>
            <p:cNvSpPr txBox="1"/>
            <p:nvPr/>
          </p:nvSpPr>
          <p:spPr>
            <a:xfrm>
              <a:off x="7530741" y="2063991"/>
              <a:ext cx="440579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900" dirty="0">
                  <a:solidFill>
                    <a:srgbClr val="E8ECF4"/>
                  </a:solidFill>
                  <a:latin typeface="+mn-ea"/>
                </a:rPr>
                <a:t>채널 필터</a:t>
              </a:r>
              <a:r>
                <a:rPr lang="en-US" altLang="ko-KR" sz="900" dirty="0">
                  <a:solidFill>
                    <a:srgbClr val="E8ECF4"/>
                  </a:solidFill>
                  <a:latin typeface="+mn-ea"/>
                </a:rPr>
                <a:t>: </a:t>
              </a:r>
              <a:r>
                <a:rPr lang="ko-KR" altLang="en-US" sz="900" dirty="0">
                  <a:solidFill>
                    <a:srgbClr val="E8ECF4"/>
                  </a:solidFill>
                  <a:latin typeface="+mn-ea"/>
                </a:rPr>
                <a:t>대변인</a:t>
              </a:r>
              <a:r>
                <a:rPr lang="en-US" altLang="ko-KR" sz="900" dirty="0">
                  <a:solidFill>
                    <a:srgbClr val="E8ECF4"/>
                  </a:solidFill>
                  <a:latin typeface="+mn-ea"/>
                </a:rPr>
                <a:t>/</a:t>
              </a:r>
              <a:r>
                <a:rPr lang="ko-KR" altLang="en-US" sz="900" dirty="0">
                  <a:solidFill>
                    <a:srgbClr val="E8ECF4"/>
                  </a:solidFill>
                  <a:latin typeface="+mn-ea"/>
                </a:rPr>
                <a:t>온라인</a:t>
              </a:r>
              <a:r>
                <a:rPr lang="en-US" altLang="ko-KR" sz="900" dirty="0">
                  <a:solidFill>
                    <a:srgbClr val="E8ECF4"/>
                  </a:solidFill>
                  <a:latin typeface="+mn-ea"/>
                </a:rPr>
                <a:t>/</a:t>
              </a:r>
              <a:r>
                <a:rPr lang="ko-KR" altLang="en-US" sz="900" dirty="0">
                  <a:solidFill>
                    <a:srgbClr val="E8ECF4"/>
                  </a:solidFill>
                  <a:latin typeface="+mn-ea"/>
                </a:rPr>
                <a:t>외신대변인방</a:t>
              </a:r>
              <a:r>
                <a:rPr lang="en-US" altLang="ko-KR" sz="900" dirty="0">
                  <a:solidFill>
                    <a:srgbClr val="E8ECF4"/>
                  </a:solidFill>
                  <a:latin typeface="+mn-ea"/>
                </a:rPr>
                <a:t>/ </a:t>
              </a:r>
              <a:r>
                <a:rPr lang="ko-KR" altLang="en-US" sz="900" dirty="0" err="1">
                  <a:solidFill>
                    <a:srgbClr val="E8ECF4"/>
                  </a:solidFill>
                  <a:latin typeface="+mn-ea"/>
                </a:rPr>
                <a:t>취합대시보드</a:t>
              </a:r>
              <a:r>
                <a:rPr lang="en-US" altLang="ko-KR" sz="900" dirty="0">
                  <a:solidFill>
                    <a:srgbClr val="E8ECF4"/>
                  </a:solidFill>
                  <a:latin typeface="+mn-ea"/>
                </a:rPr>
                <a:t> </a:t>
              </a:r>
              <a:endParaRPr lang="ko-KR" altLang="en-US" sz="900" dirty="0">
                <a:solidFill>
                  <a:srgbClr val="E8ECF4"/>
                </a:solidFill>
                <a:latin typeface="+mn-ea"/>
              </a:endParaRPr>
            </a:p>
            <a:p>
              <a:pPr algn="l"/>
              <a:r>
                <a:rPr lang="en-US" altLang="ko-KR" sz="900" dirty="0">
                  <a:solidFill>
                    <a:srgbClr val="E8ECF4"/>
                  </a:solidFill>
                  <a:latin typeface="+mn-ea"/>
                </a:rPr>
                <a:t>/ </a:t>
              </a:r>
              <a:r>
                <a:rPr lang="ko-KR" altLang="en-US" sz="900" dirty="0">
                  <a:solidFill>
                    <a:srgbClr val="E8ECF4"/>
                  </a:solidFill>
                  <a:latin typeface="+mn-ea"/>
                </a:rPr>
                <a:t>취합 현황 대시보드</a:t>
              </a:r>
            </a:p>
          </p:txBody>
        </p:sp>
        <p:sp>
          <p:nvSpPr>
            <p:cNvPr id="134" name="Rectangle 53">
              <a:extLst>
                <a:ext uri="{FF2B5EF4-FFF2-40B4-BE49-F238E27FC236}">
                  <a16:creationId xmlns:a16="http://schemas.microsoft.com/office/drawing/2014/main" id="{26EE9F00-B8B3-2933-6401-7A089961870B}"/>
                </a:ext>
              </a:extLst>
            </p:cNvPr>
            <p:cNvSpPr/>
            <p:nvPr/>
          </p:nvSpPr>
          <p:spPr>
            <a:xfrm>
              <a:off x="6222968" y="2269683"/>
              <a:ext cx="1269682" cy="215846"/>
            </a:xfrm>
            <a:prstGeom prst="rect">
              <a:avLst/>
            </a:prstGeom>
            <a:solidFill>
              <a:srgbClr val="1E2D45"/>
            </a:solidFill>
            <a:ln>
              <a:solidFill>
                <a:srgbClr val="E8ECF4"/>
              </a:solidFill>
            </a:ln>
            <a:effectLst>
              <a:reflection blurRad="6350" stA="52000" endA="300" endPos="35000" dir="5400000" sy="-100000" algn="bl" rotWithShape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36" name="Rectangle 55">
              <a:extLst>
                <a:ext uri="{FF2B5EF4-FFF2-40B4-BE49-F238E27FC236}">
                  <a16:creationId xmlns:a16="http://schemas.microsoft.com/office/drawing/2014/main" id="{84EE043E-2304-54C9-2EF2-D9D8997B30A4}"/>
                </a:ext>
              </a:extLst>
            </p:cNvPr>
            <p:cNvSpPr/>
            <p:nvPr/>
          </p:nvSpPr>
          <p:spPr>
            <a:xfrm>
              <a:off x="7492651" y="2269683"/>
              <a:ext cx="4443889" cy="215846"/>
            </a:xfrm>
            <a:prstGeom prst="rect">
              <a:avLst/>
            </a:prstGeom>
            <a:solidFill>
              <a:srgbClr val="2E4470"/>
            </a:solidFill>
            <a:ln w="5080">
              <a:solidFill>
                <a:srgbClr val="E8EC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38" name="Rectangle 57">
              <a:extLst>
                <a:ext uri="{FF2B5EF4-FFF2-40B4-BE49-F238E27FC236}">
                  <a16:creationId xmlns:a16="http://schemas.microsoft.com/office/drawing/2014/main" id="{0C060A2B-3213-D0FE-EC5A-D7A1A65F377B}"/>
                </a:ext>
              </a:extLst>
            </p:cNvPr>
            <p:cNvSpPr/>
            <p:nvPr/>
          </p:nvSpPr>
          <p:spPr>
            <a:xfrm>
              <a:off x="6222968" y="2485529"/>
              <a:ext cx="1269682" cy="215846"/>
            </a:xfrm>
            <a:prstGeom prst="rect">
              <a:avLst/>
            </a:prstGeom>
            <a:solidFill>
              <a:srgbClr val="1E2D45"/>
            </a:solidFill>
            <a:ln>
              <a:solidFill>
                <a:srgbClr val="E8ECF4"/>
              </a:solidFill>
            </a:ln>
            <a:effectLst>
              <a:reflection blurRad="6350" stA="52000" endA="300" endPos="35000" dir="5400000" sy="-100000" algn="bl" rotWithShape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40" name="Rectangle 59">
              <a:extLst>
                <a:ext uri="{FF2B5EF4-FFF2-40B4-BE49-F238E27FC236}">
                  <a16:creationId xmlns:a16="http://schemas.microsoft.com/office/drawing/2014/main" id="{5FFCF9D8-6E6B-3339-31A7-4DE90F50C11C}"/>
                </a:ext>
              </a:extLst>
            </p:cNvPr>
            <p:cNvSpPr/>
            <p:nvPr/>
          </p:nvSpPr>
          <p:spPr>
            <a:xfrm>
              <a:off x="7492651" y="2485529"/>
              <a:ext cx="4443889" cy="215846"/>
            </a:xfrm>
            <a:prstGeom prst="rect">
              <a:avLst/>
            </a:prstGeom>
            <a:solidFill>
              <a:srgbClr val="2E4470"/>
            </a:solidFill>
            <a:ln w="5080">
              <a:solidFill>
                <a:srgbClr val="E8EC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41D0CFBC-ADD3-404E-88CD-6CFCBDABFFCD}"/>
                </a:ext>
              </a:extLst>
            </p:cNvPr>
            <p:cNvSpPr txBox="1"/>
            <p:nvPr/>
          </p:nvSpPr>
          <p:spPr>
            <a:xfrm>
              <a:off x="7530741" y="2289943"/>
              <a:ext cx="43677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ko-KR" altLang="en-US" sz="900" dirty="0">
                  <a:solidFill>
                    <a:srgbClr val="E8ECF4"/>
                  </a:solidFill>
                  <a:latin typeface="+mn-ea"/>
                </a:rPr>
                <a:t>주요이슈 및 홍보계획 </a:t>
              </a:r>
              <a:r>
                <a:rPr lang="en-US" altLang="ko-KR" sz="900" dirty="0">
                  <a:solidFill>
                    <a:srgbClr val="E8ECF4"/>
                  </a:solidFill>
                  <a:latin typeface="+mn-ea"/>
                </a:rPr>
                <a:t>/ </a:t>
              </a:r>
              <a:r>
                <a:rPr lang="ko-KR" altLang="en-US" sz="900" dirty="0">
                  <a:solidFill>
                    <a:srgbClr val="E8ECF4"/>
                  </a:solidFill>
                  <a:latin typeface="+mn-ea"/>
                </a:rPr>
                <a:t>디지털 콘텐츠 계획 </a:t>
              </a:r>
              <a:r>
                <a:rPr lang="en-US" altLang="ko-KR" sz="900" dirty="0">
                  <a:solidFill>
                    <a:srgbClr val="E8ECF4"/>
                  </a:solidFill>
                  <a:latin typeface="+mn-ea"/>
                </a:rPr>
                <a:t>(</a:t>
              </a:r>
              <a:r>
                <a:rPr lang="ko-KR" altLang="en-US" sz="900" dirty="0">
                  <a:solidFill>
                    <a:srgbClr val="E8ECF4"/>
                  </a:solidFill>
                  <a:latin typeface="+mn-ea"/>
                </a:rPr>
                <a:t>기존  온라인방 메뉴</a:t>
              </a:r>
              <a:r>
                <a:rPr lang="en-US" altLang="ko-KR" sz="900" dirty="0">
                  <a:solidFill>
                    <a:srgbClr val="E8ECF4"/>
                  </a:solidFill>
                  <a:latin typeface="+mn-ea"/>
                </a:rPr>
                <a:t>)</a:t>
              </a:r>
              <a:endParaRPr sz="900" dirty="0">
                <a:solidFill>
                  <a:srgbClr val="E8ECF4"/>
                </a:solidFill>
                <a:latin typeface="+mn-ea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7206BD68-0931-F5BB-7164-39B2B709BD72}"/>
                </a:ext>
              </a:extLst>
            </p:cNvPr>
            <p:cNvSpPr txBox="1"/>
            <p:nvPr/>
          </p:nvSpPr>
          <p:spPr>
            <a:xfrm>
              <a:off x="7530741" y="2505789"/>
              <a:ext cx="43677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900" dirty="0">
                  <a:solidFill>
                    <a:srgbClr val="E8ECF4"/>
                  </a:solidFill>
                  <a:latin typeface="+mn-ea"/>
                </a:rPr>
                <a:t>-</a:t>
              </a:r>
              <a:endParaRPr sz="900" dirty="0">
                <a:solidFill>
                  <a:srgbClr val="E8ECF4"/>
                </a:solidFill>
                <a:latin typeface="+mn-ea"/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A8D0167C-F167-863C-26EB-57CBC5039817}"/>
                </a:ext>
              </a:extLst>
            </p:cNvPr>
            <p:cNvSpPr txBox="1"/>
            <p:nvPr/>
          </p:nvSpPr>
          <p:spPr>
            <a:xfrm>
              <a:off x="6245817" y="1830842"/>
              <a:ext cx="924603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dirty="0" err="1">
                  <a:solidFill>
                    <a:srgbClr val="FFFFFF"/>
                  </a:solidFill>
                  <a:latin typeface="+mn-ea"/>
                </a:rPr>
                <a:t>공지사항</a:t>
              </a:r>
              <a:endParaRPr sz="10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5DF6BBD-F055-F631-13CE-5855852F8B75}"/>
                </a:ext>
              </a:extLst>
            </p:cNvPr>
            <p:cNvSpPr txBox="1"/>
            <p:nvPr/>
          </p:nvSpPr>
          <p:spPr>
            <a:xfrm>
              <a:off x="6253438" y="2046688"/>
              <a:ext cx="10160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dirty="0" err="1">
                  <a:solidFill>
                    <a:srgbClr val="FFFFFF"/>
                  </a:solidFill>
                  <a:latin typeface="+mn-ea"/>
                </a:rPr>
                <a:t>자료요청</a:t>
              </a:r>
              <a:endParaRPr sz="10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0D51E7E2-4A33-D244-C258-C5B2C564C7E4}"/>
                </a:ext>
              </a:extLst>
            </p:cNvPr>
            <p:cNvSpPr txBox="1"/>
            <p:nvPr/>
          </p:nvSpPr>
          <p:spPr>
            <a:xfrm>
              <a:off x="6233626" y="2265020"/>
              <a:ext cx="130474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b="1" dirty="0">
                  <a:solidFill>
                    <a:srgbClr val="FFFFFF"/>
                  </a:solidFill>
                  <a:latin typeface="+mn-ea"/>
                </a:rPr>
                <a:t>홍보</a:t>
              </a:r>
              <a:r>
                <a:rPr lang="ko-KR" altLang="en-US" sz="1000" b="1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lang="en-US" altLang="ko-KR" sz="1000" b="1" dirty="0">
                  <a:solidFill>
                    <a:schemeClr val="bg1"/>
                  </a:solidFill>
                  <a:latin typeface="+mn-ea"/>
                </a:rPr>
                <a:t>·</a:t>
              </a:r>
              <a:r>
                <a:rPr lang="en-US" altLang="ko-KR" sz="1000" b="1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rgbClr val="FFFFFF"/>
                  </a:solidFill>
                  <a:latin typeface="+mn-ea"/>
                </a:rPr>
                <a:t>콘텐츠 계획</a:t>
              </a:r>
              <a:endParaRPr sz="10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D421B78C-B116-2DBA-44D4-2C37B774882B}"/>
                </a:ext>
              </a:extLst>
            </p:cNvPr>
            <p:cNvSpPr txBox="1"/>
            <p:nvPr/>
          </p:nvSpPr>
          <p:spPr>
            <a:xfrm>
              <a:off x="6242770" y="2480866"/>
              <a:ext cx="131627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ko-KR" altLang="en-US" sz="1000" b="1" dirty="0">
                  <a:solidFill>
                    <a:srgbClr val="FFFFFF"/>
                  </a:solidFill>
                  <a:latin typeface="+mn-ea"/>
                </a:rPr>
                <a:t>뉴스레터 제작지원</a:t>
              </a:r>
              <a:endParaRPr sz="100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41C1AE8-9141-E286-89D9-846B20C1A98E}"/>
              </a:ext>
            </a:extLst>
          </p:cNvPr>
          <p:cNvGrpSpPr/>
          <p:nvPr/>
        </p:nvGrpSpPr>
        <p:grpSpPr>
          <a:xfrm>
            <a:off x="6222968" y="2795301"/>
            <a:ext cx="5840604" cy="1115156"/>
            <a:chOff x="6222968" y="2917221"/>
            <a:chExt cx="5840604" cy="1115156"/>
          </a:xfrm>
        </p:grpSpPr>
        <p:sp>
          <p:nvSpPr>
            <p:cNvPr id="146" name="Rectangle 65">
              <a:extLst>
                <a:ext uri="{FF2B5EF4-FFF2-40B4-BE49-F238E27FC236}">
                  <a16:creationId xmlns:a16="http://schemas.microsoft.com/office/drawing/2014/main" id="{0CAD209A-7DEE-EDB7-7B80-F72C67F2F19D}"/>
                </a:ext>
              </a:extLst>
            </p:cNvPr>
            <p:cNvSpPr/>
            <p:nvPr/>
          </p:nvSpPr>
          <p:spPr>
            <a:xfrm>
              <a:off x="6222968" y="2917221"/>
              <a:ext cx="1269682" cy="215846"/>
            </a:xfrm>
            <a:prstGeom prst="rect">
              <a:avLst/>
            </a:prstGeom>
            <a:solidFill>
              <a:srgbClr val="445064">
                <a:alpha val="50000"/>
              </a:srgbClr>
            </a:solidFill>
            <a:ln>
              <a:solidFill>
                <a:srgbClr val="E8ECF4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48" name="Rectangle 67">
              <a:extLst>
                <a:ext uri="{FF2B5EF4-FFF2-40B4-BE49-F238E27FC236}">
                  <a16:creationId xmlns:a16="http://schemas.microsoft.com/office/drawing/2014/main" id="{E7C13251-7EBA-E264-0DAF-0B4285F67ECC}"/>
                </a:ext>
              </a:extLst>
            </p:cNvPr>
            <p:cNvSpPr/>
            <p:nvPr/>
          </p:nvSpPr>
          <p:spPr>
            <a:xfrm>
              <a:off x="7492651" y="2917221"/>
              <a:ext cx="4443889" cy="21584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87AA5A84-3242-F401-B817-708FF5912AF2}"/>
                </a:ext>
              </a:extLst>
            </p:cNvPr>
            <p:cNvSpPr txBox="1"/>
            <p:nvPr/>
          </p:nvSpPr>
          <p:spPr>
            <a:xfrm>
              <a:off x="7530741" y="2934995"/>
              <a:ext cx="43677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>
                  <a:solidFill>
                    <a:srgbClr val="222222"/>
                  </a:solidFill>
                  <a:latin typeface="+mn-ea"/>
                </a:rPr>
                <a:t>정책광고 컨설팅 / 전광판 광고 / 국정만화</a:t>
              </a:r>
            </a:p>
          </p:txBody>
        </p:sp>
        <p:sp>
          <p:nvSpPr>
            <p:cNvPr id="150" name="Rectangle 69">
              <a:extLst>
                <a:ext uri="{FF2B5EF4-FFF2-40B4-BE49-F238E27FC236}">
                  <a16:creationId xmlns:a16="http://schemas.microsoft.com/office/drawing/2014/main" id="{C142FC4C-C8CD-C884-CF6C-DB86D4635553}"/>
                </a:ext>
              </a:extLst>
            </p:cNvPr>
            <p:cNvSpPr/>
            <p:nvPr/>
          </p:nvSpPr>
          <p:spPr>
            <a:xfrm>
              <a:off x="6222968" y="3133067"/>
              <a:ext cx="1269682" cy="215846"/>
            </a:xfrm>
            <a:prstGeom prst="rect">
              <a:avLst/>
            </a:prstGeom>
            <a:solidFill>
              <a:srgbClr val="445064">
                <a:alpha val="50000"/>
              </a:srgbClr>
            </a:solidFill>
            <a:ln>
              <a:solidFill>
                <a:srgbClr val="E8ECF4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52" name="Rectangle 71">
              <a:extLst>
                <a:ext uri="{FF2B5EF4-FFF2-40B4-BE49-F238E27FC236}">
                  <a16:creationId xmlns:a16="http://schemas.microsoft.com/office/drawing/2014/main" id="{C11F91DD-0F30-D131-A62C-4A1C953655C4}"/>
                </a:ext>
              </a:extLst>
            </p:cNvPr>
            <p:cNvSpPr/>
            <p:nvPr/>
          </p:nvSpPr>
          <p:spPr>
            <a:xfrm>
              <a:off x="7492651" y="3133067"/>
              <a:ext cx="4443889" cy="21584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6908B916-B960-092B-C9DA-4A3AFD4ADCEA}"/>
                </a:ext>
              </a:extLst>
            </p:cNvPr>
            <p:cNvSpPr txBox="1"/>
            <p:nvPr/>
          </p:nvSpPr>
          <p:spPr>
            <a:xfrm>
              <a:off x="7530741" y="3150841"/>
              <a:ext cx="43677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dirty="0" err="1">
                  <a:solidFill>
                    <a:srgbClr val="222222"/>
                  </a:solidFill>
                  <a:latin typeface="+mn-ea"/>
                </a:rPr>
                <a:t>과제신청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/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과제선정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및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홍보물공유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/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과제실적</a:t>
              </a:r>
              <a:endParaRPr sz="90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154" name="Rectangle 73">
              <a:extLst>
                <a:ext uri="{FF2B5EF4-FFF2-40B4-BE49-F238E27FC236}">
                  <a16:creationId xmlns:a16="http://schemas.microsoft.com/office/drawing/2014/main" id="{C6CA8E87-A448-A6D9-13AA-F2BFC44F9795}"/>
                </a:ext>
              </a:extLst>
            </p:cNvPr>
            <p:cNvSpPr/>
            <p:nvPr/>
          </p:nvSpPr>
          <p:spPr>
            <a:xfrm>
              <a:off x="6222968" y="3348913"/>
              <a:ext cx="1269682" cy="215846"/>
            </a:xfrm>
            <a:prstGeom prst="rect">
              <a:avLst/>
            </a:prstGeom>
            <a:solidFill>
              <a:srgbClr val="445064">
                <a:alpha val="50000"/>
              </a:srgbClr>
            </a:solidFill>
            <a:ln>
              <a:solidFill>
                <a:srgbClr val="E8ECF4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56" name="Rectangle 75">
              <a:extLst>
                <a:ext uri="{FF2B5EF4-FFF2-40B4-BE49-F238E27FC236}">
                  <a16:creationId xmlns:a16="http://schemas.microsoft.com/office/drawing/2014/main" id="{0D579B03-EBC1-1EC9-5912-DA8A5EF3B2A5}"/>
                </a:ext>
              </a:extLst>
            </p:cNvPr>
            <p:cNvSpPr/>
            <p:nvPr/>
          </p:nvSpPr>
          <p:spPr>
            <a:xfrm>
              <a:off x="7492651" y="3348913"/>
              <a:ext cx="4443889" cy="21584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801CF34-5DE9-9C87-FBAA-49B1E74DF1EF}"/>
                </a:ext>
              </a:extLst>
            </p:cNvPr>
            <p:cNvSpPr txBox="1"/>
            <p:nvPr/>
          </p:nvSpPr>
          <p:spPr>
            <a:xfrm>
              <a:off x="7530741" y="3366687"/>
              <a:ext cx="43677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>
                  <a:solidFill>
                    <a:srgbClr val="222222"/>
                  </a:solidFill>
                  <a:latin typeface="+mn-ea"/>
                </a:rPr>
                <a:t>예약 / 게시판</a:t>
              </a:r>
            </a:p>
          </p:txBody>
        </p:sp>
        <p:sp>
          <p:nvSpPr>
            <p:cNvPr id="158" name="Rectangle 77">
              <a:extLst>
                <a:ext uri="{FF2B5EF4-FFF2-40B4-BE49-F238E27FC236}">
                  <a16:creationId xmlns:a16="http://schemas.microsoft.com/office/drawing/2014/main" id="{E6444FBC-7131-06AA-13D0-CB1C574F3EAC}"/>
                </a:ext>
              </a:extLst>
            </p:cNvPr>
            <p:cNvSpPr/>
            <p:nvPr/>
          </p:nvSpPr>
          <p:spPr>
            <a:xfrm>
              <a:off x="6222968" y="3564759"/>
              <a:ext cx="1269682" cy="215846"/>
            </a:xfrm>
            <a:prstGeom prst="rect">
              <a:avLst/>
            </a:prstGeom>
            <a:solidFill>
              <a:srgbClr val="445064">
                <a:alpha val="50000"/>
              </a:srgbClr>
            </a:solidFill>
            <a:ln>
              <a:solidFill>
                <a:srgbClr val="E8ECF4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62" name="Rectangle 81">
              <a:extLst>
                <a:ext uri="{FF2B5EF4-FFF2-40B4-BE49-F238E27FC236}">
                  <a16:creationId xmlns:a16="http://schemas.microsoft.com/office/drawing/2014/main" id="{01819C22-1C22-EB65-8471-64898A247B32}"/>
                </a:ext>
              </a:extLst>
            </p:cNvPr>
            <p:cNvSpPr/>
            <p:nvPr/>
          </p:nvSpPr>
          <p:spPr>
            <a:xfrm>
              <a:off x="6222968" y="3780605"/>
              <a:ext cx="1269682" cy="215846"/>
            </a:xfrm>
            <a:prstGeom prst="rect">
              <a:avLst/>
            </a:prstGeom>
            <a:solidFill>
              <a:srgbClr val="445064">
                <a:alpha val="50000"/>
              </a:srgbClr>
            </a:solidFill>
            <a:ln>
              <a:solidFill>
                <a:srgbClr val="E8ECF4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D0AB211B-3C84-676E-391E-9C29BD6180D1}"/>
                </a:ext>
              </a:extLst>
            </p:cNvPr>
            <p:cNvSpPr txBox="1"/>
            <p:nvPr/>
          </p:nvSpPr>
          <p:spPr>
            <a:xfrm>
              <a:off x="6261058" y="2922772"/>
              <a:ext cx="119350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dirty="0" err="1">
                  <a:solidFill>
                    <a:srgbClr val="FFFFFF"/>
                  </a:solidFill>
                  <a:latin typeface="+mn-ea"/>
                </a:rPr>
                <a:t>정책광고</a:t>
              </a:r>
              <a:endParaRPr sz="10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E2397E3-7A69-60D5-55E2-D787E6E1167B}"/>
                </a:ext>
              </a:extLst>
            </p:cNvPr>
            <p:cNvSpPr txBox="1"/>
            <p:nvPr/>
          </p:nvSpPr>
          <p:spPr>
            <a:xfrm>
              <a:off x="6261058" y="3138618"/>
              <a:ext cx="119350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  <a:latin typeface="+mn-ea"/>
                </a:rPr>
                <a:t>매체협업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B15423DF-4223-4D68-D3F9-B69D538CC167}"/>
                </a:ext>
              </a:extLst>
            </p:cNvPr>
            <p:cNvSpPr txBox="1"/>
            <p:nvPr/>
          </p:nvSpPr>
          <p:spPr>
            <a:xfrm>
              <a:off x="6261057" y="3354464"/>
              <a:ext cx="135259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dirty="0" err="1">
                  <a:solidFill>
                    <a:srgbClr val="FFFFFF"/>
                  </a:solidFill>
                  <a:latin typeface="+mn-ea"/>
                </a:rPr>
                <a:t>정부공용스튜디오</a:t>
              </a:r>
              <a:endParaRPr sz="10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E7653E48-C0DA-0470-B80B-FAC358E685F3}"/>
                </a:ext>
              </a:extLst>
            </p:cNvPr>
            <p:cNvSpPr txBox="1"/>
            <p:nvPr/>
          </p:nvSpPr>
          <p:spPr>
            <a:xfrm>
              <a:off x="6261058" y="3570310"/>
              <a:ext cx="119350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  <a:latin typeface="+mn-ea"/>
                </a:rPr>
                <a:t>관리자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A6F85DE1-553C-9400-3932-4DC7EF61BBFD}"/>
                </a:ext>
              </a:extLst>
            </p:cNvPr>
            <p:cNvSpPr txBox="1"/>
            <p:nvPr/>
          </p:nvSpPr>
          <p:spPr>
            <a:xfrm>
              <a:off x="6261058" y="3786156"/>
              <a:ext cx="119350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  <a:latin typeface="+mn-ea"/>
                </a:rPr>
                <a:t>시스템관리자</a:t>
              </a:r>
            </a:p>
          </p:txBody>
        </p:sp>
        <p:sp>
          <p:nvSpPr>
            <p:cNvPr id="176" name="Rectangle 71">
              <a:extLst>
                <a:ext uri="{FF2B5EF4-FFF2-40B4-BE49-F238E27FC236}">
                  <a16:creationId xmlns:a16="http://schemas.microsoft.com/office/drawing/2014/main" id="{09C0DC08-3459-0D17-0974-73EF095CCA43}"/>
                </a:ext>
              </a:extLst>
            </p:cNvPr>
            <p:cNvSpPr/>
            <p:nvPr/>
          </p:nvSpPr>
          <p:spPr>
            <a:xfrm>
              <a:off x="7492651" y="3563641"/>
              <a:ext cx="4443889" cy="21584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77" name="Rectangle 71">
              <a:extLst>
                <a:ext uri="{FF2B5EF4-FFF2-40B4-BE49-F238E27FC236}">
                  <a16:creationId xmlns:a16="http://schemas.microsoft.com/office/drawing/2014/main" id="{2718298F-7A7B-2ED6-4A47-524596140C16}"/>
                </a:ext>
              </a:extLst>
            </p:cNvPr>
            <p:cNvSpPr/>
            <p:nvPr/>
          </p:nvSpPr>
          <p:spPr>
            <a:xfrm>
              <a:off x="7492650" y="3779487"/>
              <a:ext cx="4443889" cy="215846"/>
            </a:xfrm>
            <a:prstGeom prst="rect">
              <a:avLst/>
            </a:prstGeom>
            <a:solidFill>
              <a:srgbClr val="E8ECF4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C91FABC6-1812-8201-B043-EFE4D7826A21}"/>
                </a:ext>
              </a:extLst>
            </p:cNvPr>
            <p:cNvSpPr txBox="1"/>
            <p:nvPr/>
          </p:nvSpPr>
          <p:spPr>
            <a:xfrm>
              <a:off x="7496434" y="3564759"/>
              <a:ext cx="43677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dirty="0" err="1">
                  <a:solidFill>
                    <a:srgbClr val="222222"/>
                  </a:solidFill>
                  <a:latin typeface="+mn-ea"/>
                </a:rPr>
                <a:t>사용자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현황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(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통합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) /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문자보내기</a:t>
              </a:r>
              <a:endParaRPr sz="90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32B701C1-A927-8176-A750-FAA884D5D281}"/>
                </a:ext>
              </a:extLst>
            </p:cNvPr>
            <p:cNvSpPr txBox="1"/>
            <p:nvPr/>
          </p:nvSpPr>
          <p:spPr>
            <a:xfrm>
              <a:off x="7492651" y="3780605"/>
              <a:ext cx="4570921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dirty="0" err="1">
                  <a:solidFill>
                    <a:srgbClr val="222222"/>
                  </a:solidFill>
                  <a:latin typeface="+mn-ea"/>
                </a:rPr>
                <a:t>회원관리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/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로그인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로그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(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기관관리자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부분공개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) /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SMS내역</a:t>
              </a:r>
              <a:r>
                <a:rPr sz="900" dirty="0">
                  <a:solidFill>
                    <a:srgbClr val="222222"/>
                  </a:solidFill>
                  <a:latin typeface="+mn-ea"/>
                </a:rPr>
                <a:t> / </a:t>
              </a:r>
              <a:r>
                <a:rPr sz="900" dirty="0" err="1">
                  <a:solidFill>
                    <a:srgbClr val="222222"/>
                  </a:solidFill>
                  <a:latin typeface="+mn-ea"/>
                </a:rPr>
                <a:t>여론조사</a:t>
              </a:r>
              <a:endParaRPr sz="900" dirty="0">
                <a:solidFill>
                  <a:srgbClr val="222222"/>
                </a:solidFill>
                <a:latin typeface="+mn-ea"/>
              </a:endParaRPr>
            </a:p>
          </p:txBody>
        </p:sp>
      </p:grpSp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A7CED136-F2A6-95A1-6ED2-6C897F44EE65}"/>
              </a:ext>
            </a:extLst>
          </p:cNvPr>
          <p:cNvGrpSpPr/>
          <p:nvPr/>
        </p:nvGrpSpPr>
        <p:grpSpPr>
          <a:xfrm>
            <a:off x="255461" y="4875539"/>
            <a:ext cx="11681078" cy="986015"/>
            <a:chOff x="255525" y="577705"/>
            <a:chExt cx="11681078" cy="986015"/>
          </a:xfrm>
        </p:grpSpPr>
        <p:sp>
          <p:nvSpPr>
            <p:cNvPr id="229" name="Rectangle 9">
              <a:extLst>
                <a:ext uri="{FF2B5EF4-FFF2-40B4-BE49-F238E27FC236}">
                  <a16:creationId xmlns:a16="http://schemas.microsoft.com/office/drawing/2014/main" id="{226B529E-2A59-156F-C3C6-89C0A543D5A1}"/>
                </a:ext>
              </a:extLst>
            </p:cNvPr>
            <p:cNvSpPr/>
            <p:nvPr/>
          </p:nvSpPr>
          <p:spPr>
            <a:xfrm>
              <a:off x="255525" y="577705"/>
              <a:ext cx="5745313" cy="253936"/>
            </a:xfrm>
            <a:prstGeom prst="rect">
              <a:avLst/>
            </a:prstGeom>
            <a:solidFill>
              <a:srgbClr val="CC330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9C385D36-C126-CCA8-6917-531013443CC3}"/>
                </a:ext>
              </a:extLst>
            </p:cNvPr>
            <p:cNvSpPr txBox="1"/>
            <p:nvPr/>
          </p:nvSpPr>
          <p:spPr>
            <a:xfrm>
              <a:off x="255525" y="583884"/>
              <a:ext cx="5745313" cy="276999"/>
            </a:xfrm>
            <a:prstGeom prst="rect">
              <a:avLst/>
            </a:prstGeom>
            <a:solidFill>
              <a:srgbClr val="445064"/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sz="1200" b="1" dirty="0">
                  <a:solidFill>
                    <a:srgbClr val="FFFFFF"/>
                  </a:solidFill>
                  <a:latin typeface="+mn-ea"/>
                </a:rPr>
                <a:t>◀  AS-IS (</a:t>
              </a:r>
              <a:r>
                <a:rPr sz="1200" b="1" dirty="0" err="1">
                  <a:solidFill>
                    <a:srgbClr val="FFFFFF"/>
                  </a:solidFill>
                  <a:latin typeface="+mn-ea"/>
                </a:rPr>
                <a:t>현행</a:t>
              </a:r>
              <a:r>
                <a:rPr sz="1200" b="1" dirty="0">
                  <a:solidFill>
                    <a:srgbClr val="FFFFFF"/>
                  </a:solidFill>
                  <a:latin typeface="+mn-ea"/>
                </a:rPr>
                <a:t>)</a:t>
              </a:r>
            </a:p>
          </p:txBody>
        </p:sp>
        <p:sp>
          <p:nvSpPr>
            <p:cNvPr id="231" name="Rectangle 11">
              <a:extLst>
                <a:ext uri="{FF2B5EF4-FFF2-40B4-BE49-F238E27FC236}">
                  <a16:creationId xmlns:a16="http://schemas.microsoft.com/office/drawing/2014/main" id="{580BF562-98F4-30AB-58FF-1AAFFEBC9D14}"/>
                </a:ext>
              </a:extLst>
            </p:cNvPr>
            <p:cNvSpPr/>
            <p:nvPr/>
          </p:nvSpPr>
          <p:spPr>
            <a:xfrm>
              <a:off x="6191290" y="577705"/>
              <a:ext cx="5745313" cy="253936"/>
            </a:xfrm>
            <a:prstGeom prst="rect">
              <a:avLst/>
            </a:prstGeom>
            <a:solidFill>
              <a:srgbClr val="0054D1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A1F62573-DB1C-761F-E47F-AB677A8153F9}"/>
                </a:ext>
              </a:extLst>
            </p:cNvPr>
            <p:cNvSpPr txBox="1"/>
            <p:nvPr/>
          </p:nvSpPr>
          <p:spPr>
            <a:xfrm>
              <a:off x="6191290" y="577706"/>
              <a:ext cx="5745313" cy="276999"/>
            </a:xfrm>
            <a:prstGeom prst="rect">
              <a:avLst/>
            </a:prstGeom>
            <a:solidFill>
              <a:srgbClr val="2E4470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+mn-ea"/>
                </a:rPr>
                <a:t>▶  TO-BE (개선)</a:t>
              </a:r>
            </a:p>
          </p:txBody>
        </p:sp>
        <p:sp>
          <p:nvSpPr>
            <p:cNvPr id="249" name="Rectangle 29">
              <a:extLst>
                <a:ext uri="{FF2B5EF4-FFF2-40B4-BE49-F238E27FC236}">
                  <a16:creationId xmlns:a16="http://schemas.microsoft.com/office/drawing/2014/main" id="{34C6A5C7-E258-D4F7-2CFD-632F837BC6E5}"/>
                </a:ext>
              </a:extLst>
            </p:cNvPr>
            <p:cNvSpPr/>
            <p:nvPr/>
          </p:nvSpPr>
          <p:spPr>
            <a:xfrm>
              <a:off x="263763" y="1077487"/>
              <a:ext cx="5713571" cy="45708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2677EF1F-94F3-A2DD-BCC5-BADA750D2CCD}"/>
                </a:ext>
              </a:extLst>
            </p:cNvPr>
            <p:cNvSpPr txBox="1"/>
            <p:nvPr/>
          </p:nvSpPr>
          <p:spPr>
            <a:xfrm>
              <a:off x="2174941" y="1099101"/>
              <a:ext cx="187278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200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방</a:t>
              </a:r>
              <a:r>
                <a:rPr lang="en-US" altLang="ko-KR" sz="1200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1200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자격</a:t>
              </a:r>
              <a:r>
                <a:rPr lang="en-US" altLang="ko-KR" sz="1200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) </a:t>
              </a:r>
              <a:r>
                <a:rPr lang="ko-KR" altLang="en-US" sz="1200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중심</a:t>
              </a:r>
              <a:endParaRPr sz="1200" dirty="0">
                <a:solidFill>
                  <a:schemeClr val="accent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7E189C5F-9E2F-88E6-B2E3-BF2F19FB0810}"/>
                </a:ext>
              </a:extLst>
            </p:cNvPr>
            <p:cNvSpPr txBox="1"/>
            <p:nvPr/>
          </p:nvSpPr>
          <p:spPr>
            <a:xfrm>
              <a:off x="1713622" y="1301572"/>
              <a:ext cx="2817253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882222"/>
                  </a:solidFill>
                  <a:latin typeface="+mn-ea"/>
                </a:rPr>
                <a:t>다중 권한 시 업무별 메뉴 이동의 번거로움</a:t>
              </a:r>
              <a:endParaRPr sz="1050" dirty="0">
                <a:solidFill>
                  <a:srgbClr val="882222"/>
                </a:solidFill>
                <a:latin typeface="+mn-ea"/>
              </a:endParaRPr>
            </a:p>
          </p:txBody>
        </p:sp>
        <p:sp>
          <p:nvSpPr>
            <p:cNvPr id="258" name="Rectangle 38">
              <a:extLst>
                <a:ext uri="{FF2B5EF4-FFF2-40B4-BE49-F238E27FC236}">
                  <a16:creationId xmlns:a16="http://schemas.microsoft.com/office/drawing/2014/main" id="{C8CFE038-AB1D-5E33-FD72-691B8AE7000F}"/>
                </a:ext>
              </a:extLst>
            </p:cNvPr>
            <p:cNvSpPr/>
            <p:nvPr/>
          </p:nvSpPr>
          <p:spPr>
            <a:xfrm>
              <a:off x="6191290" y="1077484"/>
              <a:ext cx="5745313" cy="457085"/>
            </a:xfrm>
            <a:prstGeom prst="rect">
              <a:avLst/>
            </a:prstGeom>
            <a:solidFill>
              <a:srgbClr val="E8ECF4"/>
            </a:solidFill>
            <a:ln w="19050">
              <a:solidFill>
                <a:srgbClr val="2E44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040602CA-E46A-DE6B-5EEF-50A3141569FE}"/>
                </a:ext>
              </a:extLst>
            </p:cNvPr>
            <p:cNvSpPr txBox="1"/>
            <p:nvPr/>
          </p:nvSpPr>
          <p:spPr>
            <a:xfrm>
              <a:off x="6191290" y="1099095"/>
              <a:ext cx="57453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200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업무</a:t>
              </a:r>
              <a:r>
                <a:rPr lang="en-US" altLang="ko-KR" sz="1200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(Task) </a:t>
              </a:r>
              <a:r>
                <a:rPr lang="ko-KR" altLang="en-US" sz="1200" dirty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중심으로 개편</a:t>
              </a:r>
              <a:endParaRPr sz="1200" dirty="0">
                <a:solidFill>
                  <a:schemeClr val="accent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152837AB-5591-4746-1820-C164D05AA7A7}"/>
                </a:ext>
              </a:extLst>
            </p:cNvPr>
            <p:cNvSpPr txBox="1"/>
            <p:nvPr/>
          </p:nvSpPr>
          <p:spPr>
            <a:xfrm>
              <a:off x="6191290" y="1309804"/>
              <a:ext cx="5745313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종합 업무 지원형으로 사용자 </a:t>
              </a:r>
              <a:r>
                <a:rPr lang="en-US" altLang="ko-KR" sz="1050" dirty="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UX </a:t>
              </a:r>
              <a:r>
                <a:rPr lang="ko-KR" altLang="en-US" sz="1050" dirty="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업그레이드</a:t>
              </a:r>
              <a:endParaRPr sz="1050" dirty="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0" y="-3494"/>
            <a:ext cx="12192000" cy="6861494"/>
            <a:chOff x="0" y="-3494"/>
            <a:chExt cx="12192000" cy="6861494"/>
          </a:xfrm>
        </p:grpSpPr>
        <p:grpSp>
          <p:nvGrpSpPr>
            <p:cNvPr id="5" name="그룹 4"/>
            <p:cNvGrpSpPr/>
            <p:nvPr/>
          </p:nvGrpSpPr>
          <p:grpSpPr>
            <a:xfrm>
              <a:off x="0" y="-3494"/>
              <a:ext cx="12188952" cy="502920"/>
              <a:chOff x="0" y="-3494"/>
              <a:chExt cx="12188952" cy="502920"/>
            </a:xfrm>
          </p:grpSpPr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4E368FDE-E6C4-9C10-B794-DC7FE9AFE767}"/>
                  </a:ext>
                </a:extLst>
              </p:cNvPr>
              <p:cNvSpPr/>
              <p:nvPr/>
            </p:nvSpPr>
            <p:spPr>
              <a:xfrm>
                <a:off x="0" y="-3494"/>
                <a:ext cx="12188952" cy="502920"/>
              </a:xfrm>
              <a:prstGeom prst="rect">
                <a:avLst/>
              </a:prstGeom>
              <a:solidFill>
                <a:srgbClr val="2E4470"/>
              </a:solidFill>
              <a:ln>
                <a:noFill/>
              </a:ln>
              <a:effectLst>
                <a:reflection blurRad="6350" stA="52000" endA="300" endPos="35000" dir="5400000" sy="-100000" algn="bl" rotWithShape="0"/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8" name="Rectangle 2">
                <a:extLst>
                  <a:ext uri="{FF2B5EF4-FFF2-40B4-BE49-F238E27FC236}">
                    <a16:creationId xmlns:a16="http://schemas.microsoft.com/office/drawing/2014/main" id="{B0397472-7BC4-0F63-5086-828CC9DF6B34}"/>
                  </a:ext>
                </a:extLst>
              </p:cNvPr>
              <p:cNvSpPr/>
              <p:nvPr/>
            </p:nvSpPr>
            <p:spPr>
              <a:xfrm>
                <a:off x="0" y="-3494"/>
                <a:ext cx="45719" cy="502920"/>
              </a:xfrm>
              <a:prstGeom prst="rect">
                <a:avLst/>
              </a:prstGeom>
              <a:solidFill>
                <a:srgbClr val="1E2D45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grpSp>
            <p:nvGrpSpPr>
              <p:cNvPr id="2" name="그룹 1"/>
              <p:cNvGrpSpPr/>
              <p:nvPr/>
            </p:nvGrpSpPr>
            <p:grpSpPr>
              <a:xfrm>
                <a:off x="184469" y="42227"/>
                <a:ext cx="11879103" cy="407537"/>
                <a:chOff x="184469" y="42227"/>
                <a:chExt cx="11879103" cy="407537"/>
              </a:xfrm>
            </p:grpSpPr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DB3990BB-31C1-4668-04FE-6D5EBEDE6554}"/>
                    </a:ext>
                  </a:extLst>
                </p:cNvPr>
                <p:cNvSpPr txBox="1"/>
                <p:nvPr/>
              </p:nvSpPr>
              <p:spPr>
                <a:xfrm>
                  <a:off x="184469" y="42227"/>
                  <a:ext cx="1371600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r>
                    <a:rPr lang="en-US" sz="8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/>
                  </a:r>
                  <a:endParaRPr sz="8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662BE7D-0F39-6F9B-9275-F22E5FDB01E5}"/>
                    </a:ext>
                  </a:extLst>
                </p:cNvPr>
                <p:cNvSpPr txBox="1"/>
                <p:nvPr/>
              </p:nvSpPr>
              <p:spPr>
                <a:xfrm>
                  <a:off x="6984842" y="218932"/>
                  <a:ext cx="5078730" cy="2308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메뉴 구조 개편안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(Menu Architecture Redesign</a:t>
                  </a:r>
                  <a:r>
                    <a:rPr lang="en-US" sz="900" dirty="0">
                      <a:solidFill>
                        <a:schemeClr val="bg1"/>
                      </a:solidFill>
                      <a:latin typeface="+mn-ea"/>
                    </a:rPr>
                    <a:t>)</a:t>
                  </a:r>
                  <a:endParaRPr sz="900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2FD72F6-3011-C22F-47A2-9605C4CCA03B}"/>
                    </a:ext>
                  </a:extLst>
                </p:cNvPr>
                <p:cNvSpPr txBox="1"/>
                <p:nvPr/>
              </p:nvSpPr>
              <p:spPr>
                <a:xfrm>
                  <a:off x="1525208" y="90619"/>
                  <a:ext cx="571357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400" b="1" dirty="0" err="1">
                      <a:solidFill>
                        <a:srgbClr val="E8ECF4"/>
                      </a:solidFill>
                      <a:latin typeface="+mn-ea"/>
                    </a:rPr>
                    <a:t>메뉴</a:t>
                  </a:r>
                  <a:r>
                    <a:rPr sz="1400" b="1" dirty="0">
                      <a:solidFill>
                        <a:srgbClr val="E8ECF4"/>
                      </a:solidFill>
                      <a:latin typeface="+mn-ea"/>
                    </a:rPr>
                    <a:t> </a:t>
                  </a:r>
                  <a:r>
                    <a:rPr sz="1400" b="1" dirty="0" err="1">
                      <a:solidFill>
                        <a:srgbClr val="E8ECF4"/>
                      </a:solidFill>
                      <a:latin typeface="+mn-ea"/>
                    </a:rPr>
                    <a:t>구조</a:t>
                  </a:r>
                  <a:r>
                    <a:rPr sz="1400" b="1" dirty="0">
                      <a:solidFill>
                        <a:srgbClr val="E8ECF4"/>
                      </a:solidFill>
                      <a:latin typeface="+mn-ea"/>
                    </a:rPr>
                    <a:t> </a:t>
                  </a:r>
                  <a:r>
                    <a:rPr sz="1400" b="1" dirty="0" err="1">
                      <a:solidFill>
                        <a:srgbClr val="E8ECF4"/>
                      </a:solidFill>
                      <a:latin typeface="+mn-ea"/>
                    </a:rPr>
                    <a:t>개편안</a:t>
                  </a:r>
                  <a:r>
                    <a:rPr sz="1400" b="1" dirty="0">
                      <a:solidFill>
                        <a:srgbClr val="E8ECF4"/>
                      </a:solidFill>
                      <a:latin typeface="+mn-ea"/>
                    </a:rPr>
                    <a:t> </a:t>
                  </a:r>
                  <a:r>
                    <a:rPr lang="en-US" sz="1400" b="1" dirty="0">
                      <a:solidFill>
                        <a:srgbClr val="E8ECF4"/>
                      </a:solidFill>
                      <a:latin typeface="+mn-ea"/>
                    </a:rPr>
                    <a:t>(</a:t>
                  </a:r>
                  <a:r>
                    <a:rPr sz="1400" b="1" dirty="0">
                      <a:solidFill>
                        <a:srgbClr val="E8ECF4"/>
                      </a:solidFill>
                      <a:latin typeface="+mn-ea"/>
                    </a:rPr>
                    <a:t>AS-IS vs TO-BE</a:t>
                  </a:r>
                  <a:r>
                    <a:rPr lang="en-US" sz="1400" b="1" dirty="0">
                      <a:solidFill>
                        <a:srgbClr val="E8ECF4"/>
                      </a:solidFill>
                      <a:latin typeface="+mn-ea"/>
                    </a:rPr>
                    <a:t>)</a:t>
                  </a:r>
                  <a:endParaRPr sz="1400" b="1" dirty="0">
                    <a:solidFill>
                      <a:srgbClr val="E8ECF4"/>
                    </a:solidFill>
                    <a:latin typeface="+mn-ea"/>
                  </a:endParaRPr>
                </a:p>
              </p:txBody>
            </p:sp>
          </p:grpSp>
        </p:grpSp>
        <p:grpSp>
          <p:nvGrpSpPr>
            <p:cNvPr id="10" name="그룹 9"/>
            <p:cNvGrpSpPr/>
            <p:nvPr/>
          </p:nvGrpSpPr>
          <p:grpSpPr>
            <a:xfrm>
              <a:off x="0" y="6591300"/>
              <a:ext cx="12192000" cy="266700"/>
              <a:chOff x="0" y="6591300"/>
              <a:chExt cx="12192000" cy="266700"/>
            </a:xfrm>
          </p:grpSpPr>
          <p:sp>
            <p:nvSpPr>
              <p:cNvPr id="166" name="Rectangle 272"/>
              <p:cNvSpPr/>
              <p:nvPr/>
            </p:nvSpPr>
            <p:spPr>
              <a:xfrm>
                <a:off x="0" y="6591300"/>
                <a:ext cx="12192000" cy="266700"/>
              </a:xfrm>
              <a:prstGeom prst="rect">
                <a:avLst/>
              </a:prstGeom>
              <a:solidFill>
                <a:srgbClr val="1E2D4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69" name="TextBox 168"/>
              <p:cNvSpPr txBox="1"/>
              <p:nvPr/>
            </p:nvSpPr>
            <p:spPr>
              <a:xfrm>
                <a:off x="34666" y="6642100"/>
                <a:ext cx="22172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소통나눔방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시스템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고도화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기획서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 | 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○○부처</a:t>
                </a:r>
                <a:r>
                  <a:rPr sz="600" b="0" dirty="0">
                    <a:solidFill>
                      <a:srgbClr val="AABBCC"/>
                    </a:solidFill>
                    <a:latin typeface="+mn-ea"/>
                  </a:rPr>
                  <a:t> </a:t>
                </a:r>
                <a:r>
                  <a:rPr sz="600" b="0" dirty="0" err="1">
                    <a:solidFill>
                      <a:srgbClr val="AABBCC"/>
                    </a:solidFill>
                    <a:latin typeface="+mn-ea"/>
                  </a:rPr>
                  <a:t>○○과</a:t>
                </a:r>
                <a:endParaRPr sz="600" b="0" dirty="0">
                  <a:solidFill>
                    <a:srgbClr val="AABBCC"/>
                  </a:solidFill>
                  <a:latin typeface="+mn-ea"/>
                </a:endParaRP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B400D966-1A0F-E9CD-9352-FBDD81B3A5D5}"/>
                  </a:ext>
                </a:extLst>
              </p:cNvPr>
              <p:cNvSpPr txBox="1"/>
              <p:nvPr/>
            </p:nvSpPr>
            <p:spPr>
              <a:xfrm>
                <a:off x="4762898" y="6632027"/>
                <a:ext cx="730067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600" dirty="0">
                    <a:solidFill>
                      <a:srgbClr val="E8ECF4"/>
                    </a:solidFill>
                    <a:latin typeface="+mn-ea"/>
                  </a:rPr>
                  <a:t>PR v1.0</a:t>
                </a:r>
                <a:endParaRPr sz="600" dirty="0">
                  <a:solidFill>
                    <a:srgbClr val="E8ECF4"/>
                  </a:solidFill>
                  <a:latin typeface="+mn-ea"/>
                </a:endParaRPr>
              </a:p>
            </p:txBody>
          </p:sp>
        </p:grpSp>
      </p:grpSp>
      <p:grpSp>
        <p:nvGrpSpPr>
          <p:cNvPr id="7" name="그룹 6"/>
          <p:cNvGrpSpPr/>
          <p:nvPr/>
        </p:nvGrpSpPr>
        <p:grpSpPr>
          <a:xfrm>
            <a:off x="255460" y="993760"/>
            <a:ext cx="11681081" cy="3721836"/>
            <a:chOff x="255460" y="993760"/>
            <a:chExt cx="11681081" cy="3721836"/>
          </a:xfrm>
        </p:grpSpPr>
        <p:grpSp>
          <p:nvGrpSpPr>
            <p:cNvPr id="181" name="그룹 180">
              <a:extLst>
                <a:ext uri="{FF2B5EF4-FFF2-40B4-BE49-F238E27FC236}">
                  <a16:creationId xmlns:a16="http://schemas.microsoft.com/office/drawing/2014/main" id="{827F2D92-D46B-2DDB-78FC-8EF1B5A0020E}"/>
                </a:ext>
              </a:extLst>
            </p:cNvPr>
            <p:cNvGrpSpPr/>
            <p:nvPr/>
          </p:nvGrpSpPr>
          <p:grpSpPr>
            <a:xfrm>
              <a:off x="255460" y="993760"/>
              <a:ext cx="11681080" cy="317420"/>
              <a:chOff x="382491" y="4286685"/>
              <a:chExt cx="11681080" cy="317420"/>
            </a:xfrm>
          </p:grpSpPr>
          <p:sp>
            <p:nvSpPr>
              <p:cNvPr id="182" name="Rectangle 77">
                <a:extLst>
                  <a:ext uri="{FF2B5EF4-FFF2-40B4-BE49-F238E27FC236}">
                    <a16:creationId xmlns:a16="http://schemas.microsoft.com/office/drawing/2014/main" id="{7772F2D2-5121-CC51-2089-29C7D1E0C7DA}"/>
                  </a:ext>
                </a:extLst>
              </p:cNvPr>
              <p:cNvSpPr/>
              <p:nvPr/>
            </p:nvSpPr>
            <p:spPr>
              <a:xfrm>
                <a:off x="382491" y="4286685"/>
                <a:ext cx="38090" cy="317420"/>
              </a:xfrm>
              <a:prstGeom prst="rect">
                <a:avLst/>
              </a:prstGeom>
              <a:solidFill>
                <a:srgbClr val="2E4470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83" name="Rectangle 78">
                <a:extLst>
                  <a:ext uri="{FF2B5EF4-FFF2-40B4-BE49-F238E27FC236}">
                    <a16:creationId xmlns:a16="http://schemas.microsoft.com/office/drawing/2014/main" id="{A4DF57C5-62AE-D74B-4315-90BD28EC035E}"/>
                  </a:ext>
                </a:extLst>
              </p:cNvPr>
              <p:cNvSpPr/>
              <p:nvPr/>
            </p:nvSpPr>
            <p:spPr>
              <a:xfrm>
                <a:off x="420582" y="4286685"/>
                <a:ext cx="11642989" cy="317420"/>
              </a:xfrm>
              <a:prstGeom prst="rect">
                <a:avLst/>
              </a:prstGeom>
              <a:solidFill>
                <a:srgbClr val="E8ECF4"/>
              </a:solidFill>
              <a:ln>
                <a:solidFill>
                  <a:srgbClr val="2E44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5CF23378-1AFD-0A9A-F263-F7898C7C7717}"/>
                  </a:ext>
                </a:extLst>
              </p:cNvPr>
              <p:cNvSpPr txBox="1"/>
              <p:nvPr/>
            </p:nvSpPr>
            <p:spPr>
              <a:xfrm>
                <a:off x="458672" y="4311400"/>
                <a:ext cx="1155411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 </a:t>
                </a:r>
                <a:r>
                  <a:rPr lang="ko-KR" altLang="en-US"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메뉴 구조 개편안 </a:t>
                </a:r>
                <a:r>
                  <a:rPr lang="en-US" altLang="ko-KR"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AS-IS vs TO-BE (</a:t>
                </a:r>
                <a:r>
                  <a:rPr lang="ko-KR" altLang="en-US"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상세</a:t>
                </a:r>
                <a:r>
                  <a:rPr lang="en-US" altLang="ko-KR"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)</a:t>
                </a:r>
                <a:endPara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170" name="그룹 169">
              <a:extLst>
                <a:ext uri="{FF2B5EF4-FFF2-40B4-BE49-F238E27FC236}">
                  <a16:creationId xmlns:a16="http://schemas.microsoft.com/office/drawing/2014/main" id="{827F2D92-D46B-2DDB-78FC-8EF1B5A0020E}"/>
                </a:ext>
              </a:extLst>
            </p:cNvPr>
            <p:cNvGrpSpPr/>
            <p:nvPr/>
          </p:nvGrpSpPr>
          <p:grpSpPr>
            <a:xfrm>
              <a:off x="255461" y="4398176"/>
              <a:ext cx="11681080" cy="317420"/>
              <a:chOff x="382491" y="4286685"/>
              <a:chExt cx="11681080" cy="317420"/>
            </a:xfrm>
          </p:grpSpPr>
          <p:sp>
            <p:nvSpPr>
              <p:cNvPr id="171" name="Rectangle 77">
                <a:extLst>
                  <a:ext uri="{FF2B5EF4-FFF2-40B4-BE49-F238E27FC236}">
                    <a16:creationId xmlns:a16="http://schemas.microsoft.com/office/drawing/2014/main" id="{7772F2D2-5121-CC51-2089-29C7D1E0C7DA}"/>
                  </a:ext>
                </a:extLst>
              </p:cNvPr>
              <p:cNvSpPr/>
              <p:nvPr/>
            </p:nvSpPr>
            <p:spPr>
              <a:xfrm>
                <a:off x="382491" y="4286685"/>
                <a:ext cx="38090" cy="317420"/>
              </a:xfrm>
              <a:prstGeom prst="rect">
                <a:avLst/>
              </a:prstGeom>
              <a:solidFill>
                <a:srgbClr val="2E4470"/>
              </a:solidFill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85" name="Rectangle 78">
                <a:extLst>
                  <a:ext uri="{FF2B5EF4-FFF2-40B4-BE49-F238E27FC236}">
                    <a16:creationId xmlns:a16="http://schemas.microsoft.com/office/drawing/2014/main" id="{A4DF57C5-62AE-D74B-4315-90BD28EC035E}"/>
                  </a:ext>
                </a:extLst>
              </p:cNvPr>
              <p:cNvSpPr/>
              <p:nvPr/>
            </p:nvSpPr>
            <p:spPr>
              <a:xfrm>
                <a:off x="420582" y="4286685"/>
                <a:ext cx="11642989" cy="317420"/>
              </a:xfrm>
              <a:prstGeom prst="rect">
                <a:avLst/>
              </a:prstGeom>
              <a:solidFill>
                <a:srgbClr val="E8ECF4"/>
              </a:solidFill>
              <a:ln>
                <a:solidFill>
                  <a:srgbClr val="2E447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5CF23378-1AFD-0A9A-F263-F7898C7C7717}"/>
                  </a:ext>
                </a:extLst>
              </p:cNvPr>
              <p:cNvSpPr txBox="1"/>
              <p:nvPr/>
            </p:nvSpPr>
            <p:spPr>
              <a:xfrm>
                <a:off x="458672" y="4311400"/>
                <a:ext cx="1155411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 </a:t>
                </a:r>
                <a:r>
                  <a:rPr lang="ko-KR" altLang="en-US" sz="1200" b="1" dirty="0">
                    <a:solidFill>
                      <a:schemeClr val="accent1">
                        <a:lumMod val="50000"/>
                      </a:schemeClr>
                    </a:solidFill>
                    <a:latin typeface="+mn-ea"/>
                  </a:rPr>
                  <a:t>개편 효과</a:t>
                </a:r>
                <a:endParaRPr sz="1200" b="1" dirty="0">
                  <a:solidFill>
                    <a:schemeClr val="accent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</p:grpSp>
      <p:sp>
        <p:nvSpPr>
          <p:cNvPr id="187" name="TextBox 186">
            <a:extLst>
              <a:ext uri="{FF2B5EF4-FFF2-40B4-BE49-F238E27FC236}">
                <a16:creationId xmlns:a16="http://schemas.microsoft.com/office/drawing/2014/main" id="{9C385D36-C126-CCA8-6917-531013443CC3}"/>
              </a:ext>
            </a:extLst>
          </p:cNvPr>
          <p:cNvSpPr txBox="1"/>
          <p:nvPr/>
        </p:nvSpPr>
        <p:spPr>
          <a:xfrm>
            <a:off x="255461" y="1463311"/>
            <a:ext cx="5721810" cy="276999"/>
          </a:xfrm>
          <a:prstGeom prst="rect">
            <a:avLst/>
          </a:prstGeom>
          <a:solidFill>
            <a:srgbClr val="445064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+mn-ea"/>
              </a:rPr>
              <a:t>◀  AS-IS (</a:t>
            </a:r>
            <a:r>
              <a:rPr sz="1200" b="1" dirty="0" err="1">
                <a:solidFill>
                  <a:srgbClr val="FFFFFF"/>
                </a:solidFill>
                <a:latin typeface="+mn-ea"/>
              </a:rPr>
              <a:t>현행</a:t>
            </a:r>
            <a:r>
              <a:rPr sz="1200" b="1" dirty="0">
                <a:solidFill>
                  <a:srgbClr val="FFFFFF"/>
                </a:solidFill>
                <a:latin typeface="+mn-ea"/>
              </a:rPr>
              <a:t>)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A1F62573-DB1C-761F-E47F-AB677A8153F9}"/>
              </a:ext>
            </a:extLst>
          </p:cNvPr>
          <p:cNvSpPr txBox="1"/>
          <p:nvPr/>
        </p:nvSpPr>
        <p:spPr>
          <a:xfrm>
            <a:off x="6222968" y="1463311"/>
            <a:ext cx="5713570" cy="276999"/>
          </a:xfrm>
          <a:prstGeom prst="rect">
            <a:avLst/>
          </a:prstGeom>
          <a:solidFill>
            <a:srgbClr val="2E447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+mn-ea"/>
              </a:rPr>
              <a:t>▶  TO-BE (개선)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TextBox 261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lang="en-US" sz="900" b="1" dirty="0">
                <a:solidFill>
                  <a:srgbClr val="FFFFFF"/>
                </a:solidFill>
                <a:latin typeface="Noto Sans KR"/>
              </a:rPr>
              <a:t>16 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/ 50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01445622-46A1-A801-1916-61F98977C3BE}"/>
              </a:ext>
            </a:extLst>
          </p:cNvPr>
          <p:cNvGrpSpPr/>
          <p:nvPr/>
        </p:nvGrpSpPr>
        <p:grpSpPr>
          <a:xfrm>
            <a:off x="6222968" y="3943543"/>
            <a:ext cx="5713572" cy="264478"/>
            <a:chOff x="6222968" y="2904515"/>
            <a:chExt cx="5713572" cy="264478"/>
          </a:xfrm>
        </p:grpSpPr>
        <p:sp>
          <p:nvSpPr>
            <p:cNvPr id="27" name="Rectangle 65">
              <a:extLst>
                <a:ext uri="{FF2B5EF4-FFF2-40B4-BE49-F238E27FC236}">
                  <a16:creationId xmlns:a16="http://schemas.microsoft.com/office/drawing/2014/main" id="{1987CF82-090A-5B23-3EB4-6DB9493B22C9}"/>
                </a:ext>
              </a:extLst>
            </p:cNvPr>
            <p:cNvSpPr/>
            <p:nvPr/>
          </p:nvSpPr>
          <p:spPr>
            <a:xfrm>
              <a:off x="6222968" y="2917221"/>
              <a:ext cx="1269682" cy="215846"/>
            </a:xfrm>
            <a:prstGeom prst="rect">
              <a:avLst/>
            </a:prstGeom>
            <a:solidFill>
              <a:schemeClr val="tx1">
                <a:alpha val="50000"/>
              </a:schemeClr>
            </a:solidFill>
            <a:ln>
              <a:solidFill>
                <a:srgbClr val="E8ECF4"/>
              </a:solidFill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8" name="Rectangle 67">
              <a:extLst>
                <a:ext uri="{FF2B5EF4-FFF2-40B4-BE49-F238E27FC236}">
                  <a16:creationId xmlns:a16="http://schemas.microsoft.com/office/drawing/2014/main" id="{E66B2AAC-23D0-56A2-0A79-3700766AFB0E}"/>
                </a:ext>
              </a:extLst>
            </p:cNvPr>
            <p:cNvSpPr/>
            <p:nvPr/>
          </p:nvSpPr>
          <p:spPr>
            <a:xfrm>
              <a:off x="7492651" y="2917221"/>
              <a:ext cx="4443889" cy="215846"/>
            </a:xfrm>
            <a:prstGeom prst="rect">
              <a:avLst/>
            </a:prstGeom>
            <a:solidFill>
              <a:srgbClr val="AABBCC"/>
            </a:solidFill>
            <a:ln w="508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8FFBF60-4FBF-C7AA-54D0-329B350BD837}"/>
                </a:ext>
              </a:extLst>
            </p:cNvPr>
            <p:cNvSpPr txBox="1"/>
            <p:nvPr/>
          </p:nvSpPr>
          <p:spPr>
            <a:xfrm>
              <a:off x="7507881" y="2904515"/>
              <a:ext cx="43677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ko-KR" sz="900" dirty="0">
                  <a:solidFill>
                    <a:srgbClr val="222222"/>
                  </a:solidFill>
                  <a:latin typeface="+mn-ea"/>
                </a:rPr>
                <a:t>(</a:t>
              </a:r>
              <a:r>
                <a:rPr lang="ko-KR" altLang="en-US" sz="900" dirty="0">
                  <a:solidFill>
                    <a:srgbClr val="222222"/>
                  </a:solidFill>
                  <a:latin typeface="+mn-ea"/>
                </a:rPr>
                <a:t>일몰예정</a:t>
              </a:r>
              <a:r>
                <a:rPr lang="en-US" altLang="ko-KR" sz="900" dirty="0">
                  <a:solidFill>
                    <a:srgbClr val="222222"/>
                  </a:solidFill>
                  <a:latin typeface="+mn-ea"/>
                </a:rPr>
                <a:t>)</a:t>
              </a:r>
              <a:endParaRPr sz="900" dirty="0">
                <a:solidFill>
                  <a:srgbClr val="222222"/>
                </a:solidFill>
                <a:latin typeface="+mn-ea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CEF09B1-00A3-280D-470E-A1E7D52EA9C6}"/>
                </a:ext>
              </a:extLst>
            </p:cNvPr>
            <p:cNvSpPr txBox="1"/>
            <p:nvPr/>
          </p:nvSpPr>
          <p:spPr>
            <a:xfrm>
              <a:off x="6261058" y="2922772"/>
              <a:ext cx="119350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000" b="1" dirty="0">
                  <a:solidFill>
                    <a:srgbClr val="FFFFFF"/>
                  </a:solidFill>
                  <a:latin typeface="+mn-ea"/>
                </a:rPr>
                <a:t>SNS</a:t>
              </a:r>
              <a:r>
                <a:rPr lang="ko-KR" altLang="en-US" sz="1000" b="1" dirty="0">
                  <a:solidFill>
                    <a:srgbClr val="FFFFFF"/>
                  </a:solidFill>
                  <a:latin typeface="+mn-ea"/>
                </a:rPr>
                <a:t>기관관리</a:t>
              </a:r>
              <a:endParaRPr sz="1000" b="1" dirty="0">
                <a:solidFill>
                  <a:srgbClr val="FFFFFF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902227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133" y="1270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3133" y="12700"/>
            <a:ext cx="12192000" cy="6858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88" y="0"/>
            <a:ext cx="12182734" cy="3302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40354" y="63500"/>
            <a:ext cx="1188146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1" dirty="0" err="1">
                <a:solidFill>
                  <a:srgbClr val="AABBCC"/>
                </a:solidFill>
                <a:latin typeface="+mn-ea"/>
              </a:rPr>
              <a:t>홍길동</a:t>
            </a:r>
            <a:r>
              <a:rPr sz="1000" b="1" dirty="0">
                <a:solidFill>
                  <a:srgbClr val="AABBCC"/>
                </a:solidFill>
                <a:latin typeface="+mn-ea"/>
              </a:rPr>
              <a:t> | </a:t>
            </a:r>
            <a:r>
              <a:rPr sz="1000" b="1" dirty="0" err="1">
                <a:solidFill>
                  <a:srgbClr val="AABBCC"/>
                </a:solidFill>
                <a:latin typeface="+mn-ea"/>
              </a:rPr>
              <a:t>로그아웃</a:t>
            </a:r>
            <a:endParaRPr sz="1000" b="1" dirty="0">
              <a:solidFill>
                <a:srgbClr val="AABBCC"/>
              </a:solidFill>
              <a:latin typeface="+mn-ea"/>
            </a:endParaRPr>
          </a:p>
        </p:txBody>
      </p:sp>
      <p:grpSp>
        <p:nvGrpSpPr>
          <p:cNvPr id="292" name="그룹 291"/>
          <p:cNvGrpSpPr/>
          <p:nvPr/>
        </p:nvGrpSpPr>
        <p:grpSpPr>
          <a:xfrm>
            <a:off x="-88" y="328771"/>
            <a:ext cx="12185910" cy="304800"/>
            <a:chOff x="539750" y="355600"/>
            <a:chExt cx="12185910" cy="304800"/>
          </a:xfrm>
        </p:grpSpPr>
        <p:sp>
          <p:nvSpPr>
            <p:cNvPr id="15" name="Rectangle 14"/>
            <p:cNvSpPr/>
            <p:nvPr/>
          </p:nvSpPr>
          <p:spPr>
            <a:xfrm>
              <a:off x="539750" y="355600"/>
              <a:ext cx="12185910" cy="3048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35000" y="374194"/>
              <a:ext cx="106952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100" b="1" dirty="0" err="1">
                  <a:solidFill>
                    <a:srgbClr val="FFFFFF"/>
                  </a:solidFill>
                  <a:latin typeface="+mn-ea"/>
                </a:rPr>
                <a:t>공지사항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836033" y="400278"/>
              <a:ext cx="1806905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r"/>
              <a:r>
                <a:rPr sz="1000" b="1" dirty="0">
                  <a:solidFill>
                    <a:srgbClr val="AABBCC"/>
                  </a:solidFill>
                  <a:latin typeface="+mn-ea"/>
                </a:rPr>
                <a:t>홈  &gt;  공지사항  &gt;  목록</a:t>
              </a:r>
            </a:p>
          </p:txBody>
        </p:sp>
      </p:grpSp>
      <p:sp>
        <p:nvSpPr>
          <p:cNvPr id="18" name="Rectangle 17"/>
          <p:cNvSpPr/>
          <p:nvPr/>
        </p:nvSpPr>
        <p:spPr>
          <a:xfrm>
            <a:off x="2999" y="629593"/>
            <a:ext cx="9684010" cy="43947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+mn-ea"/>
              </a:rPr>
              <a:t>①</a:t>
            </a:r>
            <a:endParaRPr sz="2400" dirty="0">
              <a:latin typeface="+mn-ea"/>
            </a:endParaRPr>
          </a:p>
        </p:txBody>
      </p:sp>
      <p:grpSp>
        <p:nvGrpSpPr>
          <p:cNvPr id="293" name="그룹 292"/>
          <p:cNvGrpSpPr/>
          <p:nvPr/>
        </p:nvGrpSpPr>
        <p:grpSpPr>
          <a:xfrm>
            <a:off x="9266" y="637831"/>
            <a:ext cx="4089400" cy="304800"/>
            <a:chOff x="546100" y="635000"/>
            <a:chExt cx="4089400" cy="304800"/>
          </a:xfrm>
        </p:grpSpPr>
        <p:sp>
          <p:nvSpPr>
            <p:cNvPr id="19" name="Rectangle 18"/>
            <p:cNvSpPr/>
            <p:nvPr/>
          </p:nvSpPr>
          <p:spPr>
            <a:xfrm>
              <a:off x="546100" y="635000"/>
              <a:ext cx="914400" cy="304800"/>
            </a:xfrm>
            <a:prstGeom prst="rect">
              <a:avLst/>
            </a:prstGeom>
            <a:solidFill>
              <a:srgbClr val="2E4470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95552" y="701675"/>
              <a:ext cx="41549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900" dirty="0">
                  <a:solidFill>
                    <a:srgbClr val="FFFFFF"/>
                  </a:solidFill>
                  <a:latin typeface="+mn-ea"/>
                </a:rPr>
                <a:t>전체</a:t>
              </a:r>
              <a:endParaRPr sz="90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460500" y="635000"/>
              <a:ext cx="1016000" cy="3048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645334" y="701675"/>
              <a:ext cx="64633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 err="1">
                  <a:solidFill>
                    <a:srgbClr val="445064"/>
                  </a:solidFill>
                  <a:latin typeface="+mn-ea"/>
                </a:rPr>
                <a:t>대변인방</a:t>
              </a:r>
              <a:endParaRPr sz="900" dirty="0">
                <a:solidFill>
                  <a:srgbClr val="445064"/>
                </a:solidFill>
                <a:latin typeface="+mn-ea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476500" y="635000"/>
              <a:ext cx="1016000" cy="3048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661334" y="701675"/>
              <a:ext cx="64633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온라인방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492500" y="635000"/>
              <a:ext cx="1143000" cy="3048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625419" y="701675"/>
              <a:ext cx="87716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외신대변인방</a:t>
              </a:r>
            </a:p>
          </p:txBody>
        </p:sp>
      </p:grpSp>
      <p:grpSp>
        <p:nvGrpSpPr>
          <p:cNvPr id="294" name="그룹 293"/>
          <p:cNvGrpSpPr/>
          <p:nvPr/>
        </p:nvGrpSpPr>
        <p:grpSpPr>
          <a:xfrm>
            <a:off x="-5544" y="960325"/>
            <a:ext cx="9684010" cy="421704"/>
            <a:chOff x="546100" y="939800"/>
            <a:chExt cx="9144000" cy="421704"/>
          </a:xfrm>
        </p:grpSpPr>
        <p:sp>
          <p:nvSpPr>
            <p:cNvPr id="28" name="Rectangle 27"/>
            <p:cNvSpPr/>
            <p:nvPr/>
          </p:nvSpPr>
          <p:spPr>
            <a:xfrm>
              <a:off x="546100" y="939800"/>
              <a:ext cx="9144000" cy="279400"/>
            </a:xfrm>
            <a:prstGeom prst="rect">
              <a:avLst/>
            </a:prstGeom>
            <a:solidFill>
              <a:srgbClr val="F0F2F8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35000" y="977900"/>
              <a:ext cx="11176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17027" y="992171"/>
              <a:ext cx="69951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sz="900" dirty="0" err="1">
                  <a:solidFill>
                    <a:srgbClr val="445064"/>
                  </a:solidFill>
                  <a:latin typeface="+mn-ea"/>
                </a:rPr>
                <a:t>분류</a:t>
              </a:r>
              <a:r>
                <a:rPr sz="900" dirty="0">
                  <a:solidFill>
                    <a:srgbClr val="445064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445064"/>
                  </a:solidFill>
                  <a:latin typeface="+mn-ea"/>
                </a:rPr>
                <a:t>선택</a:t>
              </a:r>
              <a:r>
                <a:rPr sz="900" dirty="0">
                  <a:solidFill>
                    <a:srgbClr val="445064"/>
                  </a:solidFill>
                  <a:latin typeface="+mn-ea"/>
                </a:rPr>
                <a:t>  ▼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803400" y="977900"/>
              <a:ext cx="11176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792287" y="992172"/>
              <a:ext cx="6731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900" dirty="0" err="1">
                  <a:solidFill>
                    <a:srgbClr val="445064"/>
                  </a:solidFill>
                  <a:latin typeface="+mn-ea"/>
                </a:rPr>
                <a:t>기간</a:t>
              </a:r>
              <a:r>
                <a:rPr sz="900" dirty="0">
                  <a:solidFill>
                    <a:srgbClr val="445064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445064"/>
                  </a:solidFill>
                  <a:latin typeface="+mn-ea"/>
                </a:rPr>
                <a:t>선택</a:t>
              </a:r>
              <a:r>
                <a:rPr sz="900" dirty="0">
                  <a:solidFill>
                    <a:srgbClr val="445064"/>
                  </a:solidFill>
                  <a:latin typeface="+mn-ea"/>
                </a:rPr>
                <a:t>  ▼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971800" y="977900"/>
              <a:ext cx="49530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022600" y="1003300"/>
              <a:ext cx="125811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AAAAAA"/>
                  </a:solidFill>
                  <a:latin typeface="+mn-ea"/>
                </a:rPr>
                <a:t>제목·내용·작성자 검색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975600" y="977900"/>
              <a:ext cx="609600" cy="2032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069101" y="996950"/>
              <a:ext cx="42260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FFFFFF"/>
                  </a:solidFill>
                  <a:latin typeface="+mn-ea"/>
                </a:rPr>
                <a:t>검 색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636000" y="977900"/>
              <a:ext cx="5080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639345" y="996950"/>
              <a:ext cx="50131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 err="1">
                  <a:solidFill>
                    <a:srgbClr val="445064"/>
                  </a:solidFill>
                  <a:latin typeface="+mn-ea"/>
                </a:rPr>
                <a:t>초기화</a:t>
              </a:r>
              <a:endParaRPr sz="900" dirty="0">
                <a:solidFill>
                  <a:srgbClr val="445064"/>
                </a:solidFill>
                <a:latin typeface="+mn-ea"/>
              </a:endParaRPr>
            </a:p>
          </p:txBody>
        </p:sp>
      </p:grpSp>
      <p:grpSp>
        <p:nvGrpSpPr>
          <p:cNvPr id="441" name="그룹 440"/>
          <p:cNvGrpSpPr/>
          <p:nvPr/>
        </p:nvGrpSpPr>
        <p:grpSpPr>
          <a:xfrm>
            <a:off x="-33222" y="1239725"/>
            <a:ext cx="9711688" cy="2339032"/>
            <a:chOff x="511842" y="1219200"/>
            <a:chExt cx="9178258" cy="2339032"/>
          </a:xfrm>
        </p:grpSpPr>
        <p:sp>
          <p:nvSpPr>
            <p:cNvPr id="40" name="Rectangle 39"/>
            <p:cNvSpPr/>
            <p:nvPr/>
          </p:nvSpPr>
          <p:spPr>
            <a:xfrm>
              <a:off x="546100" y="1219200"/>
              <a:ext cx="406400" cy="203200"/>
            </a:xfrm>
            <a:prstGeom prst="rect">
              <a:avLst/>
            </a:prstGeom>
            <a:solidFill>
              <a:srgbClr val="445064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952500" y="1219200"/>
              <a:ext cx="863600" cy="203200"/>
            </a:xfrm>
            <a:prstGeom prst="rect">
              <a:avLst/>
            </a:prstGeom>
            <a:solidFill>
              <a:srgbClr val="445064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816100" y="1219200"/>
              <a:ext cx="4572000" cy="203200"/>
            </a:xfrm>
            <a:prstGeom prst="rect">
              <a:avLst/>
            </a:prstGeom>
            <a:solidFill>
              <a:srgbClr val="445064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388100" y="1219200"/>
              <a:ext cx="457200" cy="203200"/>
            </a:xfrm>
            <a:prstGeom prst="rect">
              <a:avLst/>
            </a:prstGeom>
            <a:solidFill>
              <a:srgbClr val="445064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845300" y="1219200"/>
              <a:ext cx="1117600" cy="203200"/>
            </a:xfrm>
            <a:prstGeom prst="rect">
              <a:avLst/>
            </a:prstGeom>
            <a:solidFill>
              <a:srgbClr val="445064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7962900" y="1219200"/>
              <a:ext cx="1066800" cy="203200"/>
            </a:xfrm>
            <a:prstGeom prst="rect">
              <a:avLst/>
            </a:prstGeom>
            <a:solidFill>
              <a:srgbClr val="445064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9029700" y="1219200"/>
              <a:ext cx="660400" cy="203200"/>
            </a:xfrm>
            <a:prstGeom prst="rect">
              <a:avLst/>
            </a:prstGeom>
            <a:solidFill>
              <a:srgbClr val="445064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grpSp>
          <p:nvGrpSpPr>
            <p:cNvPr id="295" name="그룹 294"/>
            <p:cNvGrpSpPr/>
            <p:nvPr/>
          </p:nvGrpSpPr>
          <p:grpSpPr>
            <a:xfrm>
              <a:off x="587361" y="1240155"/>
              <a:ext cx="9023416" cy="230832"/>
              <a:chOff x="587361" y="1240155"/>
              <a:chExt cx="9023416" cy="230832"/>
            </a:xfrm>
          </p:grpSpPr>
          <p:sp>
            <p:nvSpPr>
              <p:cNvPr id="41" name="TextBox 40"/>
              <p:cNvSpPr txBox="1"/>
              <p:nvPr/>
            </p:nvSpPr>
            <p:spPr>
              <a:xfrm>
                <a:off x="587361" y="1240155"/>
                <a:ext cx="323878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dirty="0">
                    <a:solidFill>
                      <a:srgbClr val="FFFFFF"/>
                    </a:solidFill>
                    <a:latin typeface="+mn-ea"/>
                  </a:rPr>
                  <a:t>No</a:t>
                </a: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1187961" y="1240155"/>
                <a:ext cx="392677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dirty="0" err="1">
                    <a:solidFill>
                      <a:srgbClr val="FFFFFF"/>
                    </a:solidFill>
                    <a:latin typeface="+mn-ea"/>
                  </a:rPr>
                  <a:t>채널</a:t>
                </a:r>
                <a:endParaRPr sz="900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1835150" y="1240155"/>
                <a:ext cx="392676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900">
                    <a:solidFill>
                      <a:srgbClr val="FFFFFF"/>
                    </a:solidFill>
                    <a:latin typeface="+mn-ea"/>
                  </a:rPr>
                  <a:t>제목</a:t>
                </a:r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6420361" y="1240155"/>
                <a:ext cx="392677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FFFFFF"/>
                    </a:solidFill>
                    <a:latin typeface="+mn-ea"/>
                  </a:rPr>
                  <a:t>첨부</a:t>
                </a: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7062325" y="1240155"/>
                <a:ext cx="68354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FFFFFF"/>
                    </a:solidFill>
                    <a:latin typeface="+mn-ea"/>
                  </a:rPr>
                  <a:t>작성자(과)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8245423" y="1240155"/>
                <a:ext cx="501754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FFFFFF"/>
                    </a:solidFill>
                    <a:latin typeface="+mn-ea"/>
                  </a:rPr>
                  <a:t>작성일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9109023" y="1240155"/>
                <a:ext cx="501754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FFFFFF"/>
                    </a:solidFill>
                    <a:latin typeface="+mn-ea"/>
                  </a:rPr>
                  <a:t>조회수</a:t>
                </a:r>
              </a:p>
            </p:txBody>
          </p:sp>
        </p:grpSp>
        <p:sp>
          <p:nvSpPr>
            <p:cNvPr id="54" name="Rectangle 53"/>
            <p:cNvSpPr/>
            <p:nvPr/>
          </p:nvSpPr>
          <p:spPr>
            <a:xfrm>
              <a:off x="546100" y="1422400"/>
              <a:ext cx="406400" cy="203200"/>
            </a:xfrm>
            <a:prstGeom prst="rect">
              <a:avLst/>
            </a:prstGeom>
            <a:solidFill>
              <a:srgbClr val="EEF3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952500" y="1422400"/>
              <a:ext cx="863600" cy="203200"/>
            </a:xfrm>
            <a:prstGeom prst="rect">
              <a:avLst/>
            </a:prstGeom>
            <a:solidFill>
              <a:srgbClr val="EEF3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1816100" y="1422400"/>
              <a:ext cx="4572000" cy="203200"/>
            </a:xfrm>
            <a:prstGeom prst="rect">
              <a:avLst/>
            </a:prstGeom>
            <a:solidFill>
              <a:srgbClr val="EEF3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835150" y="1446847"/>
              <a:ext cx="227728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F5CBF"/>
                  </a:solidFill>
                  <a:latin typeface="+mn-ea"/>
                </a:rPr>
                <a:t>[공지] 2026년도 상반기 홍보업무 협조 요청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6388100" y="1422400"/>
              <a:ext cx="457200" cy="203200"/>
            </a:xfrm>
            <a:prstGeom prst="rect">
              <a:avLst/>
            </a:prstGeom>
            <a:solidFill>
              <a:srgbClr val="EEF3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438481" y="1428829"/>
              <a:ext cx="32147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📎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6845300" y="1422400"/>
              <a:ext cx="1117600" cy="203200"/>
            </a:xfrm>
            <a:prstGeom prst="rect">
              <a:avLst/>
            </a:prstGeom>
            <a:solidFill>
              <a:srgbClr val="EEF3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044147" y="1441529"/>
              <a:ext cx="71990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 err="1">
                  <a:solidFill>
                    <a:srgbClr val="1A1A1A"/>
                  </a:solidFill>
                  <a:latin typeface="+mn-ea"/>
                </a:rPr>
                <a:t>소통협력과</a:t>
              </a:r>
              <a:endParaRPr sz="900" dirty="0">
                <a:solidFill>
                  <a:srgbClr val="1A1A1A"/>
                </a:solidFill>
                <a:latin typeface="+mn-ea"/>
              </a:endParaRP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7962900" y="1422400"/>
              <a:ext cx="1066800" cy="203200"/>
            </a:xfrm>
            <a:prstGeom prst="rect">
              <a:avLst/>
            </a:prstGeom>
            <a:solidFill>
              <a:srgbClr val="EEF3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8136347" y="1435351"/>
              <a:ext cx="71990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>
                  <a:solidFill>
                    <a:srgbClr val="1A1A1A"/>
                  </a:solidFill>
                  <a:latin typeface="+mn-ea"/>
                </a:rPr>
                <a:t>2026.05.20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9029700" y="1422400"/>
              <a:ext cx="660400" cy="203200"/>
            </a:xfrm>
            <a:prstGeom prst="rect">
              <a:avLst/>
            </a:prstGeom>
            <a:solidFill>
              <a:srgbClr val="EEF3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9177549" y="1435351"/>
              <a:ext cx="36470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342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546100" y="1625600"/>
              <a:ext cx="406400" cy="203200"/>
            </a:xfrm>
            <a:prstGeom prst="rect">
              <a:avLst/>
            </a:prstGeom>
            <a:solidFill>
              <a:srgbClr val="EEF3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952500" y="1625600"/>
              <a:ext cx="863600" cy="203200"/>
            </a:xfrm>
            <a:prstGeom prst="rect">
              <a:avLst/>
            </a:prstGeom>
            <a:solidFill>
              <a:srgbClr val="EEF3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816100" y="1625600"/>
              <a:ext cx="4572000" cy="203200"/>
            </a:xfrm>
            <a:prstGeom prst="rect">
              <a:avLst/>
            </a:prstGeom>
            <a:solidFill>
              <a:srgbClr val="EEF3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835150" y="1650047"/>
              <a:ext cx="218032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F5CBF"/>
                  </a:solidFill>
                  <a:latin typeface="+mn-ea"/>
                </a:rPr>
                <a:t>[공지] SNS 채널 운영 지침 업데이트 안내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6388100" y="1625600"/>
              <a:ext cx="457200" cy="203200"/>
            </a:xfrm>
            <a:prstGeom prst="rect">
              <a:avLst/>
            </a:prstGeom>
            <a:solidFill>
              <a:srgbClr val="EEF3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529576" y="1681797"/>
              <a:ext cx="174247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6845300" y="1625600"/>
              <a:ext cx="1117600" cy="203200"/>
            </a:xfrm>
            <a:prstGeom prst="rect">
              <a:avLst/>
            </a:prstGeom>
            <a:solidFill>
              <a:srgbClr val="EEF3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880531" y="1644729"/>
              <a:ext cx="104713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디지털소통정책과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7962900" y="1625600"/>
              <a:ext cx="1066800" cy="203200"/>
            </a:xfrm>
            <a:prstGeom prst="rect">
              <a:avLst/>
            </a:prstGeom>
            <a:solidFill>
              <a:srgbClr val="EEF3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8136347" y="1638551"/>
              <a:ext cx="71990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2026.05.15</a:t>
              </a: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9029700" y="1625600"/>
              <a:ext cx="660400" cy="203200"/>
            </a:xfrm>
            <a:prstGeom prst="rect">
              <a:avLst/>
            </a:prstGeom>
            <a:solidFill>
              <a:srgbClr val="EEF3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9177549" y="1638551"/>
              <a:ext cx="36470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218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546100" y="1828800"/>
              <a:ext cx="4064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85" name="Rectangle 84"/>
            <p:cNvSpPr/>
            <p:nvPr/>
          </p:nvSpPr>
          <p:spPr>
            <a:xfrm>
              <a:off x="952500" y="1828800"/>
              <a:ext cx="863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87" name="Rectangle 86"/>
            <p:cNvSpPr/>
            <p:nvPr/>
          </p:nvSpPr>
          <p:spPr>
            <a:xfrm>
              <a:off x="1816100" y="1828800"/>
              <a:ext cx="4572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1835150" y="1853247"/>
              <a:ext cx="205306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F5CBF"/>
                  </a:solidFill>
                  <a:latin typeface="+mn-ea"/>
                </a:rPr>
                <a:t>6월 정례 대변인 협의회 자료 제출 안내</a:t>
              </a: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6388100" y="1828800"/>
              <a:ext cx="4572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6438481" y="1847929"/>
              <a:ext cx="32147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📎</a:t>
              </a: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6845300" y="1828800"/>
              <a:ext cx="1117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880532" y="1847929"/>
              <a:ext cx="104713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900">
                  <a:solidFill>
                    <a:srgbClr val="1A1A1A"/>
                  </a:solidFill>
                  <a:latin typeface="+mn-ea"/>
                </a:rPr>
                <a:t>디지털소통정책과</a:t>
              </a:r>
              <a:endParaRPr sz="900" dirty="0">
                <a:solidFill>
                  <a:srgbClr val="1A1A1A"/>
                </a:solidFill>
                <a:latin typeface="+mn-ea"/>
              </a:endParaRP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7962900" y="1828800"/>
              <a:ext cx="1066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8136347" y="1841751"/>
              <a:ext cx="71990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2026.05.27</a:t>
              </a:r>
            </a:p>
          </p:txBody>
        </p:sp>
        <p:sp>
          <p:nvSpPr>
            <p:cNvPr id="95" name="Rectangle 94"/>
            <p:cNvSpPr/>
            <p:nvPr/>
          </p:nvSpPr>
          <p:spPr>
            <a:xfrm>
              <a:off x="9029700" y="1828800"/>
              <a:ext cx="6604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9209303" y="1841751"/>
              <a:ext cx="30119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47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546100" y="2032000"/>
              <a:ext cx="4064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952500" y="2032000"/>
              <a:ext cx="863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1816100" y="2032000"/>
              <a:ext cx="4572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1835150" y="2056447"/>
              <a:ext cx="213184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1F5CBF"/>
                  </a:solidFill>
                  <a:latin typeface="+mn-ea"/>
                </a:rPr>
                <a:t>디지털콘텐츠</a:t>
              </a:r>
              <a:r>
                <a:rPr sz="900" dirty="0">
                  <a:solidFill>
                    <a:srgbClr val="1F5CBF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F5CBF"/>
                  </a:solidFill>
                  <a:latin typeface="+mn-ea"/>
                </a:rPr>
                <a:t>계획</a:t>
              </a:r>
              <a:r>
                <a:rPr sz="900" dirty="0">
                  <a:solidFill>
                    <a:srgbClr val="1F5CBF"/>
                  </a:solidFill>
                  <a:latin typeface="+mn-ea"/>
                </a:rPr>
                <a:t> 5월분 </a:t>
              </a:r>
              <a:r>
                <a:rPr sz="900" dirty="0" err="1">
                  <a:solidFill>
                    <a:srgbClr val="1F5CBF"/>
                  </a:solidFill>
                  <a:latin typeface="+mn-ea"/>
                </a:rPr>
                <a:t>제출</a:t>
              </a:r>
              <a:r>
                <a:rPr sz="900" dirty="0">
                  <a:solidFill>
                    <a:srgbClr val="1F5CBF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F5CBF"/>
                  </a:solidFill>
                  <a:latin typeface="+mn-ea"/>
                </a:rPr>
                <a:t>마감</a:t>
              </a:r>
              <a:r>
                <a:rPr sz="900" dirty="0">
                  <a:solidFill>
                    <a:srgbClr val="1F5CBF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F5CBF"/>
                  </a:solidFill>
                  <a:latin typeface="+mn-ea"/>
                </a:rPr>
                <a:t>공지</a:t>
              </a:r>
              <a:endParaRPr sz="900" dirty="0">
                <a:solidFill>
                  <a:srgbClr val="1F5CBF"/>
                </a:solidFill>
                <a:latin typeface="+mn-ea"/>
              </a:endParaRPr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6388100" y="2032000"/>
              <a:ext cx="4572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6529576" y="2088197"/>
              <a:ext cx="174247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6845300" y="2032000"/>
              <a:ext cx="1117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6880531" y="2051129"/>
              <a:ext cx="104713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디지털소통정책과</a:t>
              </a: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7962900" y="2032000"/>
              <a:ext cx="1066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8136347" y="2044951"/>
              <a:ext cx="71990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2026.05.26</a:t>
              </a:r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9029700" y="2032000"/>
              <a:ext cx="6604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9209303" y="2044951"/>
              <a:ext cx="30119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83</a:t>
              </a:r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546100" y="2235200"/>
              <a:ext cx="4064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952500" y="2235200"/>
              <a:ext cx="863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1816100" y="2235200"/>
              <a:ext cx="4572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1835150" y="2259647"/>
              <a:ext cx="175007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F5CBF"/>
                  </a:solidFill>
                  <a:latin typeface="+mn-ea"/>
                </a:rPr>
                <a:t>Foreign Press Briefing 일정 안내</a:t>
              </a:r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6388100" y="2235200"/>
              <a:ext cx="4572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6438481" y="2254329"/>
              <a:ext cx="32147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📎</a:t>
              </a:r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6845300" y="2235200"/>
              <a:ext cx="1117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6880531" y="2254329"/>
              <a:ext cx="104713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해외미디어협력과</a:t>
              </a:r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7962900" y="2235200"/>
              <a:ext cx="1066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8136347" y="2248151"/>
              <a:ext cx="71990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2026.05.25</a:t>
              </a:r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9029700" y="2235200"/>
              <a:ext cx="6604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9209303" y="2248151"/>
              <a:ext cx="30119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35</a:t>
              </a:r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546100" y="2438400"/>
              <a:ext cx="4064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952500" y="2438400"/>
              <a:ext cx="863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1816100" y="2438400"/>
              <a:ext cx="4572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1835150" y="2462847"/>
              <a:ext cx="221668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F5CBF"/>
                  </a:solidFill>
                  <a:latin typeface="+mn-ea"/>
                </a:rPr>
                <a:t>대변인방 시스템 정기점검 안내 (5월 28일)</a:t>
              </a:r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6388100" y="2438400"/>
              <a:ext cx="4572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6529576" y="2494597"/>
              <a:ext cx="174247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6845300" y="2438400"/>
              <a:ext cx="1117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044147" y="2457529"/>
              <a:ext cx="71990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소통협력과</a:t>
              </a:r>
            </a:p>
          </p:txBody>
        </p:sp>
        <p:sp>
          <p:nvSpPr>
            <p:cNvPr id="137" name="Rectangle 136"/>
            <p:cNvSpPr/>
            <p:nvPr/>
          </p:nvSpPr>
          <p:spPr>
            <a:xfrm>
              <a:off x="7962900" y="2438400"/>
              <a:ext cx="1066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8136347" y="2451351"/>
              <a:ext cx="71990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2026.05.23</a:t>
              </a:r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9029700" y="2438400"/>
              <a:ext cx="6604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9177549" y="2451351"/>
              <a:ext cx="36470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156</a:t>
              </a:r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546100" y="2641600"/>
              <a:ext cx="4064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952500" y="2641600"/>
              <a:ext cx="863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1816100" y="2641600"/>
              <a:ext cx="4572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1835150" y="2666047"/>
              <a:ext cx="182279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F5CBF"/>
                  </a:solidFill>
                  <a:latin typeface="+mn-ea"/>
                </a:rPr>
                <a:t>소통나눔방 시스템 개편 예정 안내</a:t>
              </a:r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6388100" y="2641600"/>
              <a:ext cx="4572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6529576" y="2697797"/>
              <a:ext cx="174247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6845300" y="2641600"/>
              <a:ext cx="1117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7153223" y="2660729"/>
              <a:ext cx="50175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○○과</a:t>
              </a:r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7962900" y="2641600"/>
              <a:ext cx="1066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8136347" y="2654551"/>
              <a:ext cx="71990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2026.05.22</a:t>
              </a:r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9029700" y="2641600"/>
              <a:ext cx="6604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9177549" y="2654551"/>
              <a:ext cx="36470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289</a:t>
              </a:r>
            </a:p>
          </p:txBody>
        </p:sp>
        <p:sp>
          <p:nvSpPr>
            <p:cNvPr id="155" name="Rectangle 154"/>
            <p:cNvSpPr/>
            <p:nvPr/>
          </p:nvSpPr>
          <p:spPr>
            <a:xfrm>
              <a:off x="546100" y="2844800"/>
              <a:ext cx="4064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57" name="Rectangle 156"/>
            <p:cNvSpPr/>
            <p:nvPr/>
          </p:nvSpPr>
          <p:spPr>
            <a:xfrm>
              <a:off x="952500" y="2844800"/>
              <a:ext cx="863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grpSp>
          <p:nvGrpSpPr>
            <p:cNvPr id="298" name="그룹 297"/>
            <p:cNvGrpSpPr/>
            <p:nvPr/>
          </p:nvGrpSpPr>
          <p:grpSpPr>
            <a:xfrm>
              <a:off x="511842" y="1422400"/>
              <a:ext cx="1173111" cy="1653232"/>
              <a:chOff x="516605" y="1453197"/>
              <a:chExt cx="1173111" cy="1653232"/>
            </a:xfrm>
          </p:grpSpPr>
          <p:sp>
            <p:nvSpPr>
              <p:cNvPr id="55" name="TextBox 54"/>
              <p:cNvSpPr txBox="1"/>
              <p:nvPr/>
            </p:nvSpPr>
            <p:spPr>
              <a:xfrm>
                <a:off x="516605" y="1453197"/>
                <a:ext cx="465395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dirty="0">
                    <a:solidFill>
                      <a:srgbClr val="1A1A1A"/>
                    </a:solidFill>
                    <a:latin typeface="+mn-ea"/>
                  </a:rPr>
                  <a:t>[</a:t>
                </a:r>
                <a:r>
                  <a:rPr sz="900" dirty="0" err="1">
                    <a:solidFill>
                      <a:srgbClr val="1A1A1A"/>
                    </a:solidFill>
                    <a:latin typeface="+mn-ea"/>
                  </a:rPr>
                  <a:t>공지</a:t>
                </a:r>
                <a:r>
                  <a:rPr sz="900" dirty="0">
                    <a:solidFill>
                      <a:srgbClr val="1A1A1A"/>
                    </a:solidFill>
                    <a:latin typeface="+mn-ea"/>
                  </a:rPr>
                  <a:t>]</a:t>
                </a: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1078885" y="1453197"/>
                <a:ext cx="610831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대변인방</a:t>
                </a:r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516605" y="1656397"/>
                <a:ext cx="465395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[공지]</a:t>
                </a:r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1078885" y="1656397"/>
                <a:ext cx="610831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온라인방</a:t>
                </a: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566950" y="1859597"/>
                <a:ext cx="364703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dirty="0">
                    <a:solidFill>
                      <a:srgbClr val="1A1A1A"/>
                    </a:solidFill>
                    <a:latin typeface="+mn-ea"/>
                  </a:rPr>
                  <a:t>125</a:t>
                </a: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1078885" y="1859597"/>
                <a:ext cx="610831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대변인방</a:t>
                </a:r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566950" y="2062797"/>
                <a:ext cx="364703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dirty="0">
                    <a:solidFill>
                      <a:srgbClr val="1A1A1A"/>
                    </a:solidFill>
                    <a:latin typeface="+mn-ea"/>
                  </a:rPr>
                  <a:t>124</a:t>
                </a:r>
              </a:p>
            </p:txBody>
          </p:sp>
          <p:sp>
            <p:nvSpPr>
              <p:cNvPr id="101" name="TextBox 100"/>
              <p:cNvSpPr txBox="1"/>
              <p:nvPr/>
            </p:nvSpPr>
            <p:spPr>
              <a:xfrm>
                <a:off x="1078885" y="2062797"/>
                <a:ext cx="610831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온라인방</a:t>
                </a:r>
              </a:p>
            </p:txBody>
          </p:sp>
          <p:sp>
            <p:nvSpPr>
              <p:cNvPr id="114" name="TextBox 113"/>
              <p:cNvSpPr txBox="1"/>
              <p:nvPr/>
            </p:nvSpPr>
            <p:spPr>
              <a:xfrm>
                <a:off x="566950" y="2265997"/>
                <a:ext cx="364703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123</a:t>
                </a:r>
              </a:p>
            </p:txBody>
          </p:sp>
          <p:sp>
            <p:nvSpPr>
              <p:cNvPr id="116" name="TextBox 115"/>
              <p:cNvSpPr txBox="1"/>
              <p:nvPr/>
            </p:nvSpPr>
            <p:spPr>
              <a:xfrm>
                <a:off x="1187961" y="2265997"/>
                <a:ext cx="392677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외신</a:t>
                </a:r>
              </a:p>
            </p:txBody>
          </p:sp>
          <p:sp>
            <p:nvSpPr>
              <p:cNvPr id="128" name="TextBox 127"/>
              <p:cNvSpPr txBox="1"/>
              <p:nvPr/>
            </p:nvSpPr>
            <p:spPr>
              <a:xfrm>
                <a:off x="566950" y="2469197"/>
                <a:ext cx="364703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122</a:t>
                </a:r>
              </a:p>
            </p:txBody>
          </p:sp>
          <p:sp>
            <p:nvSpPr>
              <p:cNvPr id="130" name="TextBox 129"/>
              <p:cNvSpPr txBox="1"/>
              <p:nvPr/>
            </p:nvSpPr>
            <p:spPr>
              <a:xfrm>
                <a:off x="1078885" y="2469197"/>
                <a:ext cx="610831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대변인방</a:t>
                </a:r>
              </a:p>
            </p:txBody>
          </p:sp>
          <p:sp>
            <p:nvSpPr>
              <p:cNvPr id="142" name="TextBox 141"/>
              <p:cNvSpPr txBox="1"/>
              <p:nvPr/>
            </p:nvSpPr>
            <p:spPr>
              <a:xfrm>
                <a:off x="566950" y="2672397"/>
                <a:ext cx="364703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121</a:t>
                </a:r>
              </a:p>
            </p:txBody>
          </p:sp>
          <p:sp>
            <p:nvSpPr>
              <p:cNvPr id="144" name="TextBox 143"/>
              <p:cNvSpPr txBox="1"/>
              <p:nvPr/>
            </p:nvSpPr>
            <p:spPr>
              <a:xfrm>
                <a:off x="1187961" y="2672397"/>
                <a:ext cx="392677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전체</a:t>
                </a:r>
              </a:p>
            </p:txBody>
          </p:sp>
          <p:sp>
            <p:nvSpPr>
              <p:cNvPr id="156" name="TextBox 155"/>
              <p:cNvSpPr txBox="1"/>
              <p:nvPr/>
            </p:nvSpPr>
            <p:spPr>
              <a:xfrm>
                <a:off x="566950" y="2875597"/>
                <a:ext cx="364703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120</a:t>
                </a:r>
              </a:p>
            </p:txBody>
          </p:sp>
          <p:sp>
            <p:nvSpPr>
              <p:cNvPr id="158" name="TextBox 157"/>
              <p:cNvSpPr txBox="1"/>
              <p:nvPr/>
            </p:nvSpPr>
            <p:spPr>
              <a:xfrm>
                <a:off x="1078885" y="2875597"/>
                <a:ext cx="610831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>
                    <a:solidFill>
                      <a:srgbClr val="1A1A1A"/>
                    </a:solidFill>
                    <a:latin typeface="+mn-ea"/>
                  </a:rPr>
                  <a:t>온라인방</a:t>
                </a:r>
              </a:p>
            </p:txBody>
          </p:sp>
        </p:grpSp>
        <p:sp>
          <p:nvSpPr>
            <p:cNvPr id="159" name="Rectangle 158"/>
            <p:cNvSpPr/>
            <p:nvPr/>
          </p:nvSpPr>
          <p:spPr>
            <a:xfrm>
              <a:off x="1816100" y="2844800"/>
              <a:ext cx="4572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1835150" y="2869247"/>
              <a:ext cx="182885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F5CBF"/>
                  </a:solidFill>
                  <a:latin typeface="+mn-ea"/>
                </a:rPr>
                <a:t>SNS </a:t>
              </a:r>
              <a:r>
                <a:rPr sz="900" dirty="0" err="1">
                  <a:solidFill>
                    <a:srgbClr val="1F5CBF"/>
                  </a:solidFill>
                  <a:latin typeface="+mn-ea"/>
                </a:rPr>
                <a:t>채널</a:t>
              </a:r>
              <a:r>
                <a:rPr sz="900" dirty="0">
                  <a:solidFill>
                    <a:srgbClr val="1F5CBF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F5CBF"/>
                  </a:solidFill>
                  <a:latin typeface="+mn-ea"/>
                </a:rPr>
                <a:t>콘텐츠</a:t>
              </a:r>
              <a:r>
                <a:rPr sz="900" dirty="0">
                  <a:solidFill>
                    <a:srgbClr val="1F5CBF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F5CBF"/>
                  </a:solidFill>
                  <a:latin typeface="+mn-ea"/>
                </a:rPr>
                <a:t>게재</a:t>
              </a:r>
              <a:r>
                <a:rPr sz="900" dirty="0">
                  <a:solidFill>
                    <a:srgbClr val="1F5CBF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F5CBF"/>
                  </a:solidFill>
                  <a:latin typeface="+mn-ea"/>
                </a:rPr>
                <a:t>가이드라인</a:t>
              </a:r>
              <a:endParaRPr sz="900" dirty="0">
                <a:solidFill>
                  <a:srgbClr val="1F5CBF"/>
                </a:solidFill>
                <a:latin typeface="+mn-ea"/>
              </a:endParaRPr>
            </a:p>
          </p:txBody>
        </p:sp>
        <p:sp>
          <p:nvSpPr>
            <p:cNvPr id="161" name="Rectangle 160"/>
            <p:cNvSpPr/>
            <p:nvPr/>
          </p:nvSpPr>
          <p:spPr>
            <a:xfrm>
              <a:off x="6388100" y="2844800"/>
              <a:ext cx="4572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2" name="TextBox 161"/>
            <p:cNvSpPr txBox="1"/>
            <p:nvPr/>
          </p:nvSpPr>
          <p:spPr>
            <a:xfrm>
              <a:off x="6438481" y="2863929"/>
              <a:ext cx="32147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📎</a:t>
              </a:r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6845300" y="2844800"/>
              <a:ext cx="1117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6880531" y="2863929"/>
              <a:ext cx="104713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디지털소통정책과</a:t>
              </a:r>
            </a:p>
          </p:txBody>
        </p:sp>
        <p:sp>
          <p:nvSpPr>
            <p:cNvPr id="165" name="Rectangle 164"/>
            <p:cNvSpPr/>
            <p:nvPr/>
          </p:nvSpPr>
          <p:spPr>
            <a:xfrm>
              <a:off x="7962900" y="2844800"/>
              <a:ext cx="1066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8136347" y="2857751"/>
              <a:ext cx="71990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2026.05.20</a:t>
              </a:r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9029700" y="2844800"/>
              <a:ext cx="6604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9177549" y="2857751"/>
              <a:ext cx="36470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A1A1A"/>
                  </a:solidFill>
                  <a:latin typeface="+mn-ea"/>
                </a:rPr>
                <a:t>112</a:t>
              </a:r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546100" y="3048000"/>
              <a:ext cx="9144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70" name="TextBox 169"/>
            <p:cNvSpPr txBox="1"/>
            <p:nvPr/>
          </p:nvSpPr>
          <p:spPr>
            <a:xfrm>
              <a:off x="4205987" y="3086100"/>
              <a:ext cx="73202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>
                  <a:solidFill>
                    <a:srgbClr val="CCCCCC"/>
                  </a:solidFill>
                  <a:latin typeface="+mn-ea"/>
                </a:rPr>
                <a:t>···  </a:t>
              </a:r>
              <a:r>
                <a:rPr sz="900" dirty="0" err="1">
                  <a:solidFill>
                    <a:srgbClr val="CCCCCC"/>
                  </a:solidFill>
                  <a:latin typeface="+mn-ea"/>
                </a:rPr>
                <a:t>중략</a:t>
              </a:r>
              <a:r>
                <a:rPr sz="900" dirty="0">
                  <a:solidFill>
                    <a:srgbClr val="CCCCCC"/>
                  </a:solidFill>
                  <a:latin typeface="+mn-ea"/>
                </a:rPr>
                <a:t>  ···</a:t>
              </a:r>
            </a:p>
          </p:txBody>
        </p:sp>
        <p:sp>
          <p:nvSpPr>
            <p:cNvPr id="171" name="Rectangle 170"/>
            <p:cNvSpPr/>
            <p:nvPr/>
          </p:nvSpPr>
          <p:spPr>
            <a:xfrm>
              <a:off x="3746500" y="3302000"/>
              <a:ext cx="2794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3744674" y="3327400"/>
              <a:ext cx="28305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>
                  <a:solidFill>
                    <a:srgbClr val="445064"/>
                  </a:solidFill>
                  <a:latin typeface="+mn-ea"/>
                </a:rPr>
                <a:t>≪</a:t>
              </a:r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4051300" y="3302000"/>
              <a:ext cx="2794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4049475" y="3327400"/>
              <a:ext cx="28305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>
                  <a:solidFill>
                    <a:srgbClr val="445064"/>
                  </a:solidFill>
                  <a:latin typeface="+mn-ea"/>
                </a:rPr>
                <a:t>＜</a:t>
              </a:r>
            </a:p>
          </p:txBody>
        </p:sp>
        <p:sp>
          <p:nvSpPr>
            <p:cNvPr id="175" name="Rectangle 174"/>
            <p:cNvSpPr/>
            <p:nvPr/>
          </p:nvSpPr>
          <p:spPr>
            <a:xfrm>
              <a:off x="4356100" y="3302000"/>
              <a:ext cx="279400" cy="203200"/>
            </a:xfrm>
            <a:prstGeom prst="rect">
              <a:avLst/>
            </a:prstGeom>
            <a:solidFill>
              <a:srgbClr val="2E4470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76" name="TextBox 175"/>
            <p:cNvSpPr txBox="1"/>
            <p:nvPr/>
          </p:nvSpPr>
          <p:spPr>
            <a:xfrm>
              <a:off x="4376954" y="3327400"/>
              <a:ext cx="23769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FFFFFF"/>
                  </a:solidFill>
                  <a:latin typeface="+mn-ea"/>
                </a:rPr>
                <a:t>1</a:t>
              </a:r>
            </a:p>
          </p:txBody>
        </p:sp>
        <p:sp>
          <p:nvSpPr>
            <p:cNvPr id="177" name="Rectangle 176"/>
            <p:cNvSpPr/>
            <p:nvPr/>
          </p:nvSpPr>
          <p:spPr>
            <a:xfrm>
              <a:off x="4660900" y="3302000"/>
              <a:ext cx="2794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4681755" y="3327400"/>
              <a:ext cx="23769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2</a:t>
              </a:r>
            </a:p>
          </p:txBody>
        </p:sp>
        <p:sp>
          <p:nvSpPr>
            <p:cNvPr id="179" name="Rectangle 178"/>
            <p:cNvSpPr/>
            <p:nvPr/>
          </p:nvSpPr>
          <p:spPr>
            <a:xfrm>
              <a:off x="4965700" y="3302000"/>
              <a:ext cx="2794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4986555" y="3327400"/>
              <a:ext cx="23769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3</a:t>
              </a:r>
            </a:p>
          </p:txBody>
        </p:sp>
        <p:sp>
          <p:nvSpPr>
            <p:cNvPr id="181" name="Rectangle 180"/>
            <p:cNvSpPr/>
            <p:nvPr/>
          </p:nvSpPr>
          <p:spPr>
            <a:xfrm>
              <a:off x="5270500" y="3302000"/>
              <a:ext cx="2794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5291355" y="3327400"/>
              <a:ext cx="23769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4</a:t>
              </a:r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5575300" y="3302000"/>
              <a:ext cx="2794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5596153" y="3327400"/>
              <a:ext cx="23769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5</a:t>
              </a:r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5880100" y="3302000"/>
              <a:ext cx="2794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5878274" y="3327400"/>
              <a:ext cx="28305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＞</a:t>
              </a:r>
            </a:p>
          </p:txBody>
        </p:sp>
        <p:sp>
          <p:nvSpPr>
            <p:cNvPr id="187" name="Rectangle 186"/>
            <p:cNvSpPr/>
            <p:nvPr/>
          </p:nvSpPr>
          <p:spPr>
            <a:xfrm>
              <a:off x="6184900" y="3302000"/>
              <a:ext cx="279400" cy="203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6183074" y="3327400"/>
              <a:ext cx="28305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≫</a:t>
              </a:r>
            </a:p>
          </p:txBody>
        </p:sp>
      </p:grpSp>
      <p:grpSp>
        <p:nvGrpSpPr>
          <p:cNvPr id="440" name="그룹 439"/>
          <p:cNvGrpSpPr/>
          <p:nvPr/>
        </p:nvGrpSpPr>
        <p:grpSpPr>
          <a:xfrm>
            <a:off x="9690100" y="642825"/>
            <a:ext cx="2501900" cy="4381500"/>
            <a:chOff x="9690100" y="635000"/>
            <a:chExt cx="2501900" cy="4381500"/>
          </a:xfrm>
        </p:grpSpPr>
        <p:sp>
          <p:nvSpPr>
            <p:cNvPr id="190" name="Rectangle 189"/>
            <p:cNvSpPr/>
            <p:nvPr/>
          </p:nvSpPr>
          <p:spPr>
            <a:xfrm>
              <a:off x="9690100" y="635000"/>
              <a:ext cx="2501900" cy="4381500"/>
            </a:xfrm>
            <a:prstGeom prst="rect">
              <a:avLst/>
            </a:prstGeom>
            <a:solidFill>
              <a:srgbClr val="E8ECF4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9690100" y="635000"/>
              <a:ext cx="2501900" cy="254000"/>
            </a:xfrm>
            <a:prstGeom prst="rect">
              <a:avLst/>
            </a:prstGeom>
            <a:solidFill>
              <a:srgbClr val="4450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9779000" y="645668"/>
              <a:ext cx="86113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  <a:latin typeface="+mn-ea"/>
                </a:rPr>
                <a:t>페이지 정보</a:t>
              </a:r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9779000" y="952500"/>
              <a:ext cx="56297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화면 ID</a:t>
              </a:r>
            </a:p>
          </p:txBody>
        </p:sp>
        <p:sp>
          <p:nvSpPr>
            <p:cNvPr id="194" name="TextBox 193"/>
            <p:cNvSpPr txBox="1"/>
            <p:nvPr/>
          </p:nvSpPr>
          <p:spPr>
            <a:xfrm>
              <a:off x="9779000" y="10922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SCR-NEW-101</a:t>
              </a:r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9779000" y="1295400"/>
              <a:ext cx="53091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화면명</a:t>
              </a:r>
            </a:p>
          </p:txBody>
        </p:sp>
        <p:sp>
          <p:nvSpPr>
            <p:cNvPr id="196" name="TextBox 195"/>
            <p:cNvSpPr txBox="1"/>
            <p:nvPr/>
          </p:nvSpPr>
          <p:spPr>
            <a:xfrm>
              <a:off x="9779000" y="14351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 dirty="0" err="1">
                  <a:solidFill>
                    <a:srgbClr val="1E2D45"/>
                  </a:solidFill>
                  <a:latin typeface="+mn-ea"/>
                </a:rPr>
                <a:t>공지사항 목록 화면</a:t>
              </a:r>
              <a:endParaRPr sz="10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197" name="TextBox 196"/>
            <p:cNvSpPr txBox="1"/>
            <p:nvPr/>
          </p:nvSpPr>
          <p:spPr>
            <a:xfrm>
              <a:off x="9779000" y="1638300"/>
              <a:ext cx="67839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접근 권한</a:t>
              </a:r>
            </a:p>
          </p:txBody>
        </p:sp>
        <p:sp>
          <p:nvSpPr>
            <p:cNvPr id="198" name="TextBox 197"/>
            <p:cNvSpPr txBox="1"/>
            <p:nvPr/>
          </p:nvSpPr>
          <p:spPr>
            <a:xfrm>
              <a:off x="9779000" y="17780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전체 사용자</a:t>
              </a:r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9779000" y="1981200"/>
              <a:ext cx="67839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메뉴 경로</a:t>
              </a:r>
            </a:p>
          </p:txBody>
        </p:sp>
        <p:sp>
          <p:nvSpPr>
            <p:cNvPr id="200" name="TextBox 199"/>
            <p:cNvSpPr txBox="1"/>
            <p:nvPr/>
          </p:nvSpPr>
          <p:spPr>
            <a:xfrm>
              <a:off x="9779000" y="21209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공지사항 &gt; 목록</a:t>
              </a:r>
            </a:p>
          </p:txBody>
        </p:sp>
        <p:sp>
          <p:nvSpPr>
            <p:cNvPr id="201" name="Rectangle 200"/>
            <p:cNvSpPr/>
            <p:nvPr/>
          </p:nvSpPr>
          <p:spPr>
            <a:xfrm>
              <a:off x="9690100" y="2324100"/>
              <a:ext cx="2501900" cy="2032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02" name="TextBox 201"/>
            <p:cNvSpPr txBox="1"/>
            <p:nvPr/>
          </p:nvSpPr>
          <p:spPr>
            <a:xfrm>
              <a:off x="9779000" y="2322068"/>
              <a:ext cx="90922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사용</a:t>
              </a:r>
              <a:r>
                <a:rPr sz="900" b="1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컴포넌트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03" name="TextBox 202"/>
            <p:cNvSpPr txBox="1"/>
            <p:nvPr/>
          </p:nvSpPr>
          <p:spPr>
            <a:xfrm>
              <a:off x="9779000" y="2552700"/>
              <a:ext cx="142859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탭(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PC용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) —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채널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필터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204" name="TextBox 203"/>
            <p:cNvSpPr txBox="1"/>
            <p:nvPr/>
          </p:nvSpPr>
          <p:spPr>
            <a:xfrm>
              <a:off x="9779000" y="2705100"/>
              <a:ext cx="142218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검색창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—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키워드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검색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</a:t>
              </a:r>
            </a:p>
          </p:txBody>
        </p:sp>
        <p:sp>
          <p:nvSpPr>
            <p:cNvPr id="205" name="TextBox 204"/>
            <p:cNvSpPr txBox="1"/>
            <p:nvPr/>
          </p:nvSpPr>
          <p:spPr>
            <a:xfrm>
              <a:off x="9779000" y="2857500"/>
              <a:ext cx="185820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드롭박스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(Default) —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분류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/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기간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206" name="TextBox 205"/>
            <p:cNvSpPr txBox="1"/>
            <p:nvPr/>
          </p:nvSpPr>
          <p:spPr>
            <a:xfrm>
              <a:off x="9779000" y="3009900"/>
              <a:ext cx="189026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기본Btn(사각형) — 검색/초기화</a:t>
              </a:r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9779000" y="3162300"/>
              <a:ext cx="146706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표(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리스트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) —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공지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목록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208" name="TextBox 207"/>
            <p:cNvSpPr txBox="1"/>
            <p:nvPr/>
          </p:nvSpPr>
          <p:spPr>
            <a:xfrm>
              <a:off x="9779000" y="3314700"/>
              <a:ext cx="146706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중략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(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생략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) —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목록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생략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9779000" y="3467100"/>
              <a:ext cx="140294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페이지넘버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(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페이지형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) </a:t>
              </a:r>
            </a:p>
          </p:txBody>
        </p:sp>
        <p:sp>
          <p:nvSpPr>
            <p:cNvPr id="210" name="Rectangle 209"/>
            <p:cNvSpPr/>
            <p:nvPr/>
          </p:nvSpPr>
          <p:spPr>
            <a:xfrm>
              <a:off x="9690100" y="3670300"/>
              <a:ext cx="2501900" cy="177800"/>
            </a:xfrm>
            <a:prstGeom prst="rect">
              <a:avLst/>
            </a:prstGeom>
            <a:solidFill>
              <a:srgbClr val="3C4A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9779000" y="3655568"/>
              <a:ext cx="79380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b="1">
                  <a:solidFill>
                    <a:srgbClr val="FFFFFF"/>
                  </a:solidFill>
                  <a:latin typeface="+mn-ea"/>
                </a:rPr>
                <a:t>개선 포인트</a:t>
              </a:r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9779000" y="3873500"/>
              <a:ext cx="160172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채널 필터로 3개 메뉴 통합</a:t>
              </a:r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9779000" y="4025900"/>
              <a:ext cx="135165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전문 검색 (내용 포함)</a:t>
              </a:r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9779000" y="4178300"/>
              <a:ext cx="165301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채널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뱃지로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소속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시각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구분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9779000" y="4330700"/>
              <a:ext cx="153760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공지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고정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행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배경색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강조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</p:grpSp>
      <p:grpSp>
        <p:nvGrpSpPr>
          <p:cNvPr id="442" name="그룹 441"/>
          <p:cNvGrpSpPr/>
          <p:nvPr/>
        </p:nvGrpSpPr>
        <p:grpSpPr>
          <a:xfrm>
            <a:off x="0" y="6591300"/>
            <a:ext cx="12192000" cy="266700"/>
            <a:chOff x="0" y="6591300"/>
            <a:chExt cx="12192000" cy="266700"/>
          </a:xfrm>
        </p:grpSpPr>
        <p:sp>
          <p:nvSpPr>
            <p:cNvPr id="273" name="Rectangle 272"/>
            <p:cNvSpPr/>
            <p:nvPr/>
          </p:nvSpPr>
          <p:spPr>
            <a:xfrm>
              <a:off x="0" y="6591300"/>
              <a:ext cx="12192000" cy="266700"/>
            </a:xfrm>
            <a:prstGeom prst="rect">
              <a:avLst/>
            </a:prstGeom>
            <a:solidFill>
              <a:srgbClr val="1E2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74" name="TextBox 273"/>
            <p:cNvSpPr txBox="1"/>
            <p:nvPr/>
          </p:nvSpPr>
          <p:spPr>
            <a:xfrm>
              <a:off x="34666" y="6642100"/>
              <a:ext cx="290656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800" dirty="0" err="1">
                  <a:solidFill>
                    <a:srgbClr val="AABBCC"/>
                  </a:solidFill>
                  <a:latin typeface="+mn-ea"/>
                </a:rPr>
                <a:t>소통나눔방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시스템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고도화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기획서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 | 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○○부처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○○과</a:t>
              </a:r>
              <a:endParaRPr sz="800" dirty="0">
                <a:solidFill>
                  <a:srgbClr val="AABBCC"/>
                </a:solidFill>
                <a:latin typeface="+mn-ea"/>
              </a:endParaRPr>
            </a:p>
          </p:txBody>
        </p:sp>
        <p:sp>
          <p:nvSpPr>
            <p:cNvPr id="275" name="TextBox 274"/>
            <p:cNvSpPr txBox="1"/>
            <p:nvPr/>
          </p:nvSpPr>
          <p:spPr>
            <a:xfrm>
              <a:off x="10016776" y="6642100"/>
              <a:ext cx="2137124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r"/>
              <a:r>
                <a:rPr sz="800" dirty="0">
                  <a:solidFill>
                    <a:srgbClr val="AABBCC"/>
                  </a:solidFill>
                  <a:latin typeface="+mn-ea"/>
                </a:rPr>
                <a:t>SCR-NEW-101  |  공지사항 목록 화면</a:t>
              </a:r>
            </a:p>
          </p:txBody>
        </p:sp>
      </p:grpSp>
      <p:grpSp>
        <p:nvGrpSpPr>
          <p:cNvPr id="302" name="그룹 301"/>
          <p:cNvGrpSpPr/>
          <p:nvPr/>
        </p:nvGrpSpPr>
        <p:grpSpPr>
          <a:xfrm>
            <a:off x="9266" y="31606"/>
            <a:ext cx="9839272" cy="266076"/>
            <a:chOff x="9266" y="31606"/>
            <a:chExt cx="8531100" cy="266076"/>
          </a:xfrm>
        </p:grpSpPr>
        <p:sp>
          <p:nvSpPr>
            <p:cNvPr id="6" name="TextBox 5"/>
            <p:cNvSpPr txBox="1"/>
            <p:nvPr/>
          </p:nvSpPr>
          <p:spPr>
            <a:xfrm>
              <a:off x="9266" y="31606"/>
              <a:ext cx="99403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100" b="1" dirty="0" err="1">
                  <a:solidFill>
                    <a:srgbClr val="FFFFFF"/>
                  </a:solidFill>
                  <a:latin typeface="+mn-ea"/>
                </a:rPr>
                <a:t>소통나눔방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8687" y="66850"/>
              <a:ext cx="61647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공지사항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63511" y="66850"/>
              <a:ext cx="55810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자료요청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539967" y="66850"/>
              <a:ext cx="92928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홍보 컨텐츠 계획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87602" y="66850"/>
              <a:ext cx="78394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뉴스레터 제작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265979" y="66850"/>
              <a:ext cx="56541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스튜디오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049750" y="66850"/>
              <a:ext cx="51653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관리자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79" name="TextBox 278"/>
            <p:cNvSpPr txBox="1"/>
            <p:nvPr/>
          </p:nvSpPr>
          <p:spPr>
            <a:xfrm>
              <a:off x="5474696" y="66850"/>
              <a:ext cx="5729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정책광고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80" name="TextBox 279"/>
            <p:cNvSpPr txBox="1"/>
            <p:nvPr/>
          </p:nvSpPr>
          <p:spPr>
            <a:xfrm>
              <a:off x="4689895" y="66850"/>
              <a:ext cx="56645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매체협업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82" name="TextBox 281"/>
            <p:cNvSpPr txBox="1"/>
            <p:nvPr/>
          </p:nvSpPr>
          <p:spPr>
            <a:xfrm>
              <a:off x="7784634" y="66850"/>
              <a:ext cx="7557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시스템관리자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449" name="모서리가 둥근 직사각형 448"/>
          <p:cNvSpPr/>
          <p:nvPr/>
        </p:nvSpPr>
        <p:spPr>
          <a:xfrm>
            <a:off x="12917" y="592475"/>
            <a:ext cx="4136244" cy="384626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+mn-ea"/>
            </a:endParaRPr>
          </a:p>
        </p:txBody>
      </p:sp>
      <p:sp>
        <p:nvSpPr>
          <p:cNvPr id="451" name="모서리가 둥근 직사각형 450"/>
          <p:cNvSpPr/>
          <p:nvPr/>
        </p:nvSpPr>
        <p:spPr>
          <a:xfrm>
            <a:off x="69572" y="960325"/>
            <a:ext cx="8492543" cy="279400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+mn-ea"/>
            </a:endParaRPr>
          </a:p>
        </p:txBody>
      </p:sp>
      <p:sp>
        <p:nvSpPr>
          <p:cNvPr id="453" name="모서리가 둥근 직사각형 452"/>
          <p:cNvSpPr/>
          <p:nvPr/>
        </p:nvSpPr>
        <p:spPr>
          <a:xfrm>
            <a:off x="594360" y="1849325"/>
            <a:ext cx="624840" cy="622551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+mn-ea"/>
            </a:endParaRPr>
          </a:p>
        </p:txBody>
      </p:sp>
      <p:grpSp>
        <p:nvGrpSpPr>
          <p:cNvPr id="330" name="그룹 329"/>
          <p:cNvGrpSpPr/>
          <p:nvPr/>
        </p:nvGrpSpPr>
        <p:grpSpPr>
          <a:xfrm>
            <a:off x="3990666" y="381701"/>
            <a:ext cx="216000" cy="216000"/>
            <a:chOff x="3966029" y="6357600"/>
            <a:chExt cx="216000" cy="216000"/>
          </a:xfrm>
        </p:grpSpPr>
        <p:sp>
          <p:nvSpPr>
            <p:cNvPr id="331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>
                <a:latin typeface="+mn-ea"/>
              </a:endParaRPr>
            </a:p>
          </p:txBody>
        </p:sp>
        <p:sp>
          <p:nvSpPr>
            <p:cNvPr id="332" name="TextBox 331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FFFFFF"/>
                  </a:solidFill>
                  <a:latin typeface="+mn-ea"/>
                </a:rPr>
                <a:t>1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333" name="그룹 332"/>
          <p:cNvGrpSpPr/>
          <p:nvPr/>
        </p:nvGrpSpPr>
        <p:grpSpPr>
          <a:xfrm>
            <a:off x="8077514" y="769128"/>
            <a:ext cx="216000" cy="216000"/>
            <a:chOff x="3966029" y="6357600"/>
            <a:chExt cx="216000" cy="216000"/>
          </a:xfrm>
        </p:grpSpPr>
        <p:sp>
          <p:nvSpPr>
            <p:cNvPr id="334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35" name="TextBox 334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dirty="0">
                  <a:solidFill>
                    <a:srgbClr val="FFFFFF"/>
                  </a:solidFill>
                  <a:latin typeface="+mn-ea"/>
                </a:rPr>
                <a:t>2</a:t>
              </a:r>
            </a:p>
          </p:txBody>
        </p:sp>
      </p:grpSp>
      <p:grpSp>
        <p:nvGrpSpPr>
          <p:cNvPr id="336" name="그룹 335"/>
          <p:cNvGrpSpPr/>
          <p:nvPr/>
        </p:nvGrpSpPr>
        <p:grpSpPr>
          <a:xfrm>
            <a:off x="5873143" y="1462054"/>
            <a:ext cx="216000" cy="216000"/>
            <a:chOff x="3966029" y="6357600"/>
            <a:chExt cx="216000" cy="216000"/>
          </a:xfrm>
        </p:grpSpPr>
        <p:sp>
          <p:nvSpPr>
            <p:cNvPr id="337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38" name="TextBox 337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3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339" name="그룹 338"/>
          <p:cNvGrpSpPr/>
          <p:nvPr/>
        </p:nvGrpSpPr>
        <p:grpSpPr>
          <a:xfrm>
            <a:off x="499960" y="1873772"/>
            <a:ext cx="216000" cy="216000"/>
            <a:chOff x="3966029" y="6357600"/>
            <a:chExt cx="216000" cy="216000"/>
          </a:xfrm>
        </p:grpSpPr>
        <p:sp>
          <p:nvSpPr>
            <p:cNvPr id="340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41" name="TextBox 340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4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342" name="그룹 341"/>
          <p:cNvGrpSpPr/>
          <p:nvPr/>
        </p:nvGrpSpPr>
        <p:grpSpPr>
          <a:xfrm>
            <a:off x="1206238" y="2610959"/>
            <a:ext cx="216000" cy="216000"/>
            <a:chOff x="3966029" y="6357600"/>
            <a:chExt cx="216000" cy="216000"/>
          </a:xfrm>
        </p:grpSpPr>
        <p:sp>
          <p:nvSpPr>
            <p:cNvPr id="343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44" name="TextBox 343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5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345" name="그룹 344"/>
          <p:cNvGrpSpPr/>
          <p:nvPr/>
        </p:nvGrpSpPr>
        <p:grpSpPr>
          <a:xfrm>
            <a:off x="3178374" y="3300895"/>
            <a:ext cx="216000" cy="216000"/>
            <a:chOff x="3966029" y="6357600"/>
            <a:chExt cx="216000" cy="216000"/>
          </a:xfrm>
        </p:grpSpPr>
        <p:sp>
          <p:nvSpPr>
            <p:cNvPr id="346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47" name="TextBox 346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6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454" name="Rectangle 453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5" name="TextBox 454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 dirty="0">
                <a:solidFill>
                  <a:srgbClr val="FFFFFF"/>
                </a:solidFill>
                <a:latin typeface="Noto Sans KR"/>
              </a:rPr>
              <a:t>2</a:t>
            </a:r>
            <a:r>
              <a:rPr lang="en-US" sz="900" b="1" dirty="0">
                <a:solidFill>
                  <a:srgbClr val="FFFFFF"/>
                </a:solidFill>
                <a:latin typeface="Noto Sans KR"/>
              </a:rPr>
              <a:t>3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/ 50</a:t>
            </a:r>
          </a:p>
        </p:txBody>
      </p:sp>
      <p:grpSp>
        <p:nvGrpSpPr>
          <p:cNvPr id="474" name="그룹 473">
            <a:extLst>
              <a:ext uri="{FF2B5EF4-FFF2-40B4-BE49-F238E27FC236}">
                <a16:creationId xmlns:a16="http://schemas.microsoft.com/office/drawing/2014/main" id="{8093C78B-E6D9-0571-0FBB-82E44F9B8269}"/>
              </a:ext>
            </a:extLst>
          </p:cNvPr>
          <p:cNvGrpSpPr/>
          <p:nvPr/>
        </p:nvGrpSpPr>
        <p:grpSpPr>
          <a:xfrm>
            <a:off x="68755" y="-1737070"/>
            <a:ext cx="388800" cy="165600"/>
            <a:chOff x="-6196500" y="784788"/>
            <a:chExt cx="388800" cy="165600"/>
          </a:xfrm>
        </p:grpSpPr>
        <p:sp>
          <p:nvSpPr>
            <p:cNvPr id="457" name="Oval 468">
              <a:extLst>
                <a:ext uri="{FF2B5EF4-FFF2-40B4-BE49-F238E27FC236}">
                  <a16:creationId xmlns:a16="http://schemas.microsoft.com/office/drawing/2014/main" id="{6A8849D9-1B7F-491B-D7BF-43935A22B10F}"/>
                </a:ext>
              </a:extLst>
            </p:cNvPr>
            <p:cNvSpPr/>
            <p:nvPr/>
          </p:nvSpPr>
          <p:spPr>
            <a:xfrm>
              <a:off x="-6084900" y="784788"/>
              <a:ext cx="165600" cy="165600"/>
            </a:xfrm>
            <a:prstGeom prst="ellipse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8" name="TextBox 457">
              <a:extLst>
                <a:ext uri="{FF2B5EF4-FFF2-40B4-BE49-F238E27FC236}">
                  <a16:creationId xmlns:a16="http://schemas.microsoft.com/office/drawing/2014/main" id="{4BB7B42D-2A5A-E084-7868-6D9C3360D33E}"/>
                </a:ext>
              </a:extLst>
            </p:cNvPr>
            <p:cNvSpPr txBox="1"/>
            <p:nvPr/>
          </p:nvSpPr>
          <p:spPr>
            <a:xfrm>
              <a:off x="-6196500" y="784788"/>
              <a:ext cx="388800" cy="165600"/>
            </a:xfrm>
            <a:prstGeom prst="rect">
              <a:avLst/>
            </a:prstGeom>
            <a:noFill/>
          </p:spPr>
          <p:txBody>
            <a:bodyPr wrap="square" lIns="18000" tIns="0" rIns="18000" bIns="0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FFFFFF"/>
                  </a:solidFill>
                  <a:latin typeface="Noto Sans KR"/>
                </a:rPr>
                <a:t>1</a:t>
              </a:r>
            </a:p>
          </p:txBody>
        </p:sp>
      </p:grpSp>
      <p:grpSp>
        <p:nvGrpSpPr>
          <p:cNvPr id="475" name="그룹 474">
            <a:extLst>
              <a:ext uri="{FF2B5EF4-FFF2-40B4-BE49-F238E27FC236}">
                <a16:creationId xmlns:a16="http://schemas.microsoft.com/office/drawing/2014/main" id="{800DE88B-586C-A6DA-1E69-9D9503165AF0}"/>
              </a:ext>
            </a:extLst>
          </p:cNvPr>
          <p:cNvGrpSpPr/>
          <p:nvPr/>
        </p:nvGrpSpPr>
        <p:grpSpPr>
          <a:xfrm>
            <a:off x="68755" y="-1470670"/>
            <a:ext cx="388800" cy="165600"/>
            <a:chOff x="-6196500" y="1051188"/>
            <a:chExt cx="388800" cy="165600"/>
          </a:xfrm>
        </p:grpSpPr>
        <p:sp>
          <p:nvSpPr>
            <p:cNvPr id="459" name="Oval 474">
              <a:extLst>
                <a:ext uri="{FF2B5EF4-FFF2-40B4-BE49-F238E27FC236}">
                  <a16:creationId xmlns:a16="http://schemas.microsoft.com/office/drawing/2014/main" id="{5C6FAC2D-7589-DCB6-ECE6-202DB3770288}"/>
                </a:ext>
              </a:extLst>
            </p:cNvPr>
            <p:cNvSpPr/>
            <p:nvPr/>
          </p:nvSpPr>
          <p:spPr>
            <a:xfrm>
              <a:off x="-6084900" y="1051188"/>
              <a:ext cx="165600" cy="165600"/>
            </a:xfrm>
            <a:prstGeom prst="ellipse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0" name="TextBox 459">
              <a:extLst>
                <a:ext uri="{FF2B5EF4-FFF2-40B4-BE49-F238E27FC236}">
                  <a16:creationId xmlns:a16="http://schemas.microsoft.com/office/drawing/2014/main" id="{D359FD80-ACEB-82DB-70F3-0589F70C4CAA}"/>
                </a:ext>
              </a:extLst>
            </p:cNvPr>
            <p:cNvSpPr txBox="1"/>
            <p:nvPr/>
          </p:nvSpPr>
          <p:spPr>
            <a:xfrm>
              <a:off x="-6196500" y="1051188"/>
              <a:ext cx="388800" cy="165600"/>
            </a:xfrm>
            <a:prstGeom prst="rect">
              <a:avLst/>
            </a:prstGeom>
            <a:noFill/>
          </p:spPr>
          <p:txBody>
            <a:bodyPr wrap="square" lIns="18000" tIns="0" rIns="18000" bIns="0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FFFFFF"/>
                  </a:solidFill>
                  <a:latin typeface="Noto Sans KR"/>
                </a:rPr>
                <a:t>2</a:t>
              </a:r>
            </a:p>
          </p:txBody>
        </p:sp>
      </p:grpSp>
      <p:grpSp>
        <p:nvGrpSpPr>
          <p:cNvPr id="476" name="그룹 475">
            <a:extLst>
              <a:ext uri="{FF2B5EF4-FFF2-40B4-BE49-F238E27FC236}">
                <a16:creationId xmlns:a16="http://schemas.microsoft.com/office/drawing/2014/main" id="{A70892D0-2A5B-3157-C9CF-3ACA950DC5EC}"/>
              </a:ext>
            </a:extLst>
          </p:cNvPr>
          <p:cNvGrpSpPr/>
          <p:nvPr/>
        </p:nvGrpSpPr>
        <p:grpSpPr>
          <a:xfrm>
            <a:off x="68755" y="-1204270"/>
            <a:ext cx="388800" cy="165600"/>
            <a:chOff x="-6196500" y="1317588"/>
            <a:chExt cx="388800" cy="165600"/>
          </a:xfrm>
        </p:grpSpPr>
        <p:sp>
          <p:nvSpPr>
            <p:cNvPr id="461" name="Oval 480">
              <a:extLst>
                <a:ext uri="{FF2B5EF4-FFF2-40B4-BE49-F238E27FC236}">
                  <a16:creationId xmlns:a16="http://schemas.microsoft.com/office/drawing/2014/main" id="{01F00599-6DAD-3315-026F-89956787830F}"/>
                </a:ext>
              </a:extLst>
            </p:cNvPr>
            <p:cNvSpPr/>
            <p:nvPr/>
          </p:nvSpPr>
          <p:spPr>
            <a:xfrm>
              <a:off x="-6084900" y="1317588"/>
              <a:ext cx="165600" cy="165600"/>
            </a:xfrm>
            <a:prstGeom prst="ellipse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2" name="TextBox 461">
              <a:extLst>
                <a:ext uri="{FF2B5EF4-FFF2-40B4-BE49-F238E27FC236}">
                  <a16:creationId xmlns:a16="http://schemas.microsoft.com/office/drawing/2014/main" id="{E0D82397-B95C-2D89-EEE9-45C53B938371}"/>
                </a:ext>
              </a:extLst>
            </p:cNvPr>
            <p:cNvSpPr txBox="1"/>
            <p:nvPr/>
          </p:nvSpPr>
          <p:spPr>
            <a:xfrm>
              <a:off x="-6196500" y="1317588"/>
              <a:ext cx="388800" cy="165600"/>
            </a:xfrm>
            <a:prstGeom prst="rect">
              <a:avLst/>
            </a:prstGeom>
            <a:noFill/>
          </p:spPr>
          <p:txBody>
            <a:bodyPr wrap="square" lIns="18000" tIns="0" rIns="18000" bIns="0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FFFFFF"/>
                  </a:solidFill>
                  <a:latin typeface="Noto Sans KR"/>
                </a:rPr>
                <a:t>3</a:t>
              </a:r>
            </a:p>
          </p:txBody>
        </p:sp>
      </p:grpSp>
      <p:grpSp>
        <p:nvGrpSpPr>
          <p:cNvPr id="477" name="그룹 476">
            <a:extLst>
              <a:ext uri="{FF2B5EF4-FFF2-40B4-BE49-F238E27FC236}">
                <a16:creationId xmlns:a16="http://schemas.microsoft.com/office/drawing/2014/main" id="{300F1A01-62CA-4D20-3532-3D9095620361}"/>
              </a:ext>
            </a:extLst>
          </p:cNvPr>
          <p:cNvGrpSpPr/>
          <p:nvPr/>
        </p:nvGrpSpPr>
        <p:grpSpPr>
          <a:xfrm>
            <a:off x="68755" y="-937870"/>
            <a:ext cx="388800" cy="165600"/>
            <a:chOff x="-6196500" y="1583988"/>
            <a:chExt cx="388800" cy="165600"/>
          </a:xfrm>
        </p:grpSpPr>
        <p:sp>
          <p:nvSpPr>
            <p:cNvPr id="463" name="Oval 486">
              <a:extLst>
                <a:ext uri="{FF2B5EF4-FFF2-40B4-BE49-F238E27FC236}">
                  <a16:creationId xmlns:a16="http://schemas.microsoft.com/office/drawing/2014/main" id="{83410682-C92A-E58E-8890-D95810BA7F5A}"/>
                </a:ext>
              </a:extLst>
            </p:cNvPr>
            <p:cNvSpPr/>
            <p:nvPr/>
          </p:nvSpPr>
          <p:spPr>
            <a:xfrm>
              <a:off x="-6084900" y="1583988"/>
              <a:ext cx="165600" cy="165600"/>
            </a:xfrm>
            <a:prstGeom prst="ellipse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4" name="TextBox 463">
              <a:extLst>
                <a:ext uri="{FF2B5EF4-FFF2-40B4-BE49-F238E27FC236}">
                  <a16:creationId xmlns:a16="http://schemas.microsoft.com/office/drawing/2014/main" id="{CAD04B5C-0402-35CC-9497-9C2A1E88BC50}"/>
                </a:ext>
              </a:extLst>
            </p:cNvPr>
            <p:cNvSpPr txBox="1"/>
            <p:nvPr/>
          </p:nvSpPr>
          <p:spPr>
            <a:xfrm>
              <a:off x="-6196500" y="1583988"/>
              <a:ext cx="388800" cy="165600"/>
            </a:xfrm>
            <a:prstGeom prst="rect">
              <a:avLst/>
            </a:prstGeom>
            <a:noFill/>
          </p:spPr>
          <p:txBody>
            <a:bodyPr wrap="square" lIns="18000" tIns="0" rIns="18000" bIns="0" anchor="ctr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Noto Sans KR"/>
                </a:rPr>
                <a:t>4</a:t>
              </a:r>
            </a:p>
          </p:txBody>
        </p:sp>
      </p:grpSp>
      <p:grpSp>
        <p:nvGrpSpPr>
          <p:cNvPr id="478" name="그룹 477">
            <a:extLst>
              <a:ext uri="{FF2B5EF4-FFF2-40B4-BE49-F238E27FC236}">
                <a16:creationId xmlns:a16="http://schemas.microsoft.com/office/drawing/2014/main" id="{30BB8385-57A4-1D86-98BC-250495CD6057}"/>
              </a:ext>
            </a:extLst>
          </p:cNvPr>
          <p:cNvGrpSpPr/>
          <p:nvPr/>
        </p:nvGrpSpPr>
        <p:grpSpPr>
          <a:xfrm>
            <a:off x="68755" y="-671470"/>
            <a:ext cx="388800" cy="165600"/>
            <a:chOff x="-6196500" y="1850388"/>
            <a:chExt cx="388800" cy="165600"/>
          </a:xfrm>
        </p:grpSpPr>
        <p:sp>
          <p:nvSpPr>
            <p:cNvPr id="465" name="Oval 492">
              <a:extLst>
                <a:ext uri="{FF2B5EF4-FFF2-40B4-BE49-F238E27FC236}">
                  <a16:creationId xmlns:a16="http://schemas.microsoft.com/office/drawing/2014/main" id="{5D81B02F-BF66-F4E5-C820-2112CDDDC1B5}"/>
                </a:ext>
              </a:extLst>
            </p:cNvPr>
            <p:cNvSpPr/>
            <p:nvPr/>
          </p:nvSpPr>
          <p:spPr>
            <a:xfrm>
              <a:off x="-6084900" y="1850388"/>
              <a:ext cx="165600" cy="165600"/>
            </a:xfrm>
            <a:prstGeom prst="ellipse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6" name="TextBox 465">
              <a:extLst>
                <a:ext uri="{FF2B5EF4-FFF2-40B4-BE49-F238E27FC236}">
                  <a16:creationId xmlns:a16="http://schemas.microsoft.com/office/drawing/2014/main" id="{781097C8-5ADB-3C37-53A0-FCDDD2F72C2C}"/>
                </a:ext>
              </a:extLst>
            </p:cNvPr>
            <p:cNvSpPr txBox="1"/>
            <p:nvPr/>
          </p:nvSpPr>
          <p:spPr>
            <a:xfrm>
              <a:off x="-6196500" y="1850388"/>
              <a:ext cx="388800" cy="165600"/>
            </a:xfrm>
            <a:prstGeom prst="rect">
              <a:avLst/>
            </a:prstGeom>
            <a:noFill/>
          </p:spPr>
          <p:txBody>
            <a:bodyPr wrap="square" lIns="18000" tIns="0" rIns="18000" bIns="0" anchor="ctr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Noto Sans KR"/>
                </a:rPr>
                <a:t>5</a:t>
              </a:r>
            </a:p>
          </p:txBody>
        </p:sp>
      </p:grpSp>
      <p:grpSp>
        <p:nvGrpSpPr>
          <p:cNvPr id="471" name="그룹 470">
            <a:extLst>
              <a:ext uri="{FF2B5EF4-FFF2-40B4-BE49-F238E27FC236}">
                <a16:creationId xmlns:a16="http://schemas.microsoft.com/office/drawing/2014/main" id="{A0B40DDB-63E2-BB00-09C3-867BE4779F7F}"/>
              </a:ext>
            </a:extLst>
          </p:cNvPr>
          <p:cNvGrpSpPr/>
          <p:nvPr/>
        </p:nvGrpSpPr>
        <p:grpSpPr>
          <a:xfrm>
            <a:off x="508605" y="-1737070"/>
            <a:ext cx="388800" cy="165600"/>
            <a:chOff x="-6201094" y="2116788"/>
            <a:chExt cx="388800" cy="165600"/>
          </a:xfrm>
        </p:grpSpPr>
        <p:sp>
          <p:nvSpPr>
            <p:cNvPr id="467" name="Oval 492">
              <a:extLst>
                <a:ext uri="{FF2B5EF4-FFF2-40B4-BE49-F238E27FC236}">
                  <a16:creationId xmlns:a16="http://schemas.microsoft.com/office/drawing/2014/main" id="{0DEEA03A-702E-F976-D482-4EC2CBDEBA39}"/>
                </a:ext>
              </a:extLst>
            </p:cNvPr>
            <p:cNvSpPr/>
            <p:nvPr/>
          </p:nvSpPr>
          <p:spPr>
            <a:xfrm>
              <a:off x="-6089494" y="2116788"/>
              <a:ext cx="165600" cy="165600"/>
            </a:xfrm>
            <a:prstGeom prst="ellipse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8" name="TextBox 467">
              <a:extLst>
                <a:ext uri="{FF2B5EF4-FFF2-40B4-BE49-F238E27FC236}">
                  <a16:creationId xmlns:a16="http://schemas.microsoft.com/office/drawing/2014/main" id="{D04AB2A2-80BF-8A1A-5B22-CEDE673EC6F6}"/>
                </a:ext>
              </a:extLst>
            </p:cNvPr>
            <p:cNvSpPr txBox="1"/>
            <p:nvPr/>
          </p:nvSpPr>
          <p:spPr>
            <a:xfrm>
              <a:off x="-6201094" y="2130338"/>
              <a:ext cx="388800" cy="138499"/>
            </a:xfrm>
            <a:prstGeom prst="rect">
              <a:avLst/>
            </a:prstGeom>
            <a:noFill/>
          </p:spPr>
          <p:txBody>
            <a:bodyPr wrap="square" lIns="18000" tIns="0" rIns="18000" bIns="0" anchor="ctr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Noto Sans KR"/>
                </a:rPr>
                <a:t>6</a:t>
              </a:r>
              <a:endParaRPr sz="900" b="1" dirty="0">
                <a:solidFill>
                  <a:srgbClr val="FFFFFF"/>
                </a:solidFill>
                <a:latin typeface="Noto Sans KR"/>
              </a:endParaRPr>
            </a:p>
          </p:txBody>
        </p:sp>
      </p:grpSp>
      <p:grpSp>
        <p:nvGrpSpPr>
          <p:cNvPr id="479" name="그룹 478">
            <a:extLst>
              <a:ext uri="{FF2B5EF4-FFF2-40B4-BE49-F238E27FC236}">
                <a16:creationId xmlns:a16="http://schemas.microsoft.com/office/drawing/2014/main" id="{E555928F-640E-F16E-FB4B-C3839EBA3D42}"/>
              </a:ext>
            </a:extLst>
          </p:cNvPr>
          <p:cNvGrpSpPr/>
          <p:nvPr/>
        </p:nvGrpSpPr>
        <p:grpSpPr>
          <a:xfrm>
            <a:off x="508605" y="-1470670"/>
            <a:ext cx="388800" cy="165600"/>
            <a:chOff x="-5756650" y="1051188"/>
            <a:chExt cx="388800" cy="165600"/>
          </a:xfrm>
        </p:grpSpPr>
        <p:sp>
          <p:nvSpPr>
            <p:cNvPr id="469" name="Oval 492">
              <a:extLst>
                <a:ext uri="{FF2B5EF4-FFF2-40B4-BE49-F238E27FC236}">
                  <a16:creationId xmlns:a16="http://schemas.microsoft.com/office/drawing/2014/main" id="{110C7619-F196-9E5E-DB88-1ACDC7B724E4}"/>
                </a:ext>
              </a:extLst>
            </p:cNvPr>
            <p:cNvSpPr/>
            <p:nvPr/>
          </p:nvSpPr>
          <p:spPr>
            <a:xfrm>
              <a:off x="-5645050" y="1051188"/>
              <a:ext cx="165600" cy="165600"/>
            </a:xfrm>
            <a:prstGeom prst="ellipse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0" name="TextBox 469">
              <a:extLst>
                <a:ext uri="{FF2B5EF4-FFF2-40B4-BE49-F238E27FC236}">
                  <a16:creationId xmlns:a16="http://schemas.microsoft.com/office/drawing/2014/main" id="{DA2E6346-4FD9-3FCB-E3E4-378A3D1A0970}"/>
                </a:ext>
              </a:extLst>
            </p:cNvPr>
            <p:cNvSpPr txBox="1"/>
            <p:nvPr/>
          </p:nvSpPr>
          <p:spPr>
            <a:xfrm>
              <a:off x="-5756650" y="1064738"/>
              <a:ext cx="388800" cy="138499"/>
            </a:xfrm>
            <a:prstGeom prst="rect">
              <a:avLst/>
            </a:prstGeom>
            <a:noFill/>
          </p:spPr>
          <p:txBody>
            <a:bodyPr wrap="square" lIns="18000" tIns="0" rIns="18000" bIns="0" anchor="ctr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Noto Sans KR"/>
                </a:rPr>
                <a:t>7</a:t>
              </a:r>
              <a:endParaRPr sz="900" b="1" dirty="0">
                <a:solidFill>
                  <a:srgbClr val="FFFFFF"/>
                </a:solidFill>
                <a:latin typeface="Noto Sans KR"/>
              </a:endParaRPr>
            </a:p>
          </p:txBody>
        </p:sp>
      </p:grpSp>
      <p:grpSp>
        <p:nvGrpSpPr>
          <p:cNvPr id="480" name="그룹 479">
            <a:extLst>
              <a:ext uri="{FF2B5EF4-FFF2-40B4-BE49-F238E27FC236}">
                <a16:creationId xmlns:a16="http://schemas.microsoft.com/office/drawing/2014/main" id="{F920FFC8-AA88-C617-2F60-CDB7CF5A31E9}"/>
              </a:ext>
            </a:extLst>
          </p:cNvPr>
          <p:cNvGrpSpPr/>
          <p:nvPr/>
        </p:nvGrpSpPr>
        <p:grpSpPr>
          <a:xfrm>
            <a:off x="517980" y="-1204270"/>
            <a:ext cx="388800" cy="165600"/>
            <a:chOff x="-5747275" y="1317588"/>
            <a:chExt cx="388800" cy="165600"/>
          </a:xfrm>
        </p:grpSpPr>
        <p:sp>
          <p:nvSpPr>
            <p:cNvPr id="472" name="Oval 492">
              <a:extLst>
                <a:ext uri="{FF2B5EF4-FFF2-40B4-BE49-F238E27FC236}">
                  <a16:creationId xmlns:a16="http://schemas.microsoft.com/office/drawing/2014/main" id="{A1A6B98A-E1E7-0ABF-97C0-38EA97B6B2F3}"/>
                </a:ext>
              </a:extLst>
            </p:cNvPr>
            <p:cNvSpPr/>
            <p:nvPr/>
          </p:nvSpPr>
          <p:spPr>
            <a:xfrm>
              <a:off x="-5635675" y="1317588"/>
              <a:ext cx="165600" cy="165600"/>
            </a:xfrm>
            <a:prstGeom prst="ellipse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3" name="TextBox 472">
              <a:extLst>
                <a:ext uri="{FF2B5EF4-FFF2-40B4-BE49-F238E27FC236}">
                  <a16:creationId xmlns:a16="http://schemas.microsoft.com/office/drawing/2014/main" id="{386E9080-896C-060D-6346-1D9C5BA92EC6}"/>
                </a:ext>
              </a:extLst>
            </p:cNvPr>
            <p:cNvSpPr txBox="1"/>
            <p:nvPr/>
          </p:nvSpPr>
          <p:spPr>
            <a:xfrm>
              <a:off x="-5747275" y="1331138"/>
              <a:ext cx="388800" cy="138499"/>
            </a:xfrm>
            <a:prstGeom prst="rect">
              <a:avLst/>
            </a:prstGeom>
            <a:noFill/>
          </p:spPr>
          <p:txBody>
            <a:bodyPr wrap="square" lIns="18000" tIns="0" rIns="18000" bIns="0" anchor="ctr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Noto Sans KR"/>
                </a:rPr>
                <a:t>8</a:t>
              </a:r>
              <a:endParaRPr sz="900" b="1" dirty="0">
                <a:solidFill>
                  <a:srgbClr val="FFFFFF"/>
                </a:solidFill>
                <a:latin typeface="Noto Sans KR"/>
              </a:endParaRPr>
            </a:p>
          </p:txBody>
        </p:sp>
      </p:grpSp>
      <p:grpSp>
        <p:nvGrpSpPr>
          <p:cNvPr id="276" name="그룹 275">
            <a:extLst>
              <a:ext uri="{FF2B5EF4-FFF2-40B4-BE49-F238E27FC236}">
                <a16:creationId xmlns:a16="http://schemas.microsoft.com/office/drawing/2014/main" id="{5092D874-0A3D-67E2-1A6B-C403B8EB3338}"/>
              </a:ext>
            </a:extLst>
          </p:cNvPr>
          <p:cNvGrpSpPr/>
          <p:nvPr/>
        </p:nvGrpSpPr>
        <p:grpSpPr>
          <a:xfrm>
            <a:off x="-28541" y="5030280"/>
            <a:ext cx="12220541" cy="1574800"/>
            <a:chOff x="-28541" y="5030280"/>
            <a:chExt cx="12220541" cy="1574800"/>
          </a:xfrm>
        </p:grpSpPr>
        <p:grpSp>
          <p:nvGrpSpPr>
            <p:cNvPr id="446" name="그룹 445"/>
            <p:cNvGrpSpPr/>
            <p:nvPr/>
          </p:nvGrpSpPr>
          <p:grpSpPr>
            <a:xfrm>
              <a:off x="-28541" y="5030280"/>
              <a:ext cx="12220541" cy="1574800"/>
              <a:chOff x="525572" y="5016500"/>
              <a:chExt cx="11666428" cy="1574800"/>
            </a:xfrm>
          </p:grpSpPr>
          <p:sp>
            <p:nvSpPr>
              <p:cNvPr id="216" name="Rectangle 215"/>
              <p:cNvSpPr/>
              <p:nvPr/>
            </p:nvSpPr>
            <p:spPr>
              <a:xfrm>
                <a:off x="546100" y="5016500"/>
                <a:ext cx="11645900" cy="15748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17" name="Rectangle 216"/>
              <p:cNvSpPr/>
              <p:nvPr/>
            </p:nvSpPr>
            <p:spPr>
              <a:xfrm>
                <a:off x="546100" y="5016500"/>
                <a:ext cx="3556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18" name="TextBox 217"/>
              <p:cNvSpPr txBox="1"/>
              <p:nvPr/>
            </p:nvSpPr>
            <p:spPr>
              <a:xfrm>
                <a:off x="525572" y="5031105"/>
                <a:ext cx="39665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 dirty="0" err="1">
                    <a:solidFill>
                      <a:srgbClr val="FFFFFF"/>
                    </a:solidFill>
                    <a:latin typeface="+mn-ea"/>
                  </a:rPr>
                  <a:t>번호</a:t>
                </a:r>
                <a:endParaRPr sz="9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219" name="Rectangle 218"/>
              <p:cNvSpPr/>
              <p:nvPr/>
            </p:nvSpPr>
            <p:spPr>
              <a:xfrm>
                <a:off x="901700" y="5016500"/>
                <a:ext cx="57785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20" name="TextBox 219"/>
              <p:cNvSpPr txBox="1"/>
              <p:nvPr/>
            </p:nvSpPr>
            <p:spPr>
              <a:xfrm>
                <a:off x="3562016" y="5031105"/>
                <a:ext cx="4578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설  명</a:t>
                </a:r>
              </a:p>
            </p:txBody>
          </p:sp>
          <p:sp>
            <p:nvSpPr>
              <p:cNvPr id="221" name="Rectangle 220"/>
              <p:cNvSpPr/>
              <p:nvPr/>
            </p:nvSpPr>
            <p:spPr>
              <a:xfrm>
                <a:off x="6680200" y="5016500"/>
                <a:ext cx="11430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22" name="TextBox 221"/>
              <p:cNvSpPr txBox="1"/>
              <p:nvPr/>
            </p:nvSpPr>
            <p:spPr>
              <a:xfrm>
                <a:off x="6872793" y="5031105"/>
                <a:ext cx="757815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이벤트 타입</a:t>
                </a:r>
              </a:p>
            </p:txBody>
          </p:sp>
          <p:sp>
            <p:nvSpPr>
              <p:cNvPr id="223" name="Rectangle 222"/>
              <p:cNvSpPr/>
              <p:nvPr/>
            </p:nvSpPr>
            <p:spPr>
              <a:xfrm>
                <a:off x="7823200" y="5016500"/>
                <a:ext cx="43688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24" name="TextBox 223"/>
              <p:cNvSpPr txBox="1"/>
              <p:nvPr/>
            </p:nvSpPr>
            <p:spPr>
              <a:xfrm>
                <a:off x="9778665" y="5031105"/>
                <a:ext cx="4578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비  고</a:t>
                </a:r>
              </a:p>
            </p:txBody>
          </p:sp>
          <p:sp>
            <p:nvSpPr>
              <p:cNvPr id="225" name="Rectangle 224"/>
              <p:cNvSpPr/>
              <p:nvPr/>
            </p:nvSpPr>
            <p:spPr>
              <a:xfrm>
                <a:off x="546100" y="5219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27" name="Rectangle 226"/>
              <p:cNvSpPr/>
              <p:nvPr/>
            </p:nvSpPr>
            <p:spPr>
              <a:xfrm>
                <a:off x="901700" y="52197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29" name="Rectangle 228"/>
              <p:cNvSpPr/>
              <p:nvPr/>
            </p:nvSpPr>
            <p:spPr>
              <a:xfrm>
                <a:off x="6680200" y="52197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31" name="Rectangle 230"/>
              <p:cNvSpPr/>
              <p:nvPr/>
            </p:nvSpPr>
            <p:spPr>
              <a:xfrm>
                <a:off x="7823200" y="5219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33" name="Rectangle 232"/>
              <p:cNvSpPr/>
              <p:nvPr/>
            </p:nvSpPr>
            <p:spPr>
              <a:xfrm>
                <a:off x="546100" y="54229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35" name="Rectangle 234"/>
              <p:cNvSpPr/>
              <p:nvPr/>
            </p:nvSpPr>
            <p:spPr>
              <a:xfrm>
                <a:off x="901700" y="54229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37" name="Rectangle 236"/>
              <p:cNvSpPr/>
              <p:nvPr/>
            </p:nvSpPr>
            <p:spPr>
              <a:xfrm>
                <a:off x="6680200" y="54229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39" name="Rectangle 238"/>
              <p:cNvSpPr/>
              <p:nvPr/>
            </p:nvSpPr>
            <p:spPr>
              <a:xfrm>
                <a:off x="7823200" y="54229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41" name="Rectangle 240"/>
              <p:cNvSpPr/>
              <p:nvPr/>
            </p:nvSpPr>
            <p:spPr>
              <a:xfrm>
                <a:off x="546100" y="56261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43" name="Rectangle 242"/>
              <p:cNvSpPr/>
              <p:nvPr/>
            </p:nvSpPr>
            <p:spPr>
              <a:xfrm>
                <a:off x="901700" y="56261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45" name="Rectangle 244"/>
              <p:cNvSpPr/>
              <p:nvPr/>
            </p:nvSpPr>
            <p:spPr>
              <a:xfrm>
                <a:off x="6680200" y="56261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47" name="Rectangle 246"/>
              <p:cNvSpPr/>
              <p:nvPr/>
            </p:nvSpPr>
            <p:spPr>
              <a:xfrm>
                <a:off x="7823200" y="56261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49" name="Rectangle 248"/>
              <p:cNvSpPr/>
              <p:nvPr/>
            </p:nvSpPr>
            <p:spPr>
              <a:xfrm>
                <a:off x="546100" y="58293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51" name="Rectangle 250"/>
              <p:cNvSpPr/>
              <p:nvPr/>
            </p:nvSpPr>
            <p:spPr>
              <a:xfrm>
                <a:off x="901700" y="58293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53" name="Rectangle 252"/>
              <p:cNvSpPr/>
              <p:nvPr/>
            </p:nvSpPr>
            <p:spPr>
              <a:xfrm>
                <a:off x="6680200" y="58293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55" name="Rectangle 254"/>
              <p:cNvSpPr/>
              <p:nvPr/>
            </p:nvSpPr>
            <p:spPr>
              <a:xfrm>
                <a:off x="7823200" y="58293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57" name="Rectangle 256"/>
              <p:cNvSpPr/>
              <p:nvPr/>
            </p:nvSpPr>
            <p:spPr>
              <a:xfrm>
                <a:off x="546100" y="60325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59" name="Rectangle 258"/>
              <p:cNvSpPr/>
              <p:nvPr/>
            </p:nvSpPr>
            <p:spPr>
              <a:xfrm>
                <a:off x="901700" y="60325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61" name="Rectangle 260"/>
              <p:cNvSpPr/>
              <p:nvPr/>
            </p:nvSpPr>
            <p:spPr>
              <a:xfrm>
                <a:off x="6680200" y="60325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63" name="Rectangle 262"/>
              <p:cNvSpPr/>
              <p:nvPr/>
            </p:nvSpPr>
            <p:spPr>
              <a:xfrm>
                <a:off x="7823200" y="60325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65" name="Rectangle 264"/>
              <p:cNvSpPr/>
              <p:nvPr/>
            </p:nvSpPr>
            <p:spPr>
              <a:xfrm>
                <a:off x="546100" y="6235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67" name="Rectangle 266"/>
              <p:cNvSpPr/>
              <p:nvPr/>
            </p:nvSpPr>
            <p:spPr>
              <a:xfrm>
                <a:off x="901700" y="6235700"/>
                <a:ext cx="57785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69" name="Rectangle 268"/>
              <p:cNvSpPr/>
              <p:nvPr/>
            </p:nvSpPr>
            <p:spPr>
              <a:xfrm>
                <a:off x="6680200" y="6235700"/>
                <a:ext cx="11430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271" name="Rectangle 270"/>
              <p:cNvSpPr/>
              <p:nvPr/>
            </p:nvSpPr>
            <p:spPr>
              <a:xfrm>
                <a:off x="7823200" y="6235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grpSp>
            <p:nvGrpSpPr>
              <p:cNvPr id="299" name="그룹 298"/>
              <p:cNvGrpSpPr/>
              <p:nvPr/>
            </p:nvGrpSpPr>
            <p:grpSpPr>
              <a:xfrm>
                <a:off x="635723" y="5195570"/>
                <a:ext cx="8827440" cy="1295409"/>
                <a:chOff x="635723" y="5227320"/>
                <a:chExt cx="8827440" cy="1295409"/>
              </a:xfrm>
            </p:grpSpPr>
            <p:sp>
              <p:nvSpPr>
                <p:cNvPr id="226" name="TextBox 225"/>
                <p:cNvSpPr txBox="1"/>
                <p:nvPr/>
              </p:nvSpPr>
              <p:spPr>
                <a:xfrm>
                  <a:off x="635723" y="5227320"/>
                  <a:ext cx="176355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endParaRPr sz="1000" dirty="0">
                    <a:latin typeface="+mn-ea"/>
                  </a:endParaRPr>
                </a:p>
              </p:txBody>
            </p:sp>
            <p:sp>
              <p:nvSpPr>
                <p:cNvPr id="228" name="TextBox 227"/>
                <p:cNvSpPr txBox="1"/>
                <p:nvPr/>
              </p:nvSpPr>
              <p:spPr>
                <a:xfrm>
                  <a:off x="920750" y="5275897"/>
                  <a:ext cx="3457295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채널 필터 탭 클릭 — 해당 채널의 공지사항만 필터링하여 목록 표시</a:t>
                  </a:r>
                </a:p>
              </p:txBody>
            </p:sp>
            <p:sp>
              <p:nvSpPr>
                <p:cNvPr id="230" name="TextBox 229"/>
                <p:cNvSpPr txBox="1"/>
                <p:nvPr/>
              </p:nvSpPr>
              <p:spPr>
                <a:xfrm>
                  <a:off x="6799339" y="5275897"/>
                  <a:ext cx="904725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탭 클릭 (Click)</a:t>
                  </a:r>
                </a:p>
              </p:txBody>
            </p:sp>
            <p:sp>
              <p:nvSpPr>
                <p:cNvPr id="232" name="TextBox 231"/>
                <p:cNvSpPr txBox="1"/>
                <p:nvPr/>
              </p:nvSpPr>
              <p:spPr>
                <a:xfrm>
                  <a:off x="7842250" y="5275897"/>
                  <a:ext cx="1149575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 dirty="0" err="1">
                      <a:latin typeface="+mn-ea"/>
                    </a:rPr>
                    <a:t>활성</a:t>
                  </a:r>
                  <a:r>
                    <a:rPr sz="900" dirty="0">
                      <a:latin typeface="+mn-ea"/>
                    </a:rPr>
                    <a:t> 탭 </a:t>
                  </a:r>
                  <a:r>
                    <a:rPr sz="900" dirty="0" err="1">
                      <a:latin typeface="+mn-ea"/>
                    </a:rPr>
                    <a:t>스타일</a:t>
                  </a:r>
                  <a:r>
                    <a:rPr sz="900" dirty="0">
                      <a:latin typeface="+mn-ea"/>
                    </a:rPr>
                    <a:t> </a:t>
                  </a:r>
                  <a:r>
                    <a:rPr sz="900" dirty="0" err="1">
                      <a:latin typeface="+mn-ea"/>
                    </a:rPr>
                    <a:t>변경</a:t>
                  </a:r>
                  <a:endParaRPr sz="900" dirty="0">
                    <a:latin typeface="+mn-ea"/>
                  </a:endParaRPr>
                </a:p>
              </p:txBody>
            </p:sp>
            <p:sp>
              <p:nvSpPr>
                <p:cNvPr id="236" name="TextBox 235"/>
                <p:cNvSpPr txBox="1"/>
                <p:nvPr/>
              </p:nvSpPr>
              <p:spPr>
                <a:xfrm>
                  <a:off x="920750" y="5479097"/>
                  <a:ext cx="4360183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분류·기간 드롭박스 + 키워드 입력 후 [검색] — 전문 검색(제목·내용·작성자) 결과 표시</a:t>
                  </a:r>
                </a:p>
              </p:txBody>
            </p:sp>
            <p:sp>
              <p:nvSpPr>
                <p:cNvPr id="238" name="TextBox 237"/>
                <p:cNvSpPr txBox="1"/>
                <p:nvPr/>
              </p:nvSpPr>
              <p:spPr>
                <a:xfrm>
                  <a:off x="6744246" y="5479097"/>
                  <a:ext cx="1014909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버튼 클릭 (Click)</a:t>
                  </a:r>
                </a:p>
              </p:txBody>
            </p:sp>
            <p:sp>
              <p:nvSpPr>
                <p:cNvPr id="240" name="TextBox 239"/>
                <p:cNvSpPr txBox="1"/>
                <p:nvPr/>
              </p:nvSpPr>
              <p:spPr>
                <a:xfrm>
                  <a:off x="7842250" y="5479097"/>
                  <a:ext cx="1431153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latin typeface="+mn-ea"/>
                    </a:rPr>
                    <a:t>빈 검색 시 전체 목록 반환</a:t>
                  </a:r>
                </a:p>
              </p:txBody>
            </p:sp>
            <p:sp>
              <p:nvSpPr>
                <p:cNvPr id="244" name="TextBox 243"/>
                <p:cNvSpPr txBox="1"/>
                <p:nvPr/>
              </p:nvSpPr>
              <p:spPr>
                <a:xfrm>
                  <a:off x="920750" y="5682297"/>
                  <a:ext cx="4047998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공지 고정 행 — [공지] 태그 + 배경색으로 일반 게시물과 구분, 목록 최상단 고정</a:t>
                  </a:r>
                </a:p>
              </p:txBody>
            </p:sp>
            <p:sp>
              <p:nvSpPr>
                <p:cNvPr id="246" name="TextBox 245"/>
                <p:cNvSpPr txBox="1"/>
                <p:nvPr/>
              </p:nvSpPr>
              <p:spPr>
                <a:xfrm>
                  <a:off x="6808520" y="5682297"/>
                  <a:ext cx="88636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표시 (Display)</a:t>
                  </a:r>
                </a:p>
              </p:txBody>
            </p:sp>
            <p:sp>
              <p:nvSpPr>
                <p:cNvPr id="248" name="TextBox 247"/>
                <p:cNvSpPr txBox="1"/>
                <p:nvPr/>
              </p:nvSpPr>
              <p:spPr>
                <a:xfrm>
                  <a:off x="7842250" y="5682297"/>
                  <a:ext cx="1620913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latin typeface="+mn-ea"/>
                    </a:rPr>
                    <a:t>고정 해제는 관리자 전용 기능</a:t>
                  </a:r>
                </a:p>
              </p:txBody>
            </p:sp>
            <p:sp>
              <p:nvSpPr>
                <p:cNvPr id="252" name="TextBox 251"/>
                <p:cNvSpPr txBox="1"/>
                <p:nvPr/>
              </p:nvSpPr>
              <p:spPr>
                <a:xfrm>
                  <a:off x="920750" y="5885497"/>
                  <a:ext cx="391027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채널 뱃지 — 행별 채널(대변인방·온라인방·외신·전체) 색상 코드로 시각 구분</a:t>
                  </a:r>
                </a:p>
              </p:txBody>
            </p:sp>
            <p:sp>
              <p:nvSpPr>
                <p:cNvPr id="254" name="TextBox 253"/>
                <p:cNvSpPr txBox="1"/>
                <p:nvPr/>
              </p:nvSpPr>
              <p:spPr>
                <a:xfrm>
                  <a:off x="6808519" y="5885497"/>
                  <a:ext cx="88636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표시 (Display)</a:t>
                  </a:r>
                </a:p>
              </p:txBody>
            </p:sp>
            <p:sp>
              <p:nvSpPr>
                <p:cNvPr id="256" name="TextBox 255"/>
                <p:cNvSpPr txBox="1"/>
                <p:nvPr/>
              </p:nvSpPr>
              <p:spPr>
                <a:xfrm>
                  <a:off x="7842250" y="5885497"/>
                  <a:ext cx="1541337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latin typeface="+mn-ea"/>
                    </a:rPr>
                    <a:t>전체 채널 필터 시 항상 노출</a:t>
                  </a:r>
                </a:p>
              </p:txBody>
            </p:sp>
            <p:sp>
              <p:nvSpPr>
                <p:cNvPr id="260" name="TextBox 259"/>
                <p:cNvSpPr txBox="1"/>
                <p:nvPr/>
              </p:nvSpPr>
              <p:spPr>
                <a:xfrm>
                  <a:off x="920750" y="6088697"/>
                  <a:ext cx="3083898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제목 클릭 → 공지사항 상세 보기 화면(SCR-NEW-103) 이동</a:t>
                  </a:r>
                </a:p>
              </p:txBody>
            </p:sp>
            <p:sp>
              <p:nvSpPr>
                <p:cNvPr id="262" name="TextBox 261"/>
                <p:cNvSpPr txBox="1"/>
                <p:nvPr/>
              </p:nvSpPr>
              <p:spPr>
                <a:xfrm>
                  <a:off x="6762610" y="6088697"/>
                  <a:ext cx="97818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링크 클릭 (Link)</a:t>
                  </a:r>
                </a:p>
              </p:txBody>
            </p:sp>
            <p:sp>
              <p:nvSpPr>
                <p:cNvPr id="264" name="TextBox 263"/>
                <p:cNvSpPr txBox="1"/>
                <p:nvPr/>
              </p:nvSpPr>
              <p:spPr>
                <a:xfrm>
                  <a:off x="7842250" y="6088697"/>
                  <a:ext cx="1394426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latin typeface="+mn-ea"/>
                    </a:rPr>
                    <a:t>현재 탭 이동 (새 탭 아님)</a:t>
                  </a:r>
                </a:p>
              </p:txBody>
            </p:sp>
            <p:sp>
              <p:nvSpPr>
                <p:cNvPr id="268" name="TextBox 267"/>
                <p:cNvSpPr txBox="1"/>
                <p:nvPr/>
              </p:nvSpPr>
              <p:spPr>
                <a:xfrm>
                  <a:off x="920750" y="6291897"/>
                  <a:ext cx="2924744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>
                      <a:solidFill>
                        <a:srgbClr val="1A1A1A"/>
                      </a:solidFill>
                      <a:latin typeface="+mn-ea"/>
                    </a:rPr>
                    <a:t>페이지네이션 클릭 — 해당 페이지의 공지사항 목록 로드</a:t>
                  </a:r>
                </a:p>
              </p:txBody>
            </p:sp>
            <p:sp>
              <p:nvSpPr>
                <p:cNvPr id="270" name="TextBox 269"/>
                <p:cNvSpPr txBox="1"/>
                <p:nvPr/>
              </p:nvSpPr>
              <p:spPr>
                <a:xfrm>
                  <a:off x="6744247" y="6291897"/>
                  <a:ext cx="1014909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900">
                      <a:solidFill>
                        <a:srgbClr val="1E2D45"/>
                      </a:solidFill>
                      <a:latin typeface="+mn-ea"/>
                    </a:rPr>
                    <a:t>버튼 클릭 (Click)</a:t>
                  </a:r>
                </a:p>
              </p:txBody>
            </p:sp>
            <p:sp>
              <p:nvSpPr>
                <p:cNvPr id="272" name="TextBox 271"/>
                <p:cNvSpPr txBox="1"/>
                <p:nvPr/>
              </p:nvSpPr>
              <p:spPr>
                <a:xfrm>
                  <a:off x="7842250" y="6291897"/>
                  <a:ext cx="1021029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900" dirty="0" err="1">
                      <a:latin typeface="+mn-ea"/>
                    </a:rPr>
                    <a:t>기본</a:t>
                  </a:r>
                  <a:r>
                    <a:rPr sz="900" dirty="0">
                      <a:latin typeface="+mn-ea"/>
                    </a:rPr>
                    <a:t> 10건/</a:t>
                  </a:r>
                  <a:r>
                    <a:rPr sz="900" dirty="0" err="1">
                      <a:latin typeface="+mn-ea"/>
                    </a:rPr>
                    <a:t>페이지</a:t>
                  </a:r>
                  <a:endParaRPr sz="900" dirty="0">
                    <a:latin typeface="+mn-ea"/>
                  </a:endParaRPr>
                </a:p>
              </p:txBody>
            </p:sp>
          </p:grpSp>
        </p:grpSp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64318524-BA9A-366B-DCF5-74BEE1796C30}"/>
                </a:ext>
              </a:extLst>
            </p:cNvPr>
            <p:cNvGrpSpPr/>
            <p:nvPr/>
          </p:nvGrpSpPr>
          <p:grpSpPr>
            <a:xfrm>
              <a:off x="-8170" y="5251087"/>
              <a:ext cx="388800" cy="1180038"/>
              <a:chOff x="-8170" y="5251087"/>
              <a:chExt cx="388800" cy="1180038"/>
            </a:xfrm>
          </p:grpSpPr>
          <p:grpSp>
            <p:nvGrpSpPr>
              <p:cNvPr id="482" name="그룹 481">
                <a:extLst>
                  <a:ext uri="{FF2B5EF4-FFF2-40B4-BE49-F238E27FC236}">
                    <a16:creationId xmlns:a16="http://schemas.microsoft.com/office/drawing/2014/main" id="{C5A0B109-801A-0EBD-6373-44BCE21649A4}"/>
                  </a:ext>
                </a:extLst>
              </p:cNvPr>
              <p:cNvGrpSpPr/>
              <p:nvPr/>
            </p:nvGrpSpPr>
            <p:grpSpPr>
              <a:xfrm>
                <a:off x="-8170" y="5251087"/>
                <a:ext cx="388800" cy="165600"/>
                <a:chOff x="-6196500" y="784788"/>
                <a:chExt cx="388800" cy="165600"/>
              </a:xfrm>
            </p:grpSpPr>
            <p:sp>
              <p:nvSpPr>
                <p:cNvPr id="483" name="Oval 468">
                  <a:extLst>
                    <a:ext uri="{FF2B5EF4-FFF2-40B4-BE49-F238E27FC236}">
                      <a16:creationId xmlns:a16="http://schemas.microsoft.com/office/drawing/2014/main" id="{5BBBE7BE-FBFB-E4FA-D15D-2D82B81C4664}"/>
                    </a:ext>
                  </a:extLst>
                </p:cNvPr>
                <p:cNvSpPr/>
                <p:nvPr/>
              </p:nvSpPr>
              <p:spPr>
                <a:xfrm>
                  <a:off x="-6084900" y="7847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84" name="TextBox 483">
                  <a:extLst>
                    <a:ext uri="{FF2B5EF4-FFF2-40B4-BE49-F238E27FC236}">
                      <a16:creationId xmlns:a16="http://schemas.microsoft.com/office/drawing/2014/main" id="{24C922C5-94A1-CB21-D1D8-679F79272822}"/>
                    </a:ext>
                  </a:extLst>
                </p:cNvPr>
                <p:cNvSpPr txBox="1"/>
                <p:nvPr/>
              </p:nvSpPr>
              <p:spPr>
                <a:xfrm>
                  <a:off x="-6196500" y="7847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 dirty="0">
                      <a:solidFill>
                        <a:srgbClr val="FFFFFF"/>
                      </a:solidFill>
                      <a:latin typeface="Noto Sans KR"/>
                    </a:rPr>
                    <a:t>1</a:t>
                  </a:r>
                </a:p>
              </p:txBody>
            </p:sp>
          </p:grpSp>
          <p:grpSp>
            <p:nvGrpSpPr>
              <p:cNvPr id="500" name="그룹 499">
                <a:extLst>
                  <a:ext uri="{FF2B5EF4-FFF2-40B4-BE49-F238E27FC236}">
                    <a16:creationId xmlns:a16="http://schemas.microsoft.com/office/drawing/2014/main" id="{747750C0-4556-1F48-6C69-C65BAD4CA602}"/>
                  </a:ext>
                </a:extLst>
              </p:cNvPr>
              <p:cNvGrpSpPr/>
              <p:nvPr/>
            </p:nvGrpSpPr>
            <p:grpSpPr>
              <a:xfrm>
                <a:off x="-8170" y="5456570"/>
                <a:ext cx="388800" cy="165600"/>
                <a:chOff x="-6196500" y="1051188"/>
                <a:chExt cx="388800" cy="165600"/>
              </a:xfrm>
            </p:grpSpPr>
            <p:sp>
              <p:nvSpPr>
                <p:cNvPr id="501" name="Oval 474">
                  <a:extLst>
                    <a:ext uri="{FF2B5EF4-FFF2-40B4-BE49-F238E27FC236}">
                      <a16:creationId xmlns:a16="http://schemas.microsoft.com/office/drawing/2014/main" id="{BF53FBA8-EBCC-935C-13E4-68A7A4FC34DE}"/>
                    </a:ext>
                  </a:extLst>
                </p:cNvPr>
                <p:cNvSpPr/>
                <p:nvPr/>
              </p:nvSpPr>
              <p:spPr>
                <a:xfrm>
                  <a:off x="-6084900" y="10511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02" name="TextBox 501">
                  <a:extLst>
                    <a:ext uri="{FF2B5EF4-FFF2-40B4-BE49-F238E27FC236}">
                      <a16:creationId xmlns:a16="http://schemas.microsoft.com/office/drawing/2014/main" id="{0C2CC2B2-98BA-E19C-67D6-E606B76CB33D}"/>
                    </a:ext>
                  </a:extLst>
                </p:cNvPr>
                <p:cNvSpPr txBox="1"/>
                <p:nvPr/>
              </p:nvSpPr>
              <p:spPr>
                <a:xfrm>
                  <a:off x="-6196500" y="10511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 dirty="0">
                      <a:solidFill>
                        <a:srgbClr val="FFFFFF"/>
                      </a:solidFill>
                      <a:latin typeface="Noto Sans KR"/>
                    </a:rPr>
                    <a:t>2</a:t>
                  </a:r>
                </a:p>
              </p:txBody>
            </p:sp>
          </p:grpSp>
          <p:grpSp>
            <p:nvGrpSpPr>
              <p:cNvPr id="503" name="그룹 502">
                <a:extLst>
                  <a:ext uri="{FF2B5EF4-FFF2-40B4-BE49-F238E27FC236}">
                    <a16:creationId xmlns:a16="http://schemas.microsoft.com/office/drawing/2014/main" id="{00B0EEB4-F173-A1D5-3871-E93913551B27}"/>
                  </a:ext>
                </a:extLst>
              </p:cNvPr>
              <p:cNvGrpSpPr/>
              <p:nvPr/>
            </p:nvGrpSpPr>
            <p:grpSpPr>
              <a:xfrm>
                <a:off x="-8170" y="5655503"/>
                <a:ext cx="388800" cy="165600"/>
                <a:chOff x="-6196500" y="1317588"/>
                <a:chExt cx="388800" cy="165600"/>
              </a:xfrm>
            </p:grpSpPr>
            <p:sp>
              <p:nvSpPr>
                <p:cNvPr id="504" name="Oval 480">
                  <a:extLst>
                    <a:ext uri="{FF2B5EF4-FFF2-40B4-BE49-F238E27FC236}">
                      <a16:creationId xmlns:a16="http://schemas.microsoft.com/office/drawing/2014/main" id="{AE21127B-CD1E-629A-6A1B-50B498D7E144}"/>
                    </a:ext>
                  </a:extLst>
                </p:cNvPr>
                <p:cNvSpPr/>
                <p:nvPr/>
              </p:nvSpPr>
              <p:spPr>
                <a:xfrm>
                  <a:off x="-6084900" y="13175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05" name="TextBox 504">
                  <a:extLst>
                    <a:ext uri="{FF2B5EF4-FFF2-40B4-BE49-F238E27FC236}">
                      <a16:creationId xmlns:a16="http://schemas.microsoft.com/office/drawing/2014/main" id="{DB51DC74-6857-BA10-24F7-AFE3FA279222}"/>
                    </a:ext>
                  </a:extLst>
                </p:cNvPr>
                <p:cNvSpPr txBox="1"/>
                <p:nvPr/>
              </p:nvSpPr>
              <p:spPr>
                <a:xfrm>
                  <a:off x="-6196500" y="13175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 dirty="0">
                      <a:solidFill>
                        <a:srgbClr val="FFFFFF"/>
                      </a:solidFill>
                      <a:latin typeface="Noto Sans KR"/>
                    </a:rPr>
                    <a:t>3</a:t>
                  </a:r>
                </a:p>
              </p:txBody>
            </p:sp>
          </p:grpSp>
          <p:grpSp>
            <p:nvGrpSpPr>
              <p:cNvPr id="506" name="그룹 505">
                <a:extLst>
                  <a:ext uri="{FF2B5EF4-FFF2-40B4-BE49-F238E27FC236}">
                    <a16:creationId xmlns:a16="http://schemas.microsoft.com/office/drawing/2014/main" id="{A799D09F-F5F5-35B3-48B4-7C752319407C}"/>
                  </a:ext>
                </a:extLst>
              </p:cNvPr>
              <p:cNvGrpSpPr/>
              <p:nvPr/>
            </p:nvGrpSpPr>
            <p:grpSpPr>
              <a:xfrm>
                <a:off x="-8170" y="5862505"/>
                <a:ext cx="388800" cy="165600"/>
                <a:chOff x="-6196500" y="1583988"/>
                <a:chExt cx="388800" cy="165600"/>
              </a:xfrm>
            </p:grpSpPr>
            <p:sp>
              <p:nvSpPr>
                <p:cNvPr id="507" name="Oval 486">
                  <a:extLst>
                    <a:ext uri="{FF2B5EF4-FFF2-40B4-BE49-F238E27FC236}">
                      <a16:creationId xmlns:a16="http://schemas.microsoft.com/office/drawing/2014/main" id="{6D1DA1EB-BA1C-83F3-6D79-B163347BC8A7}"/>
                    </a:ext>
                  </a:extLst>
                </p:cNvPr>
                <p:cNvSpPr/>
                <p:nvPr/>
              </p:nvSpPr>
              <p:spPr>
                <a:xfrm>
                  <a:off x="-6084900" y="15839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2F37D908-3D12-A0D3-BD39-C7BAA2F4A234}"/>
                    </a:ext>
                  </a:extLst>
                </p:cNvPr>
                <p:cNvSpPr txBox="1"/>
                <p:nvPr/>
              </p:nvSpPr>
              <p:spPr>
                <a:xfrm>
                  <a:off x="-6196500" y="15839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>
                      <a:solidFill>
                        <a:srgbClr val="FFFFFF"/>
                      </a:solidFill>
                      <a:latin typeface="Noto Sans KR"/>
                    </a:rPr>
                    <a:t>4</a:t>
                  </a:r>
                </a:p>
              </p:txBody>
            </p:sp>
          </p:grpSp>
          <p:grpSp>
            <p:nvGrpSpPr>
              <p:cNvPr id="509" name="그룹 508">
                <a:extLst>
                  <a:ext uri="{FF2B5EF4-FFF2-40B4-BE49-F238E27FC236}">
                    <a16:creationId xmlns:a16="http://schemas.microsoft.com/office/drawing/2014/main" id="{20949559-8936-A280-C613-A332955F30EB}"/>
                  </a:ext>
                </a:extLst>
              </p:cNvPr>
              <p:cNvGrpSpPr/>
              <p:nvPr/>
            </p:nvGrpSpPr>
            <p:grpSpPr>
              <a:xfrm>
                <a:off x="-8170" y="6062807"/>
                <a:ext cx="388800" cy="165600"/>
                <a:chOff x="-6196500" y="1850388"/>
                <a:chExt cx="388800" cy="165600"/>
              </a:xfrm>
            </p:grpSpPr>
            <p:sp>
              <p:nvSpPr>
                <p:cNvPr id="510" name="Oval 492">
                  <a:extLst>
                    <a:ext uri="{FF2B5EF4-FFF2-40B4-BE49-F238E27FC236}">
                      <a16:creationId xmlns:a16="http://schemas.microsoft.com/office/drawing/2014/main" id="{92CD529A-E2C8-DF2F-1F56-3067D37F9E2F}"/>
                    </a:ext>
                  </a:extLst>
                </p:cNvPr>
                <p:cNvSpPr/>
                <p:nvPr/>
              </p:nvSpPr>
              <p:spPr>
                <a:xfrm>
                  <a:off x="-6084900" y="18503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1D291298-E292-23CE-0FC1-7CB0B428A63B}"/>
                    </a:ext>
                  </a:extLst>
                </p:cNvPr>
                <p:cNvSpPr txBox="1"/>
                <p:nvPr/>
              </p:nvSpPr>
              <p:spPr>
                <a:xfrm>
                  <a:off x="-6196500" y="18503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>
                      <a:solidFill>
                        <a:srgbClr val="FFFFFF"/>
                      </a:solidFill>
                      <a:latin typeface="Noto Sans KR"/>
                    </a:rPr>
                    <a:t>5</a:t>
                  </a:r>
                </a:p>
              </p:txBody>
            </p:sp>
          </p:grpSp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41F16865-76CA-8EA5-58C1-09A39876EC2B}"/>
                  </a:ext>
                </a:extLst>
              </p:cNvPr>
              <p:cNvGrpSpPr/>
              <p:nvPr/>
            </p:nvGrpSpPr>
            <p:grpSpPr>
              <a:xfrm>
                <a:off x="-8170" y="6265525"/>
                <a:ext cx="388800" cy="165600"/>
                <a:chOff x="-6201094" y="2116788"/>
                <a:chExt cx="388800" cy="165600"/>
              </a:xfrm>
            </p:grpSpPr>
            <p:sp>
              <p:nvSpPr>
                <p:cNvPr id="97" name="Oval 492">
                  <a:extLst>
                    <a:ext uri="{FF2B5EF4-FFF2-40B4-BE49-F238E27FC236}">
                      <a16:creationId xmlns:a16="http://schemas.microsoft.com/office/drawing/2014/main" id="{8CE3E877-EA71-20B9-A34E-8CB507BF54CD}"/>
                    </a:ext>
                  </a:extLst>
                </p:cNvPr>
                <p:cNvSpPr/>
                <p:nvPr/>
              </p:nvSpPr>
              <p:spPr>
                <a:xfrm>
                  <a:off x="-6089494" y="21167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C7953378-B386-DD63-C230-0DF5ED440C20}"/>
                    </a:ext>
                  </a:extLst>
                </p:cNvPr>
                <p:cNvSpPr txBox="1"/>
                <p:nvPr/>
              </p:nvSpPr>
              <p:spPr>
                <a:xfrm>
                  <a:off x="-6201094" y="2130338"/>
                  <a:ext cx="388800" cy="138499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lang="en-US" sz="900" b="1" dirty="0">
                      <a:solidFill>
                        <a:srgbClr val="FFFFFF"/>
                      </a:solidFill>
                      <a:latin typeface="Noto Sans KR"/>
                    </a:rPr>
                    <a:t>6</a:t>
                  </a:r>
                  <a:endParaRPr sz="900" b="1" dirty="0">
                    <a:solidFill>
                      <a:srgbClr val="FFFFFF"/>
                    </a:solidFill>
                    <a:latin typeface="Noto Sans KR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0841942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133" y="1270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3133" y="12700"/>
            <a:ext cx="12192000" cy="6858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88" y="0"/>
            <a:ext cx="12182734" cy="3302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41957" y="63500"/>
            <a:ext cx="1186543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dirty="0" err="1">
                <a:solidFill>
                  <a:srgbClr val="AABBCC"/>
                </a:solidFill>
                <a:latin typeface="+mn-ea"/>
              </a:rPr>
              <a:t>홍길동</a:t>
            </a:r>
            <a:r>
              <a:rPr sz="1000" dirty="0">
                <a:solidFill>
                  <a:srgbClr val="AABBCC"/>
                </a:solidFill>
                <a:latin typeface="+mn-ea"/>
              </a:rPr>
              <a:t> | </a:t>
            </a:r>
            <a:r>
              <a:rPr sz="1000" dirty="0" err="1">
                <a:solidFill>
                  <a:srgbClr val="AABBCC"/>
                </a:solidFill>
                <a:latin typeface="+mn-ea"/>
              </a:rPr>
              <a:t>로그아웃</a:t>
            </a:r>
            <a:endParaRPr sz="1000" dirty="0">
              <a:solidFill>
                <a:srgbClr val="AABBCC"/>
              </a:solidFill>
              <a:latin typeface="+mn-ea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88" y="328771"/>
            <a:ext cx="12185910" cy="304800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grpSp>
        <p:nvGrpSpPr>
          <p:cNvPr id="440" name="그룹 439"/>
          <p:cNvGrpSpPr/>
          <p:nvPr/>
        </p:nvGrpSpPr>
        <p:grpSpPr>
          <a:xfrm>
            <a:off x="9690100" y="642825"/>
            <a:ext cx="2501900" cy="4381500"/>
            <a:chOff x="9690100" y="635000"/>
            <a:chExt cx="2501900" cy="4381500"/>
          </a:xfrm>
        </p:grpSpPr>
        <p:sp>
          <p:nvSpPr>
            <p:cNvPr id="190" name="Rectangle 189"/>
            <p:cNvSpPr/>
            <p:nvPr/>
          </p:nvSpPr>
          <p:spPr>
            <a:xfrm>
              <a:off x="9690100" y="635000"/>
              <a:ext cx="2501900" cy="4381500"/>
            </a:xfrm>
            <a:prstGeom prst="rect">
              <a:avLst/>
            </a:prstGeom>
            <a:solidFill>
              <a:srgbClr val="E8ECF4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9690100" y="635000"/>
              <a:ext cx="2501900" cy="254000"/>
            </a:xfrm>
            <a:prstGeom prst="rect">
              <a:avLst/>
            </a:prstGeom>
            <a:solidFill>
              <a:srgbClr val="4450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9779000" y="654812"/>
              <a:ext cx="86113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000" b="1" dirty="0" err="1">
                  <a:solidFill>
                    <a:srgbClr val="FFFFFF"/>
                  </a:solidFill>
                  <a:latin typeface="+mn-ea"/>
                </a:rPr>
                <a:t>페이지</a:t>
              </a:r>
              <a:r>
                <a:rPr sz="1000" b="1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000" b="1" dirty="0" err="1">
                  <a:solidFill>
                    <a:srgbClr val="FFFFFF"/>
                  </a:solidFill>
                  <a:latin typeface="+mn-ea"/>
                </a:rPr>
                <a:t>정보</a:t>
              </a:r>
              <a:endParaRPr sz="10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9779000" y="952500"/>
              <a:ext cx="56297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445064"/>
                  </a:solidFill>
                  <a:latin typeface="+mn-ea"/>
                </a:rPr>
                <a:t>화면</a:t>
              </a:r>
              <a:r>
                <a:rPr sz="900" dirty="0">
                  <a:solidFill>
                    <a:srgbClr val="445064"/>
                  </a:solidFill>
                  <a:latin typeface="+mn-ea"/>
                </a:rPr>
                <a:t> ID</a:t>
              </a:r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9779000" y="1295400"/>
              <a:ext cx="53091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화면명</a:t>
              </a:r>
            </a:p>
          </p:txBody>
        </p:sp>
        <p:sp>
          <p:nvSpPr>
            <p:cNvPr id="197" name="TextBox 196"/>
            <p:cNvSpPr txBox="1"/>
            <p:nvPr/>
          </p:nvSpPr>
          <p:spPr>
            <a:xfrm>
              <a:off x="9779000" y="1638300"/>
              <a:ext cx="67839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접근 권한</a:t>
              </a:r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9779000" y="1981200"/>
              <a:ext cx="67839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메뉴 경로</a:t>
              </a:r>
            </a:p>
          </p:txBody>
        </p:sp>
        <p:sp>
          <p:nvSpPr>
            <p:cNvPr id="201" name="Rectangle 200"/>
            <p:cNvSpPr/>
            <p:nvPr/>
          </p:nvSpPr>
          <p:spPr>
            <a:xfrm>
              <a:off x="9690100" y="2324100"/>
              <a:ext cx="2501900" cy="2032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02" name="TextBox 201"/>
            <p:cNvSpPr txBox="1"/>
            <p:nvPr/>
          </p:nvSpPr>
          <p:spPr>
            <a:xfrm>
              <a:off x="9779000" y="2331212"/>
              <a:ext cx="90922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사용</a:t>
              </a:r>
              <a:r>
                <a:rPr sz="900" b="1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컴포넌트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10" name="Rectangle 209"/>
            <p:cNvSpPr/>
            <p:nvPr/>
          </p:nvSpPr>
          <p:spPr>
            <a:xfrm>
              <a:off x="9690100" y="3670300"/>
              <a:ext cx="2501900" cy="177800"/>
            </a:xfrm>
            <a:prstGeom prst="rect">
              <a:avLst/>
            </a:prstGeom>
            <a:solidFill>
              <a:srgbClr val="3C4A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</p:grpSp>
      <p:grpSp>
        <p:nvGrpSpPr>
          <p:cNvPr id="446" name="그룹 445"/>
          <p:cNvGrpSpPr/>
          <p:nvPr/>
        </p:nvGrpSpPr>
        <p:grpSpPr>
          <a:xfrm>
            <a:off x="-28541" y="5029645"/>
            <a:ext cx="12220541" cy="1575435"/>
            <a:chOff x="525572" y="5015865"/>
            <a:chExt cx="11666428" cy="1575435"/>
          </a:xfrm>
        </p:grpSpPr>
        <p:sp>
          <p:nvSpPr>
            <p:cNvPr id="216" name="Rectangle 215"/>
            <p:cNvSpPr/>
            <p:nvPr/>
          </p:nvSpPr>
          <p:spPr>
            <a:xfrm>
              <a:off x="546100" y="5016500"/>
              <a:ext cx="11645900" cy="15748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17" name="Rectangle 216"/>
            <p:cNvSpPr/>
            <p:nvPr/>
          </p:nvSpPr>
          <p:spPr>
            <a:xfrm>
              <a:off x="546100" y="5016500"/>
              <a:ext cx="355600" cy="203200"/>
            </a:xfrm>
            <a:prstGeom prst="rect">
              <a:avLst/>
            </a:prstGeom>
            <a:solidFill>
              <a:srgbClr val="3C4A60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18" name="TextBox 217"/>
            <p:cNvSpPr txBox="1"/>
            <p:nvPr/>
          </p:nvSpPr>
          <p:spPr>
            <a:xfrm>
              <a:off x="525572" y="5015865"/>
              <a:ext cx="39665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번호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19" name="Rectangle 218"/>
            <p:cNvSpPr/>
            <p:nvPr/>
          </p:nvSpPr>
          <p:spPr>
            <a:xfrm>
              <a:off x="901700" y="5016500"/>
              <a:ext cx="5778500" cy="203200"/>
            </a:xfrm>
            <a:prstGeom prst="rect">
              <a:avLst/>
            </a:prstGeom>
            <a:solidFill>
              <a:srgbClr val="3C4A60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0" name="TextBox 219"/>
            <p:cNvSpPr txBox="1"/>
            <p:nvPr/>
          </p:nvSpPr>
          <p:spPr>
            <a:xfrm>
              <a:off x="3562016" y="5015865"/>
              <a:ext cx="45787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설  명</a:t>
              </a:r>
            </a:p>
          </p:txBody>
        </p:sp>
        <p:sp>
          <p:nvSpPr>
            <p:cNvPr id="221" name="Rectangle 220"/>
            <p:cNvSpPr/>
            <p:nvPr/>
          </p:nvSpPr>
          <p:spPr>
            <a:xfrm>
              <a:off x="6680200" y="5016500"/>
              <a:ext cx="1143000" cy="203200"/>
            </a:xfrm>
            <a:prstGeom prst="rect">
              <a:avLst/>
            </a:prstGeom>
            <a:solidFill>
              <a:srgbClr val="3C4A60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2" name="TextBox 221"/>
            <p:cNvSpPr txBox="1"/>
            <p:nvPr/>
          </p:nvSpPr>
          <p:spPr>
            <a:xfrm>
              <a:off x="6872793" y="5015865"/>
              <a:ext cx="75781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이벤트 타입</a:t>
              </a:r>
            </a:p>
          </p:txBody>
        </p:sp>
        <p:sp>
          <p:nvSpPr>
            <p:cNvPr id="223" name="Rectangle 222"/>
            <p:cNvSpPr/>
            <p:nvPr/>
          </p:nvSpPr>
          <p:spPr>
            <a:xfrm>
              <a:off x="7823200" y="5016500"/>
              <a:ext cx="4368800" cy="203200"/>
            </a:xfrm>
            <a:prstGeom prst="rect">
              <a:avLst/>
            </a:prstGeom>
            <a:solidFill>
              <a:srgbClr val="3C4A60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4" name="TextBox 223"/>
            <p:cNvSpPr txBox="1"/>
            <p:nvPr/>
          </p:nvSpPr>
          <p:spPr>
            <a:xfrm>
              <a:off x="9778665" y="5015865"/>
              <a:ext cx="45787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b="1" dirty="0">
                  <a:solidFill>
                    <a:srgbClr val="FFFFFF"/>
                  </a:solidFill>
                  <a:latin typeface="+mn-ea"/>
                </a:rPr>
                <a:t>비  고</a:t>
              </a:r>
            </a:p>
          </p:txBody>
        </p:sp>
        <p:sp>
          <p:nvSpPr>
            <p:cNvPr id="225" name="Rectangle 224"/>
            <p:cNvSpPr/>
            <p:nvPr/>
          </p:nvSpPr>
          <p:spPr>
            <a:xfrm>
              <a:off x="546100" y="5219700"/>
              <a:ext cx="355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7" name="Rectangle 226"/>
            <p:cNvSpPr/>
            <p:nvPr/>
          </p:nvSpPr>
          <p:spPr>
            <a:xfrm>
              <a:off x="901700" y="5219700"/>
              <a:ext cx="57785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9" name="Rectangle 228"/>
            <p:cNvSpPr/>
            <p:nvPr/>
          </p:nvSpPr>
          <p:spPr>
            <a:xfrm>
              <a:off x="6680200" y="5219700"/>
              <a:ext cx="1143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1" name="Rectangle 230"/>
            <p:cNvSpPr/>
            <p:nvPr/>
          </p:nvSpPr>
          <p:spPr>
            <a:xfrm>
              <a:off x="7823200" y="5219700"/>
              <a:ext cx="4368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3" name="Rectangle 232"/>
            <p:cNvSpPr/>
            <p:nvPr/>
          </p:nvSpPr>
          <p:spPr>
            <a:xfrm>
              <a:off x="546100" y="5422900"/>
              <a:ext cx="355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5" name="Rectangle 234"/>
            <p:cNvSpPr/>
            <p:nvPr/>
          </p:nvSpPr>
          <p:spPr>
            <a:xfrm>
              <a:off x="901700" y="5422900"/>
              <a:ext cx="57785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7" name="Rectangle 236"/>
            <p:cNvSpPr/>
            <p:nvPr/>
          </p:nvSpPr>
          <p:spPr>
            <a:xfrm>
              <a:off x="6680200" y="5422900"/>
              <a:ext cx="1143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9" name="Rectangle 238"/>
            <p:cNvSpPr/>
            <p:nvPr/>
          </p:nvSpPr>
          <p:spPr>
            <a:xfrm>
              <a:off x="7823200" y="5422900"/>
              <a:ext cx="4368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1" name="Rectangle 240"/>
            <p:cNvSpPr/>
            <p:nvPr/>
          </p:nvSpPr>
          <p:spPr>
            <a:xfrm>
              <a:off x="546100" y="5626100"/>
              <a:ext cx="355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3" name="Rectangle 242"/>
            <p:cNvSpPr/>
            <p:nvPr/>
          </p:nvSpPr>
          <p:spPr>
            <a:xfrm>
              <a:off x="901700" y="5626100"/>
              <a:ext cx="57785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5" name="Rectangle 244"/>
            <p:cNvSpPr/>
            <p:nvPr/>
          </p:nvSpPr>
          <p:spPr>
            <a:xfrm>
              <a:off x="6680200" y="5626100"/>
              <a:ext cx="1143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7" name="Rectangle 246"/>
            <p:cNvSpPr/>
            <p:nvPr/>
          </p:nvSpPr>
          <p:spPr>
            <a:xfrm>
              <a:off x="7823200" y="5626100"/>
              <a:ext cx="4368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9" name="Rectangle 248"/>
            <p:cNvSpPr/>
            <p:nvPr/>
          </p:nvSpPr>
          <p:spPr>
            <a:xfrm>
              <a:off x="546100" y="5829300"/>
              <a:ext cx="355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51" name="Rectangle 250"/>
            <p:cNvSpPr/>
            <p:nvPr/>
          </p:nvSpPr>
          <p:spPr>
            <a:xfrm>
              <a:off x="901700" y="5829300"/>
              <a:ext cx="57785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53" name="Rectangle 252"/>
            <p:cNvSpPr/>
            <p:nvPr/>
          </p:nvSpPr>
          <p:spPr>
            <a:xfrm>
              <a:off x="6680200" y="5829300"/>
              <a:ext cx="1143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55" name="Rectangle 254"/>
            <p:cNvSpPr/>
            <p:nvPr/>
          </p:nvSpPr>
          <p:spPr>
            <a:xfrm>
              <a:off x="7823200" y="5829300"/>
              <a:ext cx="4368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57" name="Rectangle 256"/>
            <p:cNvSpPr/>
            <p:nvPr/>
          </p:nvSpPr>
          <p:spPr>
            <a:xfrm>
              <a:off x="546100" y="6032500"/>
              <a:ext cx="355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59" name="Rectangle 258"/>
            <p:cNvSpPr/>
            <p:nvPr/>
          </p:nvSpPr>
          <p:spPr>
            <a:xfrm>
              <a:off x="901700" y="6032500"/>
              <a:ext cx="57785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1" name="Rectangle 260"/>
            <p:cNvSpPr/>
            <p:nvPr/>
          </p:nvSpPr>
          <p:spPr>
            <a:xfrm>
              <a:off x="6680200" y="6032500"/>
              <a:ext cx="1143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3" name="Rectangle 262"/>
            <p:cNvSpPr/>
            <p:nvPr/>
          </p:nvSpPr>
          <p:spPr>
            <a:xfrm>
              <a:off x="7823200" y="6032500"/>
              <a:ext cx="4368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5" name="Rectangle 264"/>
            <p:cNvSpPr/>
            <p:nvPr/>
          </p:nvSpPr>
          <p:spPr>
            <a:xfrm>
              <a:off x="546100" y="6235700"/>
              <a:ext cx="3556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7" name="Rectangle 266"/>
            <p:cNvSpPr/>
            <p:nvPr/>
          </p:nvSpPr>
          <p:spPr>
            <a:xfrm>
              <a:off x="901700" y="6235700"/>
              <a:ext cx="57785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9" name="Rectangle 268"/>
            <p:cNvSpPr/>
            <p:nvPr/>
          </p:nvSpPr>
          <p:spPr>
            <a:xfrm>
              <a:off x="6680200" y="6235700"/>
              <a:ext cx="11430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71" name="Rectangle 270"/>
            <p:cNvSpPr/>
            <p:nvPr/>
          </p:nvSpPr>
          <p:spPr>
            <a:xfrm>
              <a:off x="7823200" y="6235700"/>
              <a:ext cx="4368800" cy="2032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</p:grpSp>
      <p:grpSp>
        <p:nvGrpSpPr>
          <p:cNvPr id="442" name="그룹 441"/>
          <p:cNvGrpSpPr/>
          <p:nvPr/>
        </p:nvGrpSpPr>
        <p:grpSpPr>
          <a:xfrm>
            <a:off x="0" y="6591300"/>
            <a:ext cx="12192000" cy="266700"/>
            <a:chOff x="0" y="6591300"/>
            <a:chExt cx="12192000" cy="266700"/>
          </a:xfrm>
        </p:grpSpPr>
        <p:sp>
          <p:nvSpPr>
            <p:cNvPr id="273" name="Rectangle 272"/>
            <p:cNvSpPr/>
            <p:nvPr/>
          </p:nvSpPr>
          <p:spPr>
            <a:xfrm>
              <a:off x="0" y="6591300"/>
              <a:ext cx="12192000" cy="266700"/>
            </a:xfrm>
            <a:prstGeom prst="rect">
              <a:avLst/>
            </a:prstGeom>
            <a:solidFill>
              <a:srgbClr val="1E2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74" name="TextBox 273"/>
            <p:cNvSpPr txBox="1"/>
            <p:nvPr/>
          </p:nvSpPr>
          <p:spPr>
            <a:xfrm>
              <a:off x="34666" y="6642100"/>
              <a:ext cx="290496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800" dirty="0" err="1">
                  <a:solidFill>
                    <a:srgbClr val="AABBCC"/>
                  </a:solidFill>
                  <a:latin typeface="+mn-ea"/>
                </a:rPr>
                <a:t>소통나눔방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시스템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고도화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기획서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 | 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○○부처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○○과</a:t>
              </a:r>
              <a:endParaRPr sz="800" dirty="0">
                <a:solidFill>
                  <a:srgbClr val="AABBCC"/>
                </a:solidFill>
                <a:latin typeface="+mn-ea"/>
              </a:endParaRPr>
            </a:p>
          </p:txBody>
        </p:sp>
      </p:grpSp>
      <p:sp>
        <p:nvSpPr>
          <p:cNvPr id="97" name="TextBox 96"/>
          <p:cNvSpPr txBox="1"/>
          <p:nvPr/>
        </p:nvSpPr>
        <p:spPr>
          <a:xfrm>
            <a:off x="453642" y="1848280"/>
            <a:ext cx="312907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dirty="0">
                <a:solidFill>
                  <a:srgbClr val="C00000"/>
                </a:solidFill>
                <a:latin typeface="+mn-ea"/>
              </a:rPr>
              <a:t>④</a:t>
            </a:r>
          </a:p>
        </p:txBody>
      </p:sp>
      <p:grpSp>
        <p:nvGrpSpPr>
          <p:cNvPr id="296" name="그룹 295"/>
          <p:cNvGrpSpPr/>
          <p:nvPr/>
        </p:nvGrpSpPr>
        <p:grpSpPr>
          <a:xfrm>
            <a:off x="9266" y="368300"/>
            <a:ext cx="12144634" cy="261610"/>
            <a:chOff x="660400" y="368300"/>
            <a:chExt cx="11493500" cy="261610"/>
          </a:xfrm>
        </p:grpSpPr>
        <p:sp>
          <p:nvSpPr>
            <p:cNvPr id="297" name="TextBox 296"/>
            <p:cNvSpPr txBox="1"/>
            <p:nvPr/>
          </p:nvSpPr>
          <p:spPr>
            <a:xfrm>
              <a:off x="660400" y="368300"/>
              <a:ext cx="1502191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100" b="1" dirty="0" err="1">
                  <a:solidFill>
                    <a:srgbClr val="FFFFFF"/>
                  </a:solidFill>
                  <a:latin typeface="+mn-ea"/>
                </a:rPr>
                <a:t>공지사항  &gt;  등록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300" name="TextBox 299"/>
            <p:cNvSpPr txBox="1"/>
            <p:nvPr/>
          </p:nvSpPr>
          <p:spPr>
            <a:xfrm>
              <a:off x="10443872" y="381000"/>
              <a:ext cx="1710028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r"/>
              <a:r>
                <a:rPr sz="1000" dirty="0">
                  <a:solidFill>
                    <a:srgbClr val="AABBCC"/>
                  </a:solidFill>
                  <a:latin typeface="+mn-ea"/>
                </a:rPr>
                <a:t>홈  &gt;  공지사항  &gt;  등록</a:t>
              </a: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-3177" y="638949"/>
            <a:ext cx="9693277" cy="4391332"/>
            <a:chOff x="-19565" y="614522"/>
            <a:chExt cx="9696535" cy="4394732"/>
          </a:xfrm>
        </p:grpSpPr>
        <p:sp>
          <p:nvSpPr>
            <p:cNvPr id="18" name="Rectangle 17"/>
            <p:cNvSpPr/>
            <p:nvPr/>
          </p:nvSpPr>
          <p:spPr>
            <a:xfrm>
              <a:off x="-19565" y="614522"/>
              <a:ext cx="9684010" cy="43947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latin typeface="+mn-ea"/>
                </a:rPr>
                <a:t>①</a:t>
              </a:r>
              <a:endParaRPr sz="2400" dirty="0">
                <a:latin typeface="+mn-ea"/>
              </a:endParaRPr>
            </a:p>
          </p:txBody>
        </p:sp>
        <p:grpSp>
          <p:nvGrpSpPr>
            <p:cNvPr id="303" name="그룹 302"/>
            <p:cNvGrpSpPr/>
            <p:nvPr/>
          </p:nvGrpSpPr>
          <p:grpSpPr>
            <a:xfrm>
              <a:off x="-17077" y="618399"/>
              <a:ext cx="9694047" cy="265624"/>
              <a:chOff x="546100" y="641178"/>
              <a:chExt cx="9144000" cy="265624"/>
            </a:xfrm>
          </p:grpSpPr>
          <p:sp>
            <p:nvSpPr>
              <p:cNvPr id="304" name="Rectangle 18"/>
              <p:cNvSpPr/>
              <p:nvPr/>
            </p:nvSpPr>
            <p:spPr>
              <a:xfrm>
                <a:off x="546100" y="641178"/>
                <a:ext cx="9144000" cy="254000"/>
              </a:xfrm>
              <a:prstGeom prst="rect">
                <a:avLst/>
              </a:prstGeom>
              <a:solidFill>
                <a:srgbClr val="44506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305" name="TextBox 304"/>
              <p:cNvSpPr txBox="1"/>
              <p:nvPr/>
            </p:nvSpPr>
            <p:spPr>
              <a:xfrm>
                <a:off x="660400" y="660390"/>
                <a:ext cx="933549" cy="2464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sz="1000" dirty="0" err="1">
                    <a:solidFill>
                      <a:srgbClr val="FFFFFF"/>
                    </a:solidFill>
                    <a:latin typeface="+mn-ea"/>
                  </a:rPr>
                  <a:t>공지사항</a:t>
                </a:r>
                <a:r>
                  <a:rPr sz="1000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1000" dirty="0" err="1">
                    <a:solidFill>
                      <a:srgbClr val="FFFFFF"/>
                    </a:solidFill>
                    <a:latin typeface="+mn-ea"/>
                  </a:rPr>
                  <a:t>등록</a:t>
                </a:r>
                <a:endParaRPr sz="1000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306" name="TextBox 305"/>
              <p:cNvSpPr txBox="1"/>
              <p:nvPr/>
            </p:nvSpPr>
            <p:spPr>
              <a:xfrm>
                <a:off x="8624671" y="666745"/>
                <a:ext cx="1027329" cy="2310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sz="900" dirty="0">
                    <a:solidFill>
                      <a:srgbClr val="FFCCCC"/>
                    </a:solidFill>
                    <a:latin typeface="+mn-ea"/>
                  </a:rPr>
                  <a:t>＊ </a:t>
                </a:r>
                <a:r>
                  <a:rPr sz="900" dirty="0" err="1">
                    <a:solidFill>
                      <a:srgbClr val="FFCCCC"/>
                    </a:solidFill>
                    <a:latin typeface="+mn-ea"/>
                  </a:rPr>
                  <a:t>필수</a:t>
                </a:r>
                <a:r>
                  <a:rPr sz="900" dirty="0">
                    <a:solidFill>
                      <a:srgbClr val="FFCCCC"/>
                    </a:solidFill>
                    <a:latin typeface="+mn-ea"/>
                  </a:rPr>
                  <a:t> </a:t>
                </a:r>
                <a:r>
                  <a:rPr sz="900" dirty="0" err="1">
                    <a:solidFill>
                      <a:srgbClr val="FFCCCC"/>
                    </a:solidFill>
                    <a:latin typeface="+mn-ea"/>
                  </a:rPr>
                  <a:t>입력</a:t>
                </a:r>
                <a:r>
                  <a:rPr sz="900" dirty="0">
                    <a:solidFill>
                      <a:srgbClr val="FFCCCC"/>
                    </a:solidFill>
                    <a:latin typeface="+mn-ea"/>
                  </a:rPr>
                  <a:t> </a:t>
                </a:r>
                <a:r>
                  <a:rPr sz="900" dirty="0" err="1">
                    <a:solidFill>
                      <a:srgbClr val="FFCCCC"/>
                    </a:solidFill>
                    <a:latin typeface="+mn-ea"/>
                  </a:rPr>
                  <a:t>항목</a:t>
                </a:r>
                <a:endParaRPr sz="900" dirty="0">
                  <a:solidFill>
                    <a:srgbClr val="FFCCCC"/>
                  </a:solidFill>
                  <a:latin typeface="+mn-ea"/>
                </a:endParaRPr>
              </a:p>
            </p:txBody>
          </p:sp>
        </p:grpSp>
        <p:sp>
          <p:nvSpPr>
            <p:cNvPr id="449" name="모서리가 둥근 직사각형 448"/>
            <p:cNvSpPr/>
            <p:nvPr/>
          </p:nvSpPr>
          <p:spPr>
            <a:xfrm>
              <a:off x="1687233" y="839766"/>
              <a:ext cx="3164709" cy="358341"/>
            </a:xfrm>
            <a:prstGeom prst="round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latin typeface="+mn-ea"/>
              </a:endParaRPr>
            </a:p>
          </p:txBody>
        </p:sp>
      </p:grpSp>
      <p:grpSp>
        <p:nvGrpSpPr>
          <p:cNvPr id="307" name="그룹 306"/>
          <p:cNvGrpSpPr/>
          <p:nvPr/>
        </p:nvGrpSpPr>
        <p:grpSpPr>
          <a:xfrm>
            <a:off x="12916" y="899653"/>
            <a:ext cx="1658721" cy="3387504"/>
            <a:chOff x="787400" y="893805"/>
            <a:chExt cx="1524000" cy="3257257"/>
          </a:xfrm>
        </p:grpSpPr>
        <p:sp>
          <p:nvSpPr>
            <p:cNvPr id="308" name="Rectangle 21"/>
            <p:cNvSpPr/>
            <p:nvPr/>
          </p:nvSpPr>
          <p:spPr>
            <a:xfrm>
              <a:off x="787400" y="893805"/>
              <a:ext cx="1524000" cy="279400"/>
            </a:xfrm>
            <a:prstGeom prst="rect">
              <a:avLst/>
            </a:prstGeom>
            <a:solidFill>
              <a:srgbClr val="EEF1F8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09" name="TextBox 308"/>
            <p:cNvSpPr txBox="1"/>
            <p:nvPr/>
          </p:nvSpPr>
          <p:spPr>
            <a:xfrm>
              <a:off x="825500" y="957305"/>
              <a:ext cx="623292" cy="22195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445064"/>
                  </a:solidFill>
                  <a:latin typeface="+mn-ea"/>
                </a:rPr>
                <a:t>대상</a:t>
              </a:r>
              <a:r>
                <a:rPr sz="900" dirty="0">
                  <a:solidFill>
                    <a:srgbClr val="445064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445064"/>
                  </a:solidFill>
                  <a:latin typeface="+mn-ea"/>
                </a:rPr>
                <a:t>채널</a:t>
              </a:r>
              <a:endParaRPr sz="900" dirty="0">
                <a:solidFill>
                  <a:srgbClr val="445064"/>
                </a:solidFill>
                <a:latin typeface="+mn-ea"/>
              </a:endParaRPr>
            </a:p>
          </p:txBody>
        </p:sp>
        <p:sp>
          <p:nvSpPr>
            <p:cNvPr id="310" name="Rectangle 29"/>
            <p:cNvSpPr/>
            <p:nvPr/>
          </p:nvSpPr>
          <p:spPr>
            <a:xfrm>
              <a:off x="787400" y="1198605"/>
              <a:ext cx="1524000" cy="279400"/>
            </a:xfrm>
            <a:prstGeom prst="rect">
              <a:avLst/>
            </a:prstGeom>
            <a:solidFill>
              <a:srgbClr val="EEF1F8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11" name="TextBox 310"/>
            <p:cNvSpPr txBox="1"/>
            <p:nvPr/>
          </p:nvSpPr>
          <p:spPr>
            <a:xfrm>
              <a:off x="825500" y="1262105"/>
              <a:ext cx="381751" cy="22195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분류</a:t>
              </a:r>
            </a:p>
          </p:txBody>
        </p:sp>
        <p:sp>
          <p:nvSpPr>
            <p:cNvPr id="312" name="Rectangle 37"/>
            <p:cNvSpPr/>
            <p:nvPr/>
          </p:nvSpPr>
          <p:spPr>
            <a:xfrm>
              <a:off x="787400" y="1503405"/>
              <a:ext cx="1524000" cy="279400"/>
            </a:xfrm>
            <a:prstGeom prst="rect">
              <a:avLst/>
            </a:prstGeom>
            <a:solidFill>
              <a:srgbClr val="EEF1F8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13" name="TextBox 312"/>
            <p:cNvSpPr txBox="1"/>
            <p:nvPr/>
          </p:nvSpPr>
          <p:spPr>
            <a:xfrm>
              <a:off x="825500" y="1566905"/>
              <a:ext cx="381751" cy="22195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제목</a:t>
              </a:r>
            </a:p>
          </p:txBody>
        </p:sp>
        <p:sp>
          <p:nvSpPr>
            <p:cNvPr id="314" name="TextBox 313"/>
            <p:cNvSpPr txBox="1"/>
            <p:nvPr/>
          </p:nvSpPr>
          <p:spPr>
            <a:xfrm>
              <a:off x="1968500" y="1541505"/>
              <a:ext cx="287492" cy="236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000">
                  <a:solidFill>
                    <a:srgbClr val="CC0000"/>
                  </a:solidFill>
                  <a:latin typeface="+mn-ea"/>
                </a:rPr>
                <a:t>＊</a:t>
              </a:r>
            </a:p>
          </p:txBody>
        </p:sp>
        <p:sp>
          <p:nvSpPr>
            <p:cNvPr id="315" name="Rectangle 44"/>
            <p:cNvSpPr/>
            <p:nvPr/>
          </p:nvSpPr>
          <p:spPr>
            <a:xfrm>
              <a:off x="787400" y="1808205"/>
              <a:ext cx="1524000" cy="279400"/>
            </a:xfrm>
            <a:prstGeom prst="rect">
              <a:avLst/>
            </a:prstGeom>
            <a:solidFill>
              <a:srgbClr val="EEF1F8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16" name="TextBox 315"/>
            <p:cNvSpPr txBox="1"/>
            <p:nvPr/>
          </p:nvSpPr>
          <p:spPr>
            <a:xfrm>
              <a:off x="825500" y="1871705"/>
              <a:ext cx="381751" cy="22195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내용</a:t>
              </a:r>
            </a:p>
          </p:txBody>
        </p:sp>
        <p:sp>
          <p:nvSpPr>
            <p:cNvPr id="317" name="TextBox 316"/>
            <p:cNvSpPr txBox="1"/>
            <p:nvPr/>
          </p:nvSpPr>
          <p:spPr>
            <a:xfrm>
              <a:off x="1968500" y="1846305"/>
              <a:ext cx="287492" cy="236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000">
                  <a:solidFill>
                    <a:srgbClr val="CC0000"/>
                  </a:solidFill>
                  <a:latin typeface="+mn-ea"/>
                </a:rPr>
                <a:t>＊</a:t>
              </a:r>
            </a:p>
          </p:txBody>
        </p:sp>
        <p:sp>
          <p:nvSpPr>
            <p:cNvPr id="318" name="Rectangle 72"/>
            <p:cNvSpPr/>
            <p:nvPr/>
          </p:nvSpPr>
          <p:spPr>
            <a:xfrm>
              <a:off x="787400" y="3383005"/>
              <a:ext cx="1524000" cy="279400"/>
            </a:xfrm>
            <a:prstGeom prst="rect">
              <a:avLst/>
            </a:prstGeom>
            <a:solidFill>
              <a:srgbClr val="EEF1F8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19" name="TextBox 318"/>
            <p:cNvSpPr txBox="1"/>
            <p:nvPr/>
          </p:nvSpPr>
          <p:spPr>
            <a:xfrm>
              <a:off x="825500" y="3446505"/>
              <a:ext cx="593836" cy="22195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첨부파일</a:t>
              </a:r>
            </a:p>
          </p:txBody>
        </p:sp>
        <p:sp>
          <p:nvSpPr>
            <p:cNvPr id="320" name="Rectangle 80"/>
            <p:cNvSpPr/>
            <p:nvPr/>
          </p:nvSpPr>
          <p:spPr>
            <a:xfrm>
              <a:off x="787400" y="3865605"/>
              <a:ext cx="1524000" cy="279400"/>
            </a:xfrm>
            <a:prstGeom prst="rect">
              <a:avLst/>
            </a:prstGeom>
            <a:solidFill>
              <a:srgbClr val="EEF1F8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21" name="TextBox 320"/>
            <p:cNvSpPr txBox="1"/>
            <p:nvPr/>
          </p:nvSpPr>
          <p:spPr>
            <a:xfrm>
              <a:off x="825500" y="3929105"/>
              <a:ext cx="623292" cy="22195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공개 범위</a:t>
              </a:r>
            </a:p>
          </p:txBody>
        </p:sp>
      </p:grpSp>
      <p:grpSp>
        <p:nvGrpSpPr>
          <p:cNvPr id="322" name="그룹 321"/>
          <p:cNvGrpSpPr/>
          <p:nvPr/>
        </p:nvGrpSpPr>
        <p:grpSpPr>
          <a:xfrm>
            <a:off x="1725046" y="912440"/>
            <a:ext cx="7958876" cy="3368385"/>
            <a:chOff x="2324100" y="939800"/>
            <a:chExt cx="6502400" cy="3218075"/>
          </a:xfrm>
        </p:grpSpPr>
        <p:sp>
          <p:nvSpPr>
            <p:cNvPr id="323" name="Rectangle 24"/>
            <p:cNvSpPr/>
            <p:nvPr/>
          </p:nvSpPr>
          <p:spPr>
            <a:xfrm>
              <a:off x="2324100" y="939800"/>
              <a:ext cx="2540000" cy="2286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24" name="TextBox 323"/>
            <p:cNvSpPr txBox="1"/>
            <p:nvPr/>
          </p:nvSpPr>
          <p:spPr>
            <a:xfrm>
              <a:off x="2374900" y="977900"/>
              <a:ext cx="2040702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대변인방 / 온라인방 / 외신대변인방 / 전체  ▼</a:t>
              </a:r>
            </a:p>
          </p:txBody>
        </p:sp>
        <p:sp>
          <p:nvSpPr>
            <p:cNvPr id="325" name="TextBox 324"/>
            <p:cNvSpPr txBox="1"/>
            <p:nvPr/>
          </p:nvSpPr>
          <p:spPr>
            <a:xfrm>
              <a:off x="4645155" y="977900"/>
              <a:ext cx="234691" cy="20583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800">
                  <a:solidFill>
                    <a:srgbClr val="AAAAAA"/>
                  </a:solidFill>
                  <a:latin typeface="+mn-ea"/>
                </a:rPr>
                <a:t>▼</a:t>
              </a:r>
            </a:p>
          </p:txBody>
        </p:sp>
        <p:sp>
          <p:nvSpPr>
            <p:cNvPr id="326" name="TextBox 325"/>
            <p:cNvSpPr txBox="1"/>
            <p:nvPr/>
          </p:nvSpPr>
          <p:spPr>
            <a:xfrm>
              <a:off x="4953000" y="977900"/>
              <a:ext cx="2024986" cy="20583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800" dirty="0">
                  <a:solidFill>
                    <a:srgbClr val="AAAAAA"/>
                  </a:solidFill>
                  <a:latin typeface="+mn-ea"/>
                </a:rPr>
                <a:t>* </a:t>
              </a:r>
              <a:r>
                <a:rPr sz="800" dirty="0" err="1">
                  <a:solidFill>
                    <a:srgbClr val="AAAAAA"/>
                  </a:solidFill>
                  <a:latin typeface="+mn-ea"/>
                </a:rPr>
                <a:t>권한에</a:t>
              </a:r>
              <a:r>
                <a:rPr sz="800" dirty="0">
                  <a:solidFill>
                    <a:srgbClr val="AAAAAA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AAAA"/>
                  </a:solidFill>
                  <a:latin typeface="+mn-ea"/>
                </a:rPr>
                <a:t>따라</a:t>
              </a:r>
              <a:r>
                <a:rPr sz="800" dirty="0">
                  <a:solidFill>
                    <a:srgbClr val="AAAAAA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AAAA"/>
                  </a:solidFill>
                  <a:latin typeface="+mn-ea"/>
                </a:rPr>
                <a:t>선택</a:t>
              </a:r>
              <a:r>
                <a:rPr sz="800" dirty="0">
                  <a:solidFill>
                    <a:srgbClr val="AAAAAA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AAAA"/>
                  </a:solidFill>
                  <a:latin typeface="+mn-ea"/>
                </a:rPr>
                <a:t>가능한</a:t>
              </a:r>
              <a:r>
                <a:rPr sz="800" dirty="0">
                  <a:solidFill>
                    <a:srgbClr val="AAAAAA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AAAA"/>
                  </a:solidFill>
                  <a:latin typeface="+mn-ea"/>
                </a:rPr>
                <a:t>채널이</a:t>
              </a:r>
              <a:r>
                <a:rPr sz="800" dirty="0">
                  <a:solidFill>
                    <a:srgbClr val="AAAAAA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AAAA"/>
                  </a:solidFill>
                  <a:latin typeface="+mn-ea"/>
                </a:rPr>
                <a:t>자동</a:t>
              </a:r>
              <a:r>
                <a:rPr sz="800" dirty="0">
                  <a:solidFill>
                    <a:srgbClr val="AAAAAA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AAAA"/>
                  </a:solidFill>
                  <a:latin typeface="+mn-ea"/>
                </a:rPr>
                <a:t>제한됩니다</a:t>
              </a:r>
              <a:endParaRPr sz="800" dirty="0">
                <a:solidFill>
                  <a:srgbClr val="AAAAAA"/>
                </a:solidFill>
                <a:latin typeface="+mn-ea"/>
              </a:endParaRPr>
            </a:p>
          </p:txBody>
        </p:sp>
        <p:sp>
          <p:nvSpPr>
            <p:cNvPr id="327" name="Rectangle 31"/>
            <p:cNvSpPr/>
            <p:nvPr/>
          </p:nvSpPr>
          <p:spPr>
            <a:xfrm>
              <a:off x="2324100" y="1282700"/>
              <a:ext cx="127000" cy="127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44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28" name="Rectangle 32"/>
            <p:cNvSpPr/>
            <p:nvPr/>
          </p:nvSpPr>
          <p:spPr>
            <a:xfrm>
              <a:off x="2349500" y="1308100"/>
              <a:ext cx="76200" cy="762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29" name="TextBox 328"/>
            <p:cNvSpPr txBox="1"/>
            <p:nvPr/>
          </p:nvSpPr>
          <p:spPr>
            <a:xfrm>
              <a:off x="2489200" y="1282700"/>
              <a:ext cx="339462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1A1A1A"/>
                  </a:solidFill>
                  <a:latin typeface="+mn-ea"/>
                </a:rPr>
                <a:t>일반</a:t>
              </a:r>
              <a:endParaRPr sz="900" dirty="0">
                <a:solidFill>
                  <a:srgbClr val="1A1A1A"/>
                </a:solidFill>
                <a:latin typeface="+mn-ea"/>
              </a:endParaRPr>
            </a:p>
          </p:txBody>
        </p:sp>
        <p:sp>
          <p:nvSpPr>
            <p:cNvPr id="330" name="Rectangle 34"/>
            <p:cNvSpPr/>
            <p:nvPr/>
          </p:nvSpPr>
          <p:spPr>
            <a:xfrm>
              <a:off x="3467100" y="1282700"/>
              <a:ext cx="127000" cy="127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31" name="TextBox 330"/>
            <p:cNvSpPr txBox="1"/>
            <p:nvPr/>
          </p:nvSpPr>
          <p:spPr>
            <a:xfrm>
              <a:off x="3632200" y="1264993"/>
              <a:ext cx="554245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1A1A1A"/>
                  </a:solidFill>
                  <a:latin typeface="+mn-ea"/>
                </a:rPr>
                <a:t>공지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고정</a:t>
              </a:r>
              <a:endParaRPr sz="900" dirty="0">
                <a:solidFill>
                  <a:srgbClr val="1A1A1A"/>
                </a:solidFill>
                <a:latin typeface="+mn-ea"/>
              </a:endParaRPr>
            </a:p>
          </p:txBody>
        </p:sp>
        <p:sp>
          <p:nvSpPr>
            <p:cNvPr id="332" name="Rectangle 40"/>
            <p:cNvSpPr/>
            <p:nvPr/>
          </p:nvSpPr>
          <p:spPr>
            <a:xfrm>
              <a:off x="2324100" y="1549400"/>
              <a:ext cx="5778500" cy="2286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33" name="TextBox 332"/>
            <p:cNvSpPr txBox="1"/>
            <p:nvPr/>
          </p:nvSpPr>
          <p:spPr>
            <a:xfrm>
              <a:off x="2374900" y="1587500"/>
              <a:ext cx="1890091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AAAAAA"/>
                  </a:solidFill>
                  <a:latin typeface="+mn-ea"/>
                </a:rPr>
                <a:t>공지사항 제목을 입력하세요 (최대 100자)</a:t>
              </a:r>
            </a:p>
          </p:txBody>
        </p:sp>
        <p:sp>
          <p:nvSpPr>
            <p:cNvPr id="334" name="TextBox 333"/>
            <p:cNvSpPr txBox="1"/>
            <p:nvPr/>
          </p:nvSpPr>
          <p:spPr>
            <a:xfrm>
              <a:off x="8377027" y="1587500"/>
              <a:ext cx="449473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r"/>
              <a:r>
                <a:rPr sz="900">
                  <a:solidFill>
                    <a:srgbClr val="AAAAAA"/>
                  </a:solidFill>
                  <a:latin typeface="+mn-ea"/>
                </a:rPr>
                <a:t>0 / 100</a:t>
              </a:r>
            </a:p>
          </p:txBody>
        </p:sp>
        <p:sp>
          <p:nvSpPr>
            <p:cNvPr id="335" name="Rectangle 47"/>
            <p:cNvSpPr/>
            <p:nvPr/>
          </p:nvSpPr>
          <p:spPr>
            <a:xfrm>
              <a:off x="2324100" y="1854200"/>
              <a:ext cx="5778500" cy="1524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36" name="Rectangle 48"/>
            <p:cNvSpPr/>
            <p:nvPr/>
          </p:nvSpPr>
          <p:spPr>
            <a:xfrm>
              <a:off x="2324100" y="1854200"/>
              <a:ext cx="5778500" cy="228600"/>
            </a:xfrm>
            <a:prstGeom prst="rect">
              <a:avLst/>
            </a:prstGeom>
            <a:solidFill>
              <a:srgbClr val="E0E4EC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37" name="Rectangle 49"/>
            <p:cNvSpPr/>
            <p:nvPr/>
          </p:nvSpPr>
          <p:spPr>
            <a:xfrm>
              <a:off x="2362200" y="1866900"/>
              <a:ext cx="203200" cy="17780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38" name="TextBox 337"/>
            <p:cNvSpPr txBox="1"/>
            <p:nvPr/>
          </p:nvSpPr>
          <p:spPr>
            <a:xfrm>
              <a:off x="2356278" y="1879600"/>
              <a:ext cx="215046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 dirty="0">
                  <a:solidFill>
                    <a:srgbClr val="445064"/>
                  </a:solidFill>
                  <a:latin typeface="+mn-ea"/>
                </a:rPr>
                <a:t>B</a:t>
              </a:r>
            </a:p>
          </p:txBody>
        </p:sp>
        <p:sp>
          <p:nvSpPr>
            <p:cNvPr id="339" name="Rectangle 51"/>
            <p:cNvSpPr/>
            <p:nvPr/>
          </p:nvSpPr>
          <p:spPr>
            <a:xfrm>
              <a:off x="2590800" y="1866900"/>
              <a:ext cx="203200" cy="17780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40" name="TextBox 339"/>
            <p:cNvSpPr txBox="1"/>
            <p:nvPr/>
          </p:nvSpPr>
          <p:spPr>
            <a:xfrm>
              <a:off x="2601248" y="1879600"/>
              <a:ext cx="182305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I</a:t>
              </a:r>
            </a:p>
          </p:txBody>
        </p:sp>
        <p:sp>
          <p:nvSpPr>
            <p:cNvPr id="341" name="Rectangle 53"/>
            <p:cNvSpPr/>
            <p:nvPr/>
          </p:nvSpPr>
          <p:spPr>
            <a:xfrm>
              <a:off x="2819400" y="1866900"/>
              <a:ext cx="203200" cy="17780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42" name="TextBox 341"/>
            <p:cNvSpPr txBox="1"/>
            <p:nvPr/>
          </p:nvSpPr>
          <p:spPr>
            <a:xfrm>
              <a:off x="2810203" y="1879600"/>
              <a:ext cx="221593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U</a:t>
              </a:r>
            </a:p>
          </p:txBody>
        </p:sp>
        <p:sp>
          <p:nvSpPr>
            <p:cNvPr id="343" name="Rectangle 55"/>
            <p:cNvSpPr/>
            <p:nvPr/>
          </p:nvSpPr>
          <p:spPr>
            <a:xfrm>
              <a:off x="3048000" y="1866900"/>
              <a:ext cx="203200" cy="17780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44" name="TextBox 343"/>
            <p:cNvSpPr txBox="1"/>
            <p:nvPr/>
          </p:nvSpPr>
          <p:spPr>
            <a:xfrm>
              <a:off x="3040769" y="1879600"/>
              <a:ext cx="217664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─</a:t>
              </a:r>
            </a:p>
          </p:txBody>
        </p:sp>
        <p:sp>
          <p:nvSpPr>
            <p:cNvPr id="345" name="Rectangle 57"/>
            <p:cNvSpPr/>
            <p:nvPr/>
          </p:nvSpPr>
          <p:spPr>
            <a:xfrm>
              <a:off x="3276600" y="1866900"/>
              <a:ext cx="203200" cy="17780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46" name="TextBox 345"/>
            <p:cNvSpPr txBox="1"/>
            <p:nvPr/>
          </p:nvSpPr>
          <p:spPr>
            <a:xfrm>
              <a:off x="3275262" y="1879600"/>
              <a:ext cx="205877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≡</a:t>
              </a:r>
            </a:p>
          </p:txBody>
        </p:sp>
        <p:sp>
          <p:nvSpPr>
            <p:cNvPr id="347" name="Rectangle 59"/>
            <p:cNvSpPr/>
            <p:nvPr/>
          </p:nvSpPr>
          <p:spPr>
            <a:xfrm>
              <a:off x="3505200" y="1866900"/>
              <a:ext cx="203200" cy="17780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48" name="TextBox 347"/>
            <p:cNvSpPr txBox="1"/>
            <p:nvPr/>
          </p:nvSpPr>
          <p:spPr>
            <a:xfrm>
              <a:off x="3503862" y="1879600"/>
              <a:ext cx="205877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≡</a:t>
              </a:r>
            </a:p>
          </p:txBody>
        </p:sp>
        <p:sp>
          <p:nvSpPr>
            <p:cNvPr id="349" name="Rectangle 61"/>
            <p:cNvSpPr/>
            <p:nvPr/>
          </p:nvSpPr>
          <p:spPr>
            <a:xfrm>
              <a:off x="3733800" y="1866900"/>
              <a:ext cx="203200" cy="17780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50" name="TextBox 349"/>
            <p:cNvSpPr txBox="1"/>
            <p:nvPr/>
          </p:nvSpPr>
          <p:spPr>
            <a:xfrm>
              <a:off x="3726568" y="1879600"/>
              <a:ext cx="217664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─</a:t>
              </a:r>
            </a:p>
          </p:txBody>
        </p:sp>
        <p:sp>
          <p:nvSpPr>
            <p:cNvPr id="351" name="Rectangle 63"/>
            <p:cNvSpPr/>
            <p:nvPr/>
          </p:nvSpPr>
          <p:spPr>
            <a:xfrm>
              <a:off x="3962400" y="1866900"/>
              <a:ext cx="355600" cy="17780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52" name="TextBox 351"/>
            <p:cNvSpPr txBox="1"/>
            <p:nvPr/>
          </p:nvSpPr>
          <p:spPr>
            <a:xfrm>
              <a:off x="3923322" y="1879600"/>
              <a:ext cx="433758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이미지</a:t>
              </a:r>
            </a:p>
          </p:txBody>
        </p:sp>
        <p:sp>
          <p:nvSpPr>
            <p:cNvPr id="353" name="Rectangle 65"/>
            <p:cNvSpPr/>
            <p:nvPr/>
          </p:nvSpPr>
          <p:spPr>
            <a:xfrm>
              <a:off x="4343400" y="1866900"/>
              <a:ext cx="203200" cy="17780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54" name="TextBox 353"/>
            <p:cNvSpPr txBox="1"/>
            <p:nvPr/>
          </p:nvSpPr>
          <p:spPr>
            <a:xfrm>
              <a:off x="4322418" y="1879600"/>
              <a:ext cx="245167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표</a:t>
              </a:r>
            </a:p>
          </p:txBody>
        </p:sp>
        <p:sp>
          <p:nvSpPr>
            <p:cNvPr id="355" name="Rectangle 67"/>
            <p:cNvSpPr/>
            <p:nvPr/>
          </p:nvSpPr>
          <p:spPr>
            <a:xfrm>
              <a:off x="4572000" y="1866900"/>
              <a:ext cx="355600" cy="17780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56" name="TextBox 355"/>
            <p:cNvSpPr txBox="1"/>
            <p:nvPr/>
          </p:nvSpPr>
          <p:spPr>
            <a:xfrm>
              <a:off x="4580069" y="1879600"/>
              <a:ext cx="339463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445064"/>
                  </a:solidFill>
                  <a:latin typeface="+mn-ea"/>
                </a:rPr>
                <a:t>링크</a:t>
              </a:r>
            </a:p>
          </p:txBody>
        </p:sp>
        <p:sp>
          <p:nvSpPr>
            <p:cNvPr id="357" name="Rectangle 69"/>
            <p:cNvSpPr/>
            <p:nvPr/>
          </p:nvSpPr>
          <p:spPr>
            <a:xfrm>
              <a:off x="2324100" y="2082800"/>
              <a:ext cx="5778500" cy="12954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58" name="TextBox 357"/>
            <p:cNvSpPr txBox="1"/>
            <p:nvPr/>
          </p:nvSpPr>
          <p:spPr>
            <a:xfrm>
              <a:off x="2413000" y="2184400"/>
              <a:ext cx="5588000" cy="35285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900" dirty="0" err="1">
                  <a:solidFill>
                    <a:srgbClr val="AAAAAA"/>
                  </a:solidFill>
                  <a:latin typeface="+mn-ea"/>
                </a:rPr>
                <a:t>내용을</a:t>
              </a:r>
              <a:r>
                <a:rPr sz="900" dirty="0">
                  <a:solidFill>
                    <a:srgbClr val="AAAAA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AAAAAA"/>
                  </a:solidFill>
                  <a:latin typeface="+mn-ea"/>
                </a:rPr>
                <a:t>입력하세요</a:t>
              </a:r>
              <a:r>
                <a:rPr sz="900" dirty="0">
                  <a:solidFill>
                    <a:srgbClr val="AAAAAA"/>
                  </a:solidFill>
                  <a:latin typeface="+mn-ea"/>
                </a:rPr>
                <a:t>.
</a:t>
              </a:r>
              <a:r>
                <a:rPr sz="900" dirty="0" err="1">
                  <a:solidFill>
                    <a:srgbClr val="AAAAAA"/>
                  </a:solidFill>
                  <a:latin typeface="+mn-ea"/>
                </a:rPr>
                <a:t>이미지</a:t>
              </a:r>
              <a:r>
                <a:rPr sz="900" dirty="0">
                  <a:solidFill>
                    <a:srgbClr val="AAAAAA"/>
                  </a:solidFill>
                  <a:latin typeface="+mn-ea"/>
                </a:rPr>
                <a:t>, 표 </a:t>
              </a:r>
              <a:r>
                <a:rPr sz="900" dirty="0" err="1">
                  <a:solidFill>
                    <a:srgbClr val="AAAAAA"/>
                  </a:solidFill>
                  <a:latin typeface="+mn-ea"/>
                </a:rPr>
                <a:t>등을</a:t>
              </a:r>
              <a:r>
                <a:rPr sz="900" dirty="0">
                  <a:solidFill>
                    <a:srgbClr val="AAAAA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AAAAAA"/>
                  </a:solidFill>
                  <a:latin typeface="+mn-ea"/>
                </a:rPr>
                <a:t>삽입할</a:t>
              </a:r>
              <a:r>
                <a:rPr sz="900" dirty="0">
                  <a:solidFill>
                    <a:srgbClr val="AAAAAA"/>
                  </a:solidFill>
                  <a:latin typeface="+mn-ea"/>
                </a:rPr>
                <a:t> 수 </a:t>
              </a:r>
              <a:r>
                <a:rPr sz="900" dirty="0" err="1">
                  <a:solidFill>
                    <a:srgbClr val="AAAAAA"/>
                  </a:solidFill>
                  <a:latin typeface="+mn-ea"/>
                </a:rPr>
                <a:t>있습니다</a:t>
              </a:r>
              <a:r>
                <a:rPr sz="900" dirty="0">
                  <a:solidFill>
                    <a:srgbClr val="AAAAAA"/>
                  </a:solidFill>
                  <a:latin typeface="+mn-ea"/>
                </a:rPr>
                <a:t>.</a:t>
              </a:r>
            </a:p>
          </p:txBody>
        </p:sp>
        <p:sp>
          <p:nvSpPr>
            <p:cNvPr id="359" name="Rectangle 74"/>
            <p:cNvSpPr/>
            <p:nvPr/>
          </p:nvSpPr>
          <p:spPr>
            <a:xfrm>
              <a:off x="2324100" y="3429000"/>
              <a:ext cx="5778500" cy="431800"/>
            </a:xfrm>
            <a:prstGeom prst="rect">
              <a:avLst/>
            </a:prstGeom>
            <a:solidFill>
              <a:srgbClr val="F8F9FA"/>
            </a:solidFill>
            <a:ln w="508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60" name="Rectangle 75"/>
            <p:cNvSpPr/>
            <p:nvPr/>
          </p:nvSpPr>
          <p:spPr>
            <a:xfrm>
              <a:off x="2349500" y="3454400"/>
              <a:ext cx="1016000" cy="2286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61" name="TextBox 360"/>
            <p:cNvSpPr txBox="1"/>
            <p:nvPr/>
          </p:nvSpPr>
          <p:spPr>
            <a:xfrm>
              <a:off x="2580377" y="3479800"/>
              <a:ext cx="554245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FFFFFF"/>
                  </a:solidFill>
                  <a:latin typeface="+mn-ea"/>
                </a:rPr>
                <a:t>파일 선택</a:t>
              </a:r>
            </a:p>
          </p:txBody>
        </p:sp>
        <p:sp>
          <p:nvSpPr>
            <p:cNvPr id="362" name="TextBox 361"/>
            <p:cNvSpPr txBox="1"/>
            <p:nvPr/>
          </p:nvSpPr>
          <p:spPr>
            <a:xfrm>
              <a:off x="3429000" y="3479800"/>
              <a:ext cx="2188692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AAAAAA"/>
                  </a:solidFill>
                  <a:latin typeface="+mn-ea"/>
                </a:rPr>
                <a:t>선택된 파일 없음  (최대 5개 / 파일당 10MB 이하)</a:t>
              </a:r>
            </a:p>
          </p:txBody>
        </p:sp>
        <p:sp>
          <p:nvSpPr>
            <p:cNvPr id="363" name="TextBox 362"/>
            <p:cNvSpPr txBox="1"/>
            <p:nvPr/>
          </p:nvSpPr>
          <p:spPr>
            <a:xfrm>
              <a:off x="2349500" y="3708400"/>
              <a:ext cx="1718527" cy="20583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800">
                  <a:solidFill>
                    <a:srgbClr val="AAAAAA"/>
                  </a:solidFill>
                  <a:latin typeface="+mn-ea"/>
                </a:rPr>
                <a:t>허용 확장자: jpg, png, pdf, xlsx, docx, hwp</a:t>
              </a:r>
            </a:p>
          </p:txBody>
        </p:sp>
        <p:sp>
          <p:nvSpPr>
            <p:cNvPr id="364" name="Rectangle 82"/>
            <p:cNvSpPr/>
            <p:nvPr/>
          </p:nvSpPr>
          <p:spPr>
            <a:xfrm>
              <a:off x="2324100" y="3911600"/>
              <a:ext cx="2540000" cy="2286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65" name="TextBox 364"/>
            <p:cNvSpPr txBox="1"/>
            <p:nvPr/>
          </p:nvSpPr>
          <p:spPr>
            <a:xfrm>
              <a:off x="2374900" y="3937344"/>
              <a:ext cx="820105" cy="220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445064"/>
                  </a:solidFill>
                  <a:latin typeface="+mn-ea"/>
                </a:rPr>
                <a:t>채널</a:t>
              </a:r>
              <a:r>
                <a:rPr sz="900" dirty="0">
                  <a:solidFill>
                    <a:srgbClr val="445064"/>
                  </a:solidFill>
                  <a:latin typeface="+mn-ea"/>
                </a:rPr>
                <a:t> 내 </a:t>
              </a:r>
              <a:r>
                <a:rPr sz="900" dirty="0" err="1">
                  <a:solidFill>
                    <a:srgbClr val="445064"/>
                  </a:solidFill>
                  <a:latin typeface="+mn-ea"/>
                </a:rPr>
                <a:t>전체</a:t>
              </a:r>
              <a:r>
                <a:rPr sz="900" dirty="0">
                  <a:solidFill>
                    <a:srgbClr val="445064"/>
                  </a:solidFill>
                  <a:latin typeface="+mn-ea"/>
                </a:rPr>
                <a:t>  ▼</a:t>
              </a:r>
            </a:p>
          </p:txBody>
        </p:sp>
        <p:sp>
          <p:nvSpPr>
            <p:cNvPr id="366" name="TextBox 365"/>
            <p:cNvSpPr txBox="1"/>
            <p:nvPr/>
          </p:nvSpPr>
          <p:spPr>
            <a:xfrm>
              <a:off x="4645155" y="3949700"/>
              <a:ext cx="234691" cy="20583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800">
                  <a:solidFill>
                    <a:srgbClr val="AAAAAA"/>
                  </a:solidFill>
                  <a:latin typeface="+mn-ea"/>
                </a:rPr>
                <a:t>▼</a:t>
              </a:r>
            </a:p>
          </p:txBody>
        </p:sp>
        <p:sp>
          <p:nvSpPr>
            <p:cNvPr id="367" name="TextBox 366"/>
            <p:cNvSpPr txBox="1"/>
            <p:nvPr/>
          </p:nvSpPr>
          <p:spPr>
            <a:xfrm>
              <a:off x="4953000" y="3949700"/>
              <a:ext cx="1526008" cy="20583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800">
                  <a:solidFill>
                    <a:srgbClr val="AAAAAA"/>
                  </a:solidFill>
                  <a:latin typeface="+mn-ea"/>
                </a:rPr>
                <a:t>특정 기관 지정 시 드롭박스에서 선택</a:t>
              </a:r>
            </a:p>
          </p:txBody>
        </p:sp>
      </p:grpSp>
      <p:grpSp>
        <p:nvGrpSpPr>
          <p:cNvPr id="368" name="그룹 367"/>
          <p:cNvGrpSpPr/>
          <p:nvPr/>
        </p:nvGrpSpPr>
        <p:grpSpPr>
          <a:xfrm>
            <a:off x="411044" y="5239658"/>
            <a:ext cx="9194102" cy="1246832"/>
            <a:chOff x="927100" y="5275897"/>
            <a:chExt cx="8789977" cy="1246832"/>
          </a:xfrm>
        </p:grpSpPr>
        <p:sp>
          <p:nvSpPr>
            <p:cNvPr id="369" name="TextBox 368"/>
            <p:cNvSpPr txBox="1"/>
            <p:nvPr/>
          </p:nvSpPr>
          <p:spPr>
            <a:xfrm>
              <a:off x="927100" y="5275897"/>
              <a:ext cx="407533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1A1A1A"/>
                  </a:solidFill>
                  <a:latin typeface="+mn-ea"/>
                </a:rPr>
                <a:t>대상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채널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드롭박스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선택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—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권한에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따라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선택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가능한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채널이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자동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제한되어</a:t>
              </a:r>
              <a:r>
                <a:rPr sz="900" dirty="0">
                  <a:solidFill>
                    <a:srgbClr val="1A1A1A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A1A1A"/>
                  </a:solidFill>
                  <a:latin typeface="+mn-ea"/>
                </a:rPr>
                <a:t>표시</a:t>
              </a:r>
              <a:endParaRPr sz="900" dirty="0">
                <a:solidFill>
                  <a:srgbClr val="1A1A1A"/>
                </a:solidFill>
                <a:latin typeface="+mn-ea"/>
              </a:endParaRPr>
            </a:p>
          </p:txBody>
        </p:sp>
        <p:sp>
          <p:nvSpPr>
            <p:cNvPr id="370" name="TextBox 369"/>
            <p:cNvSpPr txBox="1"/>
            <p:nvPr/>
          </p:nvSpPr>
          <p:spPr>
            <a:xfrm>
              <a:off x="6817071" y="5275897"/>
              <a:ext cx="86925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드롭박스 선택</a:t>
              </a:r>
            </a:p>
          </p:txBody>
        </p:sp>
        <p:sp>
          <p:nvSpPr>
            <p:cNvPr id="371" name="TextBox 370"/>
            <p:cNvSpPr txBox="1"/>
            <p:nvPr/>
          </p:nvSpPr>
          <p:spPr>
            <a:xfrm>
              <a:off x="7848600" y="5275897"/>
              <a:ext cx="176426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latin typeface="+mn-ea"/>
                </a:rPr>
                <a:t>기관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관리자</a:t>
              </a:r>
              <a:r>
                <a:rPr sz="900" dirty="0">
                  <a:latin typeface="+mn-ea"/>
                </a:rPr>
                <a:t>: </a:t>
              </a:r>
              <a:r>
                <a:rPr sz="900" dirty="0" err="1">
                  <a:latin typeface="+mn-ea"/>
                </a:rPr>
                <a:t>소속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채널만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활성화</a:t>
              </a:r>
              <a:endParaRPr sz="900" dirty="0">
                <a:latin typeface="+mn-ea"/>
              </a:endParaRPr>
            </a:p>
          </p:txBody>
        </p:sp>
        <p:sp>
          <p:nvSpPr>
            <p:cNvPr id="372" name="TextBox 371"/>
            <p:cNvSpPr txBox="1"/>
            <p:nvPr/>
          </p:nvSpPr>
          <p:spPr>
            <a:xfrm>
              <a:off x="927100" y="5479097"/>
              <a:ext cx="395886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분류 선택 — [일반] 또는 [공지 고정] 선택; 공지 고정 선택 시 목록 최상단 표시</a:t>
              </a:r>
            </a:p>
          </p:txBody>
        </p:sp>
        <p:sp>
          <p:nvSpPr>
            <p:cNvPr id="373" name="TextBox 372"/>
            <p:cNvSpPr txBox="1"/>
            <p:nvPr/>
          </p:nvSpPr>
          <p:spPr>
            <a:xfrm>
              <a:off x="6872243" y="5479097"/>
              <a:ext cx="75891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라디오 선택</a:t>
              </a:r>
            </a:p>
          </p:txBody>
        </p:sp>
        <p:sp>
          <p:nvSpPr>
            <p:cNvPr id="374" name="TextBox 373"/>
            <p:cNvSpPr txBox="1"/>
            <p:nvPr/>
          </p:nvSpPr>
          <p:spPr>
            <a:xfrm>
              <a:off x="7848600" y="5479097"/>
              <a:ext cx="180717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공지 고정 권한은 관리자(과) 이상</a:t>
              </a:r>
            </a:p>
          </p:txBody>
        </p:sp>
        <p:sp>
          <p:nvSpPr>
            <p:cNvPr id="375" name="TextBox 374"/>
            <p:cNvSpPr txBox="1"/>
            <p:nvPr/>
          </p:nvSpPr>
          <p:spPr>
            <a:xfrm>
              <a:off x="927100" y="5682297"/>
              <a:ext cx="373205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제목 입력 (최대 100자) — 실시간 글자 수 카운터 표시, 초과 시 입력 차단</a:t>
              </a:r>
            </a:p>
          </p:txBody>
        </p:sp>
        <p:sp>
          <p:nvSpPr>
            <p:cNvPr id="376" name="TextBox 375"/>
            <p:cNvSpPr txBox="1"/>
            <p:nvPr/>
          </p:nvSpPr>
          <p:spPr>
            <a:xfrm>
              <a:off x="6872243" y="5682297"/>
              <a:ext cx="75891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텍스트 입력</a:t>
              </a:r>
            </a:p>
          </p:txBody>
        </p:sp>
        <p:sp>
          <p:nvSpPr>
            <p:cNvPr id="377" name="TextBox 376"/>
            <p:cNvSpPr txBox="1"/>
            <p:nvPr/>
          </p:nvSpPr>
          <p:spPr>
            <a:xfrm>
              <a:off x="7848600" y="5682297"/>
              <a:ext cx="143323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빈 값 제출 시 유효성 오류</a:t>
              </a:r>
            </a:p>
          </p:txBody>
        </p:sp>
        <p:sp>
          <p:nvSpPr>
            <p:cNvPr id="378" name="TextBox 377"/>
            <p:cNvSpPr txBox="1"/>
            <p:nvPr/>
          </p:nvSpPr>
          <p:spPr>
            <a:xfrm>
              <a:off x="927100" y="5885497"/>
              <a:ext cx="303934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내용 에디터 입력 — 툴바로 서식·이미지·표·링크 삽입 가능</a:t>
              </a:r>
            </a:p>
          </p:txBody>
        </p:sp>
        <p:sp>
          <p:nvSpPr>
            <p:cNvPr id="379" name="TextBox 378"/>
            <p:cNvSpPr txBox="1"/>
            <p:nvPr/>
          </p:nvSpPr>
          <p:spPr>
            <a:xfrm>
              <a:off x="6872243" y="5885497"/>
              <a:ext cx="75891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에디터 입력</a:t>
              </a:r>
            </a:p>
          </p:txBody>
        </p:sp>
        <p:sp>
          <p:nvSpPr>
            <p:cNvPr id="380" name="TextBox 379"/>
            <p:cNvSpPr txBox="1"/>
            <p:nvPr/>
          </p:nvSpPr>
          <p:spPr>
            <a:xfrm>
              <a:off x="7848600" y="5885497"/>
              <a:ext cx="176426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latin typeface="+mn-ea"/>
                </a:rPr>
                <a:t>이미지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파일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드래그</a:t>
              </a:r>
              <a:r>
                <a:rPr sz="900" dirty="0">
                  <a:latin typeface="+mn-ea"/>
                </a:rPr>
                <a:t> 앤 </a:t>
              </a:r>
              <a:r>
                <a:rPr sz="900" dirty="0" err="1">
                  <a:latin typeface="+mn-ea"/>
                </a:rPr>
                <a:t>드롭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지원</a:t>
              </a:r>
              <a:endParaRPr sz="900" dirty="0">
                <a:latin typeface="+mn-ea"/>
              </a:endParaRPr>
            </a:p>
          </p:txBody>
        </p:sp>
        <p:sp>
          <p:nvSpPr>
            <p:cNvPr id="381" name="TextBox 380"/>
            <p:cNvSpPr txBox="1"/>
            <p:nvPr/>
          </p:nvSpPr>
          <p:spPr>
            <a:xfrm>
              <a:off x="927100" y="6088697"/>
              <a:ext cx="357266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첨부파일 업로드 — 파일당 10MB 이하, 최대 5개; 허용 확장자 외 차단</a:t>
              </a:r>
            </a:p>
          </p:txBody>
        </p:sp>
        <p:sp>
          <p:nvSpPr>
            <p:cNvPr id="382" name="TextBox 381"/>
            <p:cNvSpPr txBox="1"/>
            <p:nvPr/>
          </p:nvSpPr>
          <p:spPr>
            <a:xfrm>
              <a:off x="6698300" y="6088697"/>
              <a:ext cx="110680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파일 선택 (Upload)</a:t>
              </a:r>
            </a:p>
          </p:txBody>
        </p:sp>
        <p:sp>
          <p:nvSpPr>
            <p:cNvPr id="383" name="TextBox 382"/>
            <p:cNvSpPr txBox="1"/>
            <p:nvPr/>
          </p:nvSpPr>
          <p:spPr>
            <a:xfrm>
              <a:off x="7848600" y="6088697"/>
              <a:ext cx="186847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latin typeface="+mn-ea"/>
                </a:rPr>
                <a:t>업로드 진행률 표시 (Progress Bar)</a:t>
              </a:r>
            </a:p>
          </p:txBody>
        </p:sp>
        <p:sp>
          <p:nvSpPr>
            <p:cNvPr id="384" name="TextBox 383"/>
            <p:cNvSpPr txBox="1"/>
            <p:nvPr/>
          </p:nvSpPr>
          <p:spPr>
            <a:xfrm>
              <a:off x="927100" y="6291897"/>
              <a:ext cx="418568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A1A1A"/>
                  </a:solidFill>
                  <a:latin typeface="+mn-ea"/>
                </a:rPr>
                <a:t>[저장] 클릭 → 유효성 검사 후 등록 완료, 공지사항 목록(SCR-NEW-101) 이동</a:t>
              </a:r>
            </a:p>
          </p:txBody>
        </p:sp>
        <p:sp>
          <p:nvSpPr>
            <p:cNvPr id="385" name="TextBox 384"/>
            <p:cNvSpPr txBox="1"/>
            <p:nvPr/>
          </p:nvSpPr>
          <p:spPr>
            <a:xfrm>
              <a:off x="6697533" y="6291897"/>
              <a:ext cx="110833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900">
                  <a:solidFill>
                    <a:srgbClr val="1E2D45"/>
                  </a:solidFill>
                  <a:latin typeface="+mn-ea"/>
                </a:rPr>
                <a:t>버튼 클릭 (Submit)</a:t>
              </a:r>
            </a:p>
          </p:txBody>
        </p:sp>
        <p:sp>
          <p:nvSpPr>
            <p:cNvPr id="386" name="TextBox 385"/>
            <p:cNvSpPr txBox="1"/>
            <p:nvPr/>
          </p:nvSpPr>
          <p:spPr>
            <a:xfrm>
              <a:off x="7848600" y="6291897"/>
              <a:ext cx="160488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latin typeface="+mn-ea"/>
                </a:rPr>
                <a:t>[</a:t>
              </a:r>
              <a:r>
                <a:rPr sz="900" dirty="0" err="1">
                  <a:latin typeface="+mn-ea"/>
                </a:rPr>
                <a:t>취소</a:t>
              </a:r>
              <a:r>
                <a:rPr sz="900" dirty="0">
                  <a:latin typeface="+mn-ea"/>
                </a:rPr>
                <a:t>] </a:t>
              </a:r>
              <a:r>
                <a:rPr sz="900" dirty="0" err="1">
                  <a:latin typeface="+mn-ea"/>
                </a:rPr>
                <a:t>클릭</a:t>
              </a:r>
              <a:r>
                <a:rPr sz="900" dirty="0">
                  <a:latin typeface="+mn-ea"/>
                </a:rPr>
                <a:t> 시 </a:t>
              </a:r>
              <a:r>
                <a:rPr sz="900" dirty="0" err="1">
                  <a:latin typeface="+mn-ea"/>
                </a:rPr>
                <a:t>이전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화면</a:t>
              </a:r>
              <a:r>
                <a:rPr sz="900" dirty="0">
                  <a:latin typeface="+mn-ea"/>
                </a:rPr>
                <a:t> </a:t>
              </a:r>
              <a:r>
                <a:rPr sz="900" dirty="0" err="1">
                  <a:latin typeface="+mn-ea"/>
                </a:rPr>
                <a:t>복귀</a:t>
              </a:r>
              <a:endParaRPr sz="900" dirty="0">
                <a:latin typeface="+mn-ea"/>
              </a:endParaRPr>
            </a:p>
          </p:txBody>
        </p:sp>
      </p:grpSp>
      <p:sp>
        <p:nvSpPr>
          <p:cNvPr id="387" name="TextBox 386"/>
          <p:cNvSpPr txBox="1"/>
          <p:nvPr/>
        </p:nvSpPr>
        <p:spPr>
          <a:xfrm>
            <a:off x="10018379" y="6642100"/>
            <a:ext cx="2135521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800" dirty="0">
                <a:solidFill>
                  <a:srgbClr val="AABBCC"/>
                </a:solidFill>
                <a:latin typeface="+mn-ea"/>
              </a:rPr>
              <a:t>SCR-NEW-102  |  공지사항 등록 화면</a:t>
            </a:r>
          </a:p>
        </p:txBody>
      </p:sp>
      <p:sp>
        <p:nvSpPr>
          <p:cNvPr id="451" name="모서리가 둥근 직사각형 450"/>
          <p:cNvSpPr/>
          <p:nvPr/>
        </p:nvSpPr>
        <p:spPr>
          <a:xfrm>
            <a:off x="1703765" y="1246347"/>
            <a:ext cx="2367445" cy="279400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+mn-ea"/>
            </a:endParaRPr>
          </a:p>
        </p:txBody>
      </p:sp>
      <p:grpSp>
        <p:nvGrpSpPr>
          <p:cNvPr id="388" name="그룹 387"/>
          <p:cNvGrpSpPr/>
          <p:nvPr/>
        </p:nvGrpSpPr>
        <p:grpSpPr>
          <a:xfrm>
            <a:off x="3651422" y="4444672"/>
            <a:ext cx="2870200" cy="291187"/>
            <a:chOff x="4064000" y="4216400"/>
            <a:chExt cx="2870200" cy="291187"/>
          </a:xfrm>
        </p:grpSpPr>
        <p:sp>
          <p:nvSpPr>
            <p:cNvPr id="389" name="Rectangle 86"/>
            <p:cNvSpPr/>
            <p:nvPr/>
          </p:nvSpPr>
          <p:spPr>
            <a:xfrm>
              <a:off x="4064000" y="4216400"/>
              <a:ext cx="889000" cy="2794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90" name="TextBox 389"/>
            <p:cNvSpPr txBox="1"/>
            <p:nvPr/>
          </p:nvSpPr>
          <p:spPr>
            <a:xfrm>
              <a:off x="4270295" y="4261366"/>
              <a:ext cx="47641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1000" dirty="0">
                  <a:solidFill>
                    <a:srgbClr val="FFFFFF"/>
                  </a:solidFill>
                  <a:latin typeface="+mn-ea"/>
                </a:rPr>
                <a:t>저 장</a:t>
              </a:r>
            </a:p>
          </p:txBody>
        </p:sp>
        <p:sp>
          <p:nvSpPr>
            <p:cNvPr id="391" name="Rectangle 88"/>
            <p:cNvSpPr/>
            <p:nvPr/>
          </p:nvSpPr>
          <p:spPr>
            <a:xfrm>
              <a:off x="5054600" y="4216400"/>
              <a:ext cx="889000" cy="279400"/>
            </a:xfrm>
            <a:prstGeom prst="rect">
              <a:avLst/>
            </a:prstGeom>
            <a:solidFill>
              <a:srgbClr val="4450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92" name="TextBox 391"/>
            <p:cNvSpPr txBox="1"/>
            <p:nvPr/>
          </p:nvSpPr>
          <p:spPr>
            <a:xfrm>
              <a:off x="5150286" y="4261366"/>
              <a:ext cx="697627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1000">
                  <a:solidFill>
                    <a:srgbClr val="FFFFFF"/>
                  </a:solidFill>
                  <a:latin typeface="+mn-ea"/>
                </a:rPr>
                <a:t>미리보기</a:t>
              </a:r>
            </a:p>
          </p:txBody>
        </p:sp>
        <p:sp>
          <p:nvSpPr>
            <p:cNvPr id="393" name="Rectangle 90"/>
            <p:cNvSpPr/>
            <p:nvPr/>
          </p:nvSpPr>
          <p:spPr>
            <a:xfrm>
              <a:off x="6045200" y="4216400"/>
              <a:ext cx="889000" cy="2794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94" name="TextBox 393"/>
            <p:cNvSpPr txBox="1"/>
            <p:nvPr/>
          </p:nvSpPr>
          <p:spPr>
            <a:xfrm>
              <a:off x="6251495" y="4261366"/>
              <a:ext cx="47641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sz="1000" dirty="0">
                  <a:solidFill>
                    <a:srgbClr val="445064"/>
                  </a:solidFill>
                  <a:latin typeface="+mn-ea"/>
                </a:rPr>
                <a:t>취 소</a:t>
              </a:r>
            </a:p>
          </p:txBody>
        </p:sp>
      </p:grpSp>
      <p:grpSp>
        <p:nvGrpSpPr>
          <p:cNvPr id="454" name="그룹 453"/>
          <p:cNvGrpSpPr/>
          <p:nvPr/>
        </p:nvGrpSpPr>
        <p:grpSpPr>
          <a:xfrm>
            <a:off x="9779000" y="1092200"/>
            <a:ext cx="2324100" cy="2300932"/>
            <a:chOff x="9779000" y="1092200"/>
            <a:chExt cx="2324100" cy="2300932"/>
          </a:xfrm>
        </p:grpSpPr>
        <p:sp>
          <p:nvSpPr>
            <p:cNvPr id="415" name="TextBox 414"/>
            <p:cNvSpPr txBox="1"/>
            <p:nvPr/>
          </p:nvSpPr>
          <p:spPr>
            <a:xfrm>
              <a:off x="9779000" y="10922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 dirty="0">
                  <a:solidFill>
                    <a:srgbClr val="1E2D45"/>
                  </a:solidFill>
                  <a:latin typeface="+mn-ea"/>
                </a:rPr>
                <a:t>SCR-NEW-102</a:t>
              </a:r>
            </a:p>
          </p:txBody>
        </p:sp>
        <p:sp>
          <p:nvSpPr>
            <p:cNvPr id="416" name="TextBox 415"/>
            <p:cNvSpPr txBox="1"/>
            <p:nvPr/>
          </p:nvSpPr>
          <p:spPr>
            <a:xfrm>
              <a:off x="9779000" y="14351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공지사항 등록 화면</a:t>
              </a:r>
            </a:p>
          </p:txBody>
        </p:sp>
        <p:sp>
          <p:nvSpPr>
            <p:cNvPr id="417" name="TextBox 416"/>
            <p:cNvSpPr txBox="1"/>
            <p:nvPr/>
          </p:nvSpPr>
          <p:spPr>
            <a:xfrm>
              <a:off x="9779000" y="17780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관리자(과) / 기관 관리자</a:t>
              </a:r>
            </a:p>
          </p:txBody>
        </p:sp>
        <p:sp>
          <p:nvSpPr>
            <p:cNvPr id="418" name="TextBox 417"/>
            <p:cNvSpPr txBox="1"/>
            <p:nvPr/>
          </p:nvSpPr>
          <p:spPr>
            <a:xfrm>
              <a:off x="9779000" y="21209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공지사항 &gt; 등록</a:t>
              </a:r>
            </a:p>
          </p:txBody>
        </p:sp>
        <p:sp>
          <p:nvSpPr>
            <p:cNvPr id="419" name="TextBox 418"/>
            <p:cNvSpPr txBox="1"/>
            <p:nvPr/>
          </p:nvSpPr>
          <p:spPr>
            <a:xfrm>
              <a:off x="9779000" y="2552700"/>
              <a:ext cx="208903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드롭박스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(Default) —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채널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/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분류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/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공개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420" name="TextBox 419"/>
            <p:cNvSpPr txBox="1"/>
            <p:nvPr/>
          </p:nvSpPr>
          <p:spPr>
            <a:xfrm>
              <a:off x="9779000" y="2705100"/>
              <a:ext cx="150554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텍스트박스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—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제목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입력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421" name="TextBox 420"/>
            <p:cNvSpPr txBox="1"/>
            <p:nvPr/>
          </p:nvSpPr>
          <p:spPr>
            <a:xfrm>
              <a:off x="9779000" y="2857500"/>
              <a:ext cx="153760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에디터 영역 — 내용 입력</a:t>
              </a:r>
            </a:p>
          </p:txBody>
        </p:sp>
        <p:sp>
          <p:nvSpPr>
            <p:cNvPr id="422" name="TextBox 421"/>
            <p:cNvSpPr txBox="1"/>
            <p:nvPr/>
          </p:nvSpPr>
          <p:spPr>
            <a:xfrm>
              <a:off x="9779000" y="3009900"/>
              <a:ext cx="198644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기본Btn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(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사각형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) —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저장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/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미리보기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423" name="TextBox 422"/>
            <p:cNvSpPr txBox="1"/>
            <p:nvPr/>
          </p:nvSpPr>
          <p:spPr>
            <a:xfrm>
              <a:off x="9779000" y="3162300"/>
              <a:ext cx="147348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파일업로드 — 첨부파일</a:t>
              </a:r>
            </a:p>
          </p:txBody>
        </p:sp>
      </p:grpSp>
      <p:grpSp>
        <p:nvGrpSpPr>
          <p:cNvPr id="455" name="그룹 454"/>
          <p:cNvGrpSpPr/>
          <p:nvPr/>
        </p:nvGrpSpPr>
        <p:grpSpPr>
          <a:xfrm>
            <a:off x="9774901" y="3667915"/>
            <a:ext cx="1531188" cy="878532"/>
            <a:chOff x="9779000" y="3378200"/>
            <a:chExt cx="1531188" cy="878532"/>
          </a:xfrm>
        </p:grpSpPr>
        <p:sp>
          <p:nvSpPr>
            <p:cNvPr id="424" name="TextBox 423"/>
            <p:cNvSpPr txBox="1"/>
            <p:nvPr/>
          </p:nvSpPr>
          <p:spPr>
            <a:xfrm>
              <a:off x="9779000" y="3378200"/>
              <a:ext cx="67839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권한</a:t>
              </a:r>
              <a:r>
                <a:rPr sz="900" b="1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로직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425" name="TextBox 424"/>
            <p:cNvSpPr txBox="1"/>
            <p:nvPr/>
          </p:nvSpPr>
          <p:spPr>
            <a:xfrm>
              <a:off x="9779000" y="3568700"/>
              <a:ext cx="94769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시스템관리자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426" name="TextBox 425"/>
            <p:cNvSpPr txBox="1"/>
            <p:nvPr/>
          </p:nvSpPr>
          <p:spPr>
            <a:xfrm>
              <a:off x="9779000" y="3721100"/>
              <a:ext cx="141577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  → 전체 채널 등록 가능</a:t>
              </a:r>
            </a:p>
          </p:txBody>
        </p:sp>
        <p:sp>
          <p:nvSpPr>
            <p:cNvPr id="427" name="TextBox 426"/>
            <p:cNvSpPr txBox="1"/>
            <p:nvPr/>
          </p:nvSpPr>
          <p:spPr>
            <a:xfrm>
              <a:off x="9779000" y="3873500"/>
              <a:ext cx="86433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· 기관 관리자</a:t>
              </a:r>
            </a:p>
          </p:txBody>
        </p:sp>
        <p:sp>
          <p:nvSpPr>
            <p:cNvPr id="428" name="TextBox 427"/>
            <p:cNvSpPr txBox="1"/>
            <p:nvPr/>
          </p:nvSpPr>
          <p:spPr>
            <a:xfrm>
              <a:off x="9779000" y="4025900"/>
              <a:ext cx="153118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1E2D45"/>
                  </a:solidFill>
                  <a:latin typeface="+mn-ea"/>
                </a:rPr>
                <a:t>  → 소속 채널만 선택 가능</a:t>
              </a:r>
            </a:p>
          </p:txBody>
        </p:sp>
      </p:grpSp>
      <p:grpSp>
        <p:nvGrpSpPr>
          <p:cNvPr id="238" name="그룹 237"/>
          <p:cNvGrpSpPr/>
          <p:nvPr/>
        </p:nvGrpSpPr>
        <p:grpSpPr>
          <a:xfrm>
            <a:off x="4696172" y="1163356"/>
            <a:ext cx="216000" cy="216000"/>
            <a:chOff x="3966029" y="6357600"/>
            <a:chExt cx="216000" cy="216000"/>
          </a:xfrm>
        </p:grpSpPr>
        <p:sp>
          <p:nvSpPr>
            <p:cNvPr id="240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4" name="TextBox 243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1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46" name="그룹 245"/>
          <p:cNvGrpSpPr/>
          <p:nvPr/>
        </p:nvGrpSpPr>
        <p:grpSpPr>
          <a:xfrm>
            <a:off x="1493465" y="1278556"/>
            <a:ext cx="216000" cy="216000"/>
            <a:chOff x="3966029" y="6357600"/>
            <a:chExt cx="216000" cy="216000"/>
          </a:xfrm>
        </p:grpSpPr>
        <p:sp>
          <p:nvSpPr>
            <p:cNvPr id="248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52" name="TextBox 251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dirty="0">
                  <a:solidFill>
                    <a:srgbClr val="FFFFFF"/>
                  </a:solidFill>
                  <a:latin typeface="+mn-ea"/>
                </a:rPr>
                <a:t>2</a:t>
              </a:r>
            </a:p>
          </p:txBody>
        </p:sp>
      </p:grpSp>
      <p:grpSp>
        <p:nvGrpSpPr>
          <p:cNvPr id="254" name="그룹 253"/>
          <p:cNvGrpSpPr/>
          <p:nvPr/>
        </p:nvGrpSpPr>
        <p:grpSpPr>
          <a:xfrm>
            <a:off x="3446556" y="1568450"/>
            <a:ext cx="216000" cy="216000"/>
            <a:chOff x="3966029" y="6357600"/>
            <a:chExt cx="216000" cy="216000"/>
          </a:xfrm>
        </p:grpSpPr>
        <p:sp>
          <p:nvSpPr>
            <p:cNvPr id="256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0" name="TextBox 259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3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62" name="그룹 261"/>
          <p:cNvGrpSpPr/>
          <p:nvPr/>
        </p:nvGrpSpPr>
        <p:grpSpPr>
          <a:xfrm>
            <a:off x="1703011" y="2115925"/>
            <a:ext cx="216000" cy="216000"/>
            <a:chOff x="3966029" y="6357600"/>
            <a:chExt cx="216000" cy="216000"/>
          </a:xfrm>
        </p:grpSpPr>
        <p:sp>
          <p:nvSpPr>
            <p:cNvPr id="264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8" name="TextBox 267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4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70" name="그룹 269"/>
          <p:cNvGrpSpPr/>
          <p:nvPr/>
        </p:nvGrpSpPr>
        <p:grpSpPr>
          <a:xfrm>
            <a:off x="1601465" y="3464733"/>
            <a:ext cx="216000" cy="216000"/>
            <a:chOff x="3966029" y="6357600"/>
            <a:chExt cx="216000" cy="216000"/>
          </a:xfrm>
        </p:grpSpPr>
        <p:sp>
          <p:nvSpPr>
            <p:cNvPr id="272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75" name="TextBox 274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5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76" name="그룹 275"/>
          <p:cNvGrpSpPr/>
          <p:nvPr/>
        </p:nvGrpSpPr>
        <p:grpSpPr>
          <a:xfrm>
            <a:off x="3419416" y="4426038"/>
            <a:ext cx="216000" cy="216000"/>
            <a:chOff x="3966029" y="6357600"/>
            <a:chExt cx="216000" cy="216000"/>
          </a:xfrm>
        </p:grpSpPr>
        <p:sp>
          <p:nvSpPr>
            <p:cNvPr id="277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78" name="TextBox 277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6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456" name="Rectangle 455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7" name="TextBox 456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 dirty="0">
                <a:solidFill>
                  <a:srgbClr val="FFFFFF"/>
                </a:solidFill>
                <a:latin typeface="Noto Sans KR"/>
              </a:rPr>
              <a:t>2</a:t>
            </a:r>
            <a:r>
              <a:rPr lang="en-US" sz="900" b="1" dirty="0">
                <a:solidFill>
                  <a:srgbClr val="FFFFFF"/>
                </a:solidFill>
                <a:latin typeface="Noto Sans KR"/>
              </a:rPr>
              <a:t>4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/ 50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D2A8A7F-0CEB-6E15-8FA8-3D001EF56D28}"/>
              </a:ext>
            </a:extLst>
          </p:cNvPr>
          <p:cNvGrpSpPr/>
          <p:nvPr/>
        </p:nvGrpSpPr>
        <p:grpSpPr>
          <a:xfrm>
            <a:off x="9266" y="31606"/>
            <a:ext cx="9839272" cy="266076"/>
            <a:chOff x="9266" y="31606"/>
            <a:chExt cx="8531100" cy="266076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65E03E3-4020-3C6C-52B6-AB7004C6792D}"/>
                </a:ext>
              </a:extLst>
            </p:cNvPr>
            <p:cNvSpPr txBox="1"/>
            <p:nvPr/>
          </p:nvSpPr>
          <p:spPr>
            <a:xfrm>
              <a:off x="9266" y="31606"/>
              <a:ext cx="99403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100" b="1" dirty="0" err="1">
                  <a:solidFill>
                    <a:srgbClr val="FFFFFF"/>
                  </a:solidFill>
                  <a:latin typeface="+mn-ea"/>
                </a:rPr>
                <a:t>소통나눔방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CF33985-DD44-248A-5A75-4485030D9648}"/>
                </a:ext>
              </a:extLst>
            </p:cNvPr>
            <p:cNvSpPr txBox="1"/>
            <p:nvPr/>
          </p:nvSpPr>
          <p:spPr>
            <a:xfrm>
              <a:off x="928687" y="66850"/>
              <a:ext cx="61647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공지사항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10EF86A-1E2B-B139-5D60-1DC2EE0F689D}"/>
                </a:ext>
              </a:extLst>
            </p:cNvPr>
            <p:cNvSpPr txBox="1"/>
            <p:nvPr/>
          </p:nvSpPr>
          <p:spPr>
            <a:xfrm>
              <a:off x="1763511" y="66850"/>
              <a:ext cx="55810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자료요청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50C6665-C283-0BD0-1E80-3FDA76C3FCB6}"/>
                </a:ext>
              </a:extLst>
            </p:cNvPr>
            <p:cNvSpPr txBox="1"/>
            <p:nvPr/>
          </p:nvSpPr>
          <p:spPr>
            <a:xfrm>
              <a:off x="2539967" y="66850"/>
              <a:ext cx="92928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홍보 컨텐츠 계획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17D8415-3499-BE30-187E-CFF42D60F601}"/>
                </a:ext>
              </a:extLst>
            </p:cNvPr>
            <p:cNvSpPr txBox="1"/>
            <p:nvPr/>
          </p:nvSpPr>
          <p:spPr>
            <a:xfrm>
              <a:off x="3687602" y="66850"/>
              <a:ext cx="78394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뉴스레터 제작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3AF6A4A-A28A-CC0A-8738-B67047DBF8EB}"/>
                </a:ext>
              </a:extLst>
            </p:cNvPr>
            <p:cNvSpPr txBox="1"/>
            <p:nvPr/>
          </p:nvSpPr>
          <p:spPr>
            <a:xfrm>
              <a:off x="6265979" y="66850"/>
              <a:ext cx="56541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스튜디오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9709E9D-985C-D7A9-DBB3-B8B63D32B848}"/>
                </a:ext>
              </a:extLst>
            </p:cNvPr>
            <p:cNvSpPr txBox="1"/>
            <p:nvPr/>
          </p:nvSpPr>
          <p:spPr>
            <a:xfrm>
              <a:off x="7049750" y="66850"/>
              <a:ext cx="51653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관리자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C40FF8D-4AF6-A888-2D97-0356F48AFB92}"/>
                </a:ext>
              </a:extLst>
            </p:cNvPr>
            <p:cNvSpPr txBox="1"/>
            <p:nvPr/>
          </p:nvSpPr>
          <p:spPr>
            <a:xfrm>
              <a:off x="5474696" y="66850"/>
              <a:ext cx="5729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정책광고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190F79D-8591-7562-164D-750C275A2DDF}"/>
                </a:ext>
              </a:extLst>
            </p:cNvPr>
            <p:cNvSpPr txBox="1"/>
            <p:nvPr/>
          </p:nvSpPr>
          <p:spPr>
            <a:xfrm>
              <a:off x="4689895" y="66850"/>
              <a:ext cx="56645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매체협업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27BF39A-291C-902D-44E3-44C917C31366}"/>
                </a:ext>
              </a:extLst>
            </p:cNvPr>
            <p:cNvSpPr txBox="1"/>
            <p:nvPr/>
          </p:nvSpPr>
          <p:spPr>
            <a:xfrm>
              <a:off x="7784634" y="66850"/>
              <a:ext cx="7557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시스템관리자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64DC964-5F00-0C10-9C30-AF7FD77E3F67}"/>
              </a:ext>
            </a:extLst>
          </p:cNvPr>
          <p:cNvGrpSpPr/>
          <p:nvPr/>
        </p:nvGrpSpPr>
        <p:grpSpPr>
          <a:xfrm>
            <a:off x="-8170" y="5251087"/>
            <a:ext cx="388800" cy="1180038"/>
            <a:chOff x="-8170" y="5251087"/>
            <a:chExt cx="388800" cy="1180038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82C2A745-B0F6-FD12-AC77-ECAF440D15BA}"/>
                </a:ext>
              </a:extLst>
            </p:cNvPr>
            <p:cNvGrpSpPr/>
            <p:nvPr/>
          </p:nvGrpSpPr>
          <p:grpSpPr>
            <a:xfrm>
              <a:off x="-8170" y="5251087"/>
              <a:ext cx="388800" cy="165600"/>
              <a:chOff x="-6196500" y="784788"/>
              <a:chExt cx="388800" cy="165600"/>
            </a:xfrm>
          </p:grpSpPr>
          <p:sp>
            <p:nvSpPr>
              <p:cNvPr id="45" name="Oval 468">
                <a:extLst>
                  <a:ext uri="{FF2B5EF4-FFF2-40B4-BE49-F238E27FC236}">
                    <a16:creationId xmlns:a16="http://schemas.microsoft.com/office/drawing/2014/main" id="{3BAE3B37-F017-EC0E-0C28-6D75EB1B549F}"/>
                  </a:ext>
                </a:extLst>
              </p:cNvPr>
              <p:cNvSpPr/>
              <p:nvPr/>
            </p:nvSpPr>
            <p:spPr>
              <a:xfrm>
                <a:off x="-6084900" y="784788"/>
                <a:ext cx="165600" cy="165600"/>
              </a:xfrm>
              <a:prstGeom prst="ellipse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6CE2F3A-0FF8-EF97-0231-1CE5476AAD9B}"/>
                  </a:ext>
                </a:extLst>
              </p:cNvPr>
              <p:cNvSpPr txBox="1"/>
              <p:nvPr/>
            </p:nvSpPr>
            <p:spPr>
              <a:xfrm>
                <a:off x="-6196500" y="784788"/>
                <a:ext cx="388800" cy="165600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sz="900" b="1" dirty="0">
                    <a:solidFill>
                      <a:srgbClr val="FFFFFF"/>
                    </a:solidFill>
                    <a:latin typeface="Noto Sans KR"/>
                  </a:rPr>
                  <a:t>1</a:t>
                </a:r>
              </a:p>
            </p:txBody>
          </p:sp>
        </p:grp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A0E07E98-3D67-1C45-5E0C-424E56521394}"/>
                </a:ext>
              </a:extLst>
            </p:cNvPr>
            <p:cNvGrpSpPr/>
            <p:nvPr/>
          </p:nvGrpSpPr>
          <p:grpSpPr>
            <a:xfrm>
              <a:off x="-8170" y="5456570"/>
              <a:ext cx="388800" cy="165600"/>
              <a:chOff x="-6196500" y="1051188"/>
              <a:chExt cx="388800" cy="165600"/>
            </a:xfrm>
          </p:grpSpPr>
          <p:sp>
            <p:nvSpPr>
              <p:cNvPr id="43" name="Oval 474">
                <a:extLst>
                  <a:ext uri="{FF2B5EF4-FFF2-40B4-BE49-F238E27FC236}">
                    <a16:creationId xmlns:a16="http://schemas.microsoft.com/office/drawing/2014/main" id="{99BDA7BA-12ED-F3F5-8B2C-A9BCCBF34D4F}"/>
                  </a:ext>
                </a:extLst>
              </p:cNvPr>
              <p:cNvSpPr/>
              <p:nvPr/>
            </p:nvSpPr>
            <p:spPr>
              <a:xfrm>
                <a:off x="-6084900" y="1051188"/>
                <a:ext cx="165600" cy="165600"/>
              </a:xfrm>
              <a:prstGeom prst="ellipse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B4DEAAE-F074-1F87-80FA-F22276AB5F6B}"/>
                  </a:ext>
                </a:extLst>
              </p:cNvPr>
              <p:cNvSpPr txBox="1"/>
              <p:nvPr/>
            </p:nvSpPr>
            <p:spPr>
              <a:xfrm>
                <a:off x="-6196500" y="1051188"/>
                <a:ext cx="388800" cy="165600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sz="900" b="1" dirty="0">
                    <a:solidFill>
                      <a:srgbClr val="FFFFFF"/>
                    </a:solidFill>
                    <a:latin typeface="Noto Sans KR"/>
                  </a:rPr>
                  <a:t>2</a:t>
                </a:r>
              </a:p>
            </p:txBody>
          </p:sp>
        </p:grp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D08F3FED-8326-C3FD-3A9A-8625FCE0ED7D}"/>
                </a:ext>
              </a:extLst>
            </p:cNvPr>
            <p:cNvGrpSpPr/>
            <p:nvPr/>
          </p:nvGrpSpPr>
          <p:grpSpPr>
            <a:xfrm>
              <a:off x="-8170" y="5655503"/>
              <a:ext cx="388800" cy="165600"/>
              <a:chOff x="-6196500" y="1317588"/>
              <a:chExt cx="388800" cy="165600"/>
            </a:xfrm>
          </p:grpSpPr>
          <p:sp>
            <p:nvSpPr>
              <p:cNvPr id="41" name="Oval 480">
                <a:extLst>
                  <a:ext uri="{FF2B5EF4-FFF2-40B4-BE49-F238E27FC236}">
                    <a16:creationId xmlns:a16="http://schemas.microsoft.com/office/drawing/2014/main" id="{8287D495-4123-4106-6574-A80EC0D29166}"/>
                  </a:ext>
                </a:extLst>
              </p:cNvPr>
              <p:cNvSpPr/>
              <p:nvPr/>
            </p:nvSpPr>
            <p:spPr>
              <a:xfrm>
                <a:off x="-6084900" y="1317588"/>
                <a:ext cx="165600" cy="165600"/>
              </a:xfrm>
              <a:prstGeom prst="ellipse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935B4B3-D3AC-A9D2-2E36-3BEBA8286D8B}"/>
                  </a:ext>
                </a:extLst>
              </p:cNvPr>
              <p:cNvSpPr txBox="1"/>
              <p:nvPr/>
            </p:nvSpPr>
            <p:spPr>
              <a:xfrm>
                <a:off x="-6196500" y="1317588"/>
                <a:ext cx="388800" cy="165600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sz="900" b="1" dirty="0">
                    <a:solidFill>
                      <a:srgbClr val="FFFFFF"/>
                    </a:solidFill>
                    <a:latin typeface="Noto Sans KR"/>
                  </a:rPr>
                  <a:t>3</a:t>
                </a:r>
              </a:p>
            </p:txBody>
          </p: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445194F1-C177-035E-8E97-F09855698757}"/>
                </a:ext>
              </a:extLst>
            </p:cNvPr>
            <p:cNvGrpSpPr/>
            <p:nvPr/>
          </p:nvGrpSpPr>
          <p:grpSpPr>
            <a:xfrm>
              <a:off x="-8170" y="5862505"/>
              <a:ext cx="388800" cy="165600"/>
              <a:chOff x="-6196500" y="1583988"/>
              <a:chExt cx="388800" cy="165600"/>
            </a:xfrm>
          </p:grpSpPr>
          <p:sp>
            <p:nvSpPr>
              <p:cNvPr id="39" name="Oval 486">
                <a:extLst>
                  <a:ext uri="{FF2B5EF4-FFF2-40B4-BE49-F238E27FC236}">
                    <a16:creationId xmlns:a16="http://schemas.microsoft.com/office/drawing/2014/main" id="{A99AF9AB-0955-5213-9D88-5A0705A9843E}"/>
                  </a:ext>
                </a:extLst>
              </p:cNvPr>
              <p:cNvSpPr/>
              <p:nvPr/>
            </p:nvSpPr>
            <p:spPr>
              <a:xfrm>
                <a:off x="-6084900" y="1583988"/>
                <a:ext cx="165600" cy="165600"/>
              </a:xfrm>
              <a:prstGeom prst="ellipse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183B2EB-293C-D94D-5A9F-41447E2CA8B3}"/>
                  </a:ext>
                </a:extLst>
              </p:cNvPr>
              <p:cNvSpPr txBox="1"/>
              <p:nvPr/>
            </p:nvSpPr>
            <p:spPr>
              <a:xfrm>
                <a:off x="-6196500" y="1583988"/>
                <a:ext cx="388800" cy="165600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Noto Sans KR"/>
                  </a:rPr>
                  <a:t>4</a:t>
                </a:r>
              </a:p>
            </p:txBody>
          </p: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5F90FA3B-8491-0531-79C9-4945B40BCCF4}"/>
                </a:ext>
              </a:extLst>
            </p:cNvPr>
            <p:cNvGrpSpPr/>
            <p:nvPr/>
          </p:nvGrpSpPr>
          <p:grpSpPr>
            <a:xfrm>
              <a:off x="-8170" y="6062807"/>
              <a:ext cx="388800" cy="165600"/>
              <a:chOff x="-6196500" y="1850388"/>
              <a:chExt cx="388800" cy="165600"/>
            </a:xfrm>
          </p:grpSpPr>
          <p:sp>
            <p:nvSpPr>
              <p:cNvPr id="37" name="Oval 492">
                <a:extLst>
                  <a:ext uri="{FF2B5EF4-FFF2-40B4-BE49-F238E27FC236}">
                    <a16:creationId xmlns:a16="http://schemas.microsoft.com/office/drawing/2014/main" id="{397344DD-0022-EA02-EF89-59A0BB23692C}"/>
                  </a:ext>
                </a:extLst>
              </p:cNvPr>
              <p:cNvSpPr/>
              <p:nvPr/>
            </p:nvSpPr>
            <p:spPr>
              <a:xfrm>
                <a:off x="-6084900" y="1850388"/>
                <a:ext cx="165600" cy="165600"/>
              </a:xfrm>
              <a:prstGeom prst="ellipse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55A694B-1833-4FB8-DD69-5A0075B98C60}"/>
                  </a:ext>
                </a:extLst>
              </p:cNvPr>
              <p:cNvSpPr txBox="1"/>
              <p:nvPr/>
            </p:nvSpPr>
            <p:spPr>
              <a:xfrm>
                <a:off x="-6196500" y="1850388"/>
                <a:ext cx="388800" cy="165600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Noto Sans KR"/>
                  </a:rPr>
                  <a:t>5</a:t>
                </a:r>
              </a:p>
            </p:txBody>
          </p: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E5BC6E69-5A03-D671-DA3E-1E1B06377F5A}"/>
                </a:ext>
              </a:extLst>
            </p:cNvPr>
            <p:cNvGrpSpPr/>
            <p:nvPr/>
          </p:nvGrpSpPr>
          <p:grpSpPr>
            <a:xfrm>
              <a:off x="-8170" y="6265525"/>
              <a:ext cx="388800" cy="165600"/>
              <a:chOff x="-6201094" y="2116788"/>
              <a:chExt cx="388800" cy="165600"/>
            </a:xfrm>
          </p:grpSpPr>
          <p:sp>
            <p:nvSpPr>
              <p:cNvPr id="35" name="Oval 492">
                <a:extLst>
                  <a:ext uri="{FF2B5EF4-FFF2-40B4-BE49-F238E27FC236}">
                    <a16:creationId xmlns:a16="http://schemas.microsoft.com/office/drawing/2014/main" id="{93180A82-8218-14DA-CB54-3C3BEF4B8189}"/>
                  </a:ext>
                </a:extLst>
              </p:cNvPr>
              <p:cNvSpPr/>
              <p:nvPr/>
            </p:nvSpPr>
            <p:spPr>
              <a:xfrm>
                <a:off x="-6089494" y="2116788"/>
                <a:ext cx="165600" cy="165600"/>
              </a:xfrm>
              <a:prstGeom prst="ellipse">
                <a:avLst/>
              </a:prstGeom>
              <a:solidFill>
                <a:srgbClr val="2E447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3C724F6-F320-2057-233D-ABF860F17DC8}"/>
                  </a:ext>
                </a:extLst>
              </p:cNvPr>
              <p:cNvSpPr txBox="1"/>
              <p:nvPr/>
            </p:nvSpPr>
            <p:spPr>
              <a:xfrm>
                <a:off x="-6201094" y="2130338"/>
                <a:ext cx="388800" cy="138499"/>
              </a:xfrm>
              <a:prstGeom prst="rect">
                <a:avLst/>
              </a:prstGeom>
              <a:noFill/>
            </p:spPr>
            <p:txBody>
              <a:bodyPr wrap="square" lIns="18000" tIns="0" rIns="18000" bIns="0" anchor="ctr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Noto Sans KR"/>
                  </a:rPr>
                  <a:t>6</a:t>
                </a:r>
                <a:endParaRPr sz="900" b="1" dirty="0">
                  <a:solidFill>
                    <a:srgbClr val="FFFFFF"/>
                  </a:solidFill>
                  <a:latin typeface="Noto Sans K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332738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133" y="1270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3133" y="12700"/>
            <a:ext cx="12192000" cy="6858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3088" y="0"/>
            <a:ext cx="12182734" cy="3302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41957" y="63500"/>
            <a:ext cx="1186543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dirty="0" err="1">
                <a:solidFill>
                  <a:srgbClr val="AABBCC"/>
                </a:solidFill>
                <a:latin typeface="+mn-ea"/>
              </a:rPr>
              <a:t>홍길동</a:t>
            </a:r>
            <a:r>
              <a:rPr sz="1000" dirty="0">
                <a:solidFill>
                  <a:srgbClr val="AABBCC"/>
                </a:solidFill>
                <a:latin typeface="+mn-ea"/>
              </a:rPr>
              <a:t> | </a:t>
            </a:r>
            <a:r>
              <a:rPr sz="1000" dirty="0" err="1">
                <a:solidFill>
                  <a:srgbClr val="AABBCC"/>
                </a:solidFill>
                <a:latin typeface="+mn-ea"/>
              </a:rPr>
              <a:t>로그아웃</a:t>
            </a:r>
            <a:endParaRPr sz="1000" dirty="0">
              <a:solidFill>
                <a:srgbClr val="AABBCC"/>
              </a:solidFill>
              <a:latin typeface="+mn-ea"/>
            </a:endParaRPr>
          </a:p>
        </p:txBody>
      </p:sp>
      <p:sp>
        <p:nvSpPr>
          <p:cNvPr id="6" name="Rectangle 14"/>
          <p:cNvSpPr/>
          <p:nvPr/>
        </p:nvSpPr>
        <p:spPr>
          <a:xfrm>
            <a:off x="-88" y="328771"/>
            <a:ext cx="12185910" cy="304800"/>
          </a:xfrm>
          <a:prstGeom prst="rect">
            <a:avLst/>
          </a:prstGeom>
          <a:solidFill>
            <a:srgbClr val="2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9690100" y="642825"/>
            <a:ext cx="2501900" cy="4381500"/>
            <a:chOff x="9690100" y="635000"/>
            <a:chExt cx="2501900" cy="4381500"/>
          </a:xfrm>
        </p:grpSpPr>
        <p:sp>
          <p:nvSpPr>
            <p:cNvPr id="8" name="Rectangle 189"/>
            <p:cNvSpPr/>
            <p:nvPr/>
          </p:nvSpPr>
          <p:spPr>
            <a:xfrm>
              <a:off x="9690100" y="635000"/>
              <a:ext cx="2501900" cy="4381500"/>
            </a:xfrm>
            <a:prstGeom prst="rect">
              <a:avLst/>
            </a:prstGeom>
            <a:solidFill>
              <a:srgbClr val="E8ECF4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9" name="Rectangle 190"/>
            <p:cNvSpPr/>
            <p:nvPr/>
          </p:nvSpPr>
          <p:spPr>
            <a:xfrm>
              <a:off x="9690100" y="635000"/>
              <a:ext cx="2501900" cy="254000"/>
            </a:xfrm>
            <a:prstGeom prst="rect">
              <a:avLst/>
            </a:prstGeom>
            <a:solidFill>
              <a:srgbClr val="4450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779000" y="654812"/>
              <a:ext cx="86113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  <a:latin typeface="+mn-ea"/>
                </a:rPr>
                <a:t>페이지 정보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779000" y="952500"/>
              <a:ext cx="56297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 err="1">
                  <a:solidFill>
                    <a:srgbClr val="445064"/>
                  </a:solidFill>
                  <a:latin typeface="+mn-ea"/>
                </a:rPr>
                <a:t>화면</a:t>
              </a:r>
              <a:r>
                <a:rPr sz="900" dirty="0">
                  <a:solidFill>
                    <a:srgbClr val="445064"/>
                  </a:solidFill>
                  <a:latin typeface="+mn-ea"/>
                </a:rPr>
                <a:t> ID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779000" y="1295400"/>
              <a:ext cx="53091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화면명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779000" y="1638300"/>
              <a:ext cx="67839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접근 권한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779000" y="1981200"/>
              <a:ext cx="67839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>
                  <a:solidFill>
                    <a:srgbClr val="445064"/>
                  </a:solidFill>
                  <a:latin typeface="+mn-ea"/>
                </a:rPr>
                <a:t>메뉴 경로</a:t>
              </a:r>
            </a:p>
          </p:txBody>
        </p:sp>
        <p:sp>
          <p:nvSpPr>
            <p:cNvPr id="15" name="Rectangle 200"/>
            <p:cNvSpPr/>
            <p:nvPr/>
          </p:nvSpPr>
          <p:spPr>
            <a:xfrm>
              <a:off x="9690100" y="2324100"/>
              <a:ext cx="2501900" cy="2032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779000" y="2331212"/>
              <a:ext cx="90922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사용</a:t>
              </a:r>
              <a:r>
                <a:rPr sz="900" b="1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컴포넌트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7" name="Rectangle 209"/>
            <p:cNvSpPr/>
            <p:nvPr/>
          </p:nvSpPr>
          <p:spPr>
            <a:xfrm>
              <a:off x="9690100" y="3670300"/>
              <a:ext cx="2501900" cy="177800"/>
            </a:xfrm>
            <a:prstGeom prst="rect">
              <a:avLst/>
            </a:prstGeom>
            <a:solidFill>
              <a:srgbClr val="3C4A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</p:grpSp>
      <p:grpSp>
        <p:nvGrpSpPr>
          <p:cNvPr id="59" name="그룹 58"/>
          <p:cNvGrpSpPr/>
          <p:nvPr/>
        </p:nvGrpSpPr>
        <p:grpSpPr>
          <a:xfrm>
            <a:off x="0" y="6591300"/>
            <a:ext cx="12192000" cy="266700"/>
            <a:chOff x="0" y="6591300"/>
            <a:chExt cx="12192000" cy="266700"/>
          </a:xfrm>
        </p:grpSpPr>
        <p:sp>
          <p:nvSpPr>
            <p:cNvPr id="60" name="Rectangle 272"/>
            <p:cNvSpPr/>
            <p:nvPr/>
          </p:nvSpPr>
          <p:spPr>
            <a:xfrm>
              <a:off x="0" y="6591300"/>
              <a:ext cx="12192000" cy="266700"/>
            </a:xfrm>
            <a:prstGeom prst="rect">
              <a:avLst/>
            </a:prstGeom>
            <a:solidFill>
              <a:srgbClr val="1E2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4666" y="6642100"/>
              <a:ext cx="290496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800" dirty="0" err="1">
                  <a:solidFill>
                    <a:srgbClr val="AABBCC"/>
                  </a:solidFill>
                  <a:latin typeface="+mn-ea"/>
                </a:rPr>
                <a:t>소통나눔방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시스템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고도화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기획서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 | 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○○부처</a:t>
              </a:r>
              <a:r>
                <a:rPr sz="800" dirty="0">
                  <a:solidFill>
                    <a:srgbClr val="AABBCC"/>
                  </a:solidFill>
                  <a:latin typeface="+mn-ea"/>
                </a:rPr>
                <a:t> </a:t>
              </a:r>
              <a:r>
                <a:rPr sz="800" dirty="0" err="1">
                  <a:solidFill>
                    <a:srgbClr val="AABBCC"/>
                  </a:solidFill>
                  <a:latin typeface="+mn-ea"/>
                </a:rPr>
                <a:t>○○과</a:t>
              </a:r>
              <a:endParaRPr sz="800" dirty="0">
                <a:solidFill>
                  <a:srgbClr val="AABBCC"/>
                </a:solidFill>
                <a:latin typeface="+mn-ea"/>
              </a:endParaRPr>
            </a:p>
          </p:txBody>
        </p:sp>
      </p:grpSp>
      <p:sp>
        <p:nvSpPr>
          <p:cNvPr id="74" name="TextBox 73"/>
          <p:cNvSpPr txBox="1"/>
          <p:nvPr/>
        </p:nvSpPr>
        <p:spPr>
          <a:xfrm>
            <a:off x="453642" y="1848280"/>
            <a:ext cx="312907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dirty="0">
                <a:solidFill>
                  <a:srgbClr val="C00000"/>
                </a:solidFill>
                <a:latin typeface="+mn-ea"/>
              </a:rPr>
              <a:t>④</a:t>
            </a:r>
          </a:p>
        </p:txBody>
      </p:sp>
      <p:grpSp>
        <p:nvGrpSpPr>
          <p:cNvPr id="75" name="그룹 74"/>
          <p:cNvGrpSpPr/>
          <p:nvPr/>
        </p:nvGrpSpPr>
        <p:grpSpPr>
          <a:xfrm>
            <a:off x="16409" y="361950"/>
            <a:ext cx="12144634" cy="265271"/>
            <a:chOff x="660400" y="361950"/>
            <a:chExt cx="11493500" cy="265271"/>
          </a:xfrm>
        </p:grpSpPr>
        <p:sp>
          <p:nvSpPr>
            <p:cNvPr id="76" name="TextBox 75"/>
            <p:cNvSpPr txBox="1"/>
            <p:nvPr/>
          </p:nvSpPr>
          <p:spPr>
            <a:xfrm>
              <a:off x="660400" y="361950"/>
              <a:ext cx="239725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1100" b="1" dirty="0" err="1">
                  <a:solidFill>
                    <a:srgbClr val="FFFFFF"/>
                  </a:solidFill>
                  <a:latin typeface="+mn-ea"/>
                </a:rPr>
                <a:t>자료요청  &gt;  취합 현황 대시보드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9673207" y="381000"/>
              <a:ext cx="248069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r"/>
              <a:r>
                <a:rPr sz="1000" dirty="0">
                  <a:solidFill>
                    <a:srgbClr val="AABBCC"/>
                  </a:solidFill>
                  <a:latin typeface="+mn-ea"/>
                </a:rPr>
                <a:t>홈  &gt;  자료요청  &gt;  취합현황 대시보드</a:t>
              </a:r>
            </a:p>
          </p:txBody>
        </p:sp>
      </p:grpSp>
      <p:grpSp>
        <p:nvGrpSpPr>
          <p:cNvPr id="78" name="그룹 77"/>
          <p:cNvGrpSpPr/>
          <p:nvPr/>
        </p:nvGrpSpPr>
        <p:grpSpPr>
          <a:xfrm>
            <a:off x="-3177" y="646271"/>
            <a:ext cx="9682958" cy="4377660"/>
            <a:chOff x="-19565" y="614522"/>
            <a:chExt cx="9684010" cy="4394732"/>
          </a:xfrm>
        </p:grpSpPr>
        <p:sp>
          <p:nvSpPr>
            <p:cNvPr id="79" name="Rectangle 17"/>
            <p:cNvSpPr/>
            <p:nvPr/>
          </p:nvSpPr>
          <p:spPr>
            <a:xfrm>
              <a:off x="-19565" y="614522"/>
              <a:ext cx="9684010" cy="43947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latin typeface="+mn-ea"/>
                </a:rPr>
                <a:t>①</a:t>
              </a:r>
              <a:endParaRPr sz="2400" dirty="0">
                <a:latin typeface="+mn-ea"/>
              </a:endParaRPr>
            </a:p>
          </p:txBody>
        </p:sp>
        <p:grpSp>
          <p:nvGrpSpPr>
            <p:cNvPr id="81" name="그룹 80"/>
            <p:cNvGrpSpPr/>
            <p:nvPr/>
          </p:nvGrpSpPr>
          <p:grpSpPr>
            <a:xfrm>
              <a:off x="-18771" y="614522"/>
              <a:ext cx="9631926" cy="254808"/>
              <a:chOff x="544502" y="637301"/>
              <a:chExt cx="9085403" cy="254808"/>
            </a:xfrm>
          </p:grpSpPr>
          <p:sp>
            <p:nvSpPr>
              <p:cNvPr id="83" name="Rectangle 18"/>
              <p:cNvSpPr/>
              <p:nvPr/>
            </p:nvSpPr>
            <p:spPr>
              <a:xfrm>
                <a:off x="544502" y="637301"/>
                <a:ext cx="9085403" cy="251287"/>
              </a:xfrm>
              <a:prstGeom prst="rect">
                <a:avLst/>
              </a:prstGeom>
              <a:solidFill>
                <a:srgbClr val="44506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660400" y="645698"/>
                <a:ext cx="1183858" cy="2464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ko-KR" altLang="en-US" sz="1000" dirty="0">
                    <a:solidFill>
                      <a:srgbClr val="FFFFFF"/>
                    </a:solidFill>
                    <a:latin typeface="+mn-ea"/>
                  </a:rPr>
                  <a:t>취합현황 대시보드</a:t>
                </a:r>
                <a:endParaRPr sz="1000" dirty="0">
                  <a:solidFill>
                    <a:srgbClr val="FFFFFF"/>
                  </a:solidFill>
                  <a:latin typeface="+mn-ea"/>
                </a:endParaRPr>
              </a:p>
            </p:txBody>
          </p:sp>
        </p:grpSp>
      </p:grpSp>
      <p:sp>
        <p:nvSpPr>
          <p:cNvPr id="166" name="TextBox 165"/>
          <p:cNvSpPr txBox="1"/>
          <p:nvPr/>
        </p:nvSpPr>
        <p:spPr>
          <a:xfrm>
            <a:off x="10039218" y="6642100"/>
            <a:ext cx="2114682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800" dirty="0">
                <a:solidFill>
                  <a:srgbClr val="AABBCC"/>
                </a:solidFill>
                <a:latin typeface="+mn-ea"/>
              </a:rPr>
              <a:t>SCR-NEW-901  |  자료요청 대시보드</a:t>
            </a:r>
          </a:p>
        </p:txBody>
      </p:sp>
      <p:grpSp>
        <p:nvGrpSpPr>
          <p:cNvPr id="181" name="그룹 180"/>
          <p:cNvGrpSpPr/>
          <p:nvPr/>
        </p:nvGrpSpPr>
        <p:grpSpPr>
          <a:xfrm>
            <a:off x="9779000" y="1092200"/>
            <a:ext cx="2324100" cy="2148532"/>
            <a:chOff x="9779000" y="1092200"/>
            <a:chExt cx="2324100" cy="2148532"/>
          </a:xfrm>
        </p:grpSpPr>
        <p:sp>
          <p:nvSpPr>
            <p:cNvPr id="182" name="TextBox 181"/>
            <p:cNvSpPr txBox="1"/>
            <p:nvPr/>
          </p:nvSpPr>
          <p:spPr>
            <a:xfrm>
              <a:off x="9779000" y="10922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 dirty="0">
                  <a:solidFill>
                    <a:srgbClr val="1E2D45"/>
                  </a:solidFill>
                  <a:latin typeface="+mn-ea"/>
                </a:rPr>
                <a:t>SCR-NEW-</a:t>
              </a:r>
              <a:r>
                <a:rPr lang="en-US" sz="1000" dirty="0">
                  <a:solidFill>
                    <a:srgbClr val="1E2D45"/>
                  </a:solidFill>
                  <a:latin typeface="+mn-ea"/>
                </a:rPr>
                <a:t>9</a:t>
              </a:r>
              <a:r>
                <a:rPr sz="1000" dirty="0">
                  <a:solidFill>
                    <a:srgbClr val="1E2D45"/>
                  </a:solidFill>
                  <a:latin typeface="+mn-ea"/>
                </a:rPr>
                <a:t>0</a:t>
              </a:r>
              <a:r>
                <a:rPr lang="en-US" sz="1000" dirty="0">
                  <a:solidFill>
                    <a:srgbClr val="1E2D45"/>
                  </a:solidFill>
                  <a:latin typeface="+mn-ea"/>
                </a:rPr>
                <a:t>1</a:t>
              </a:r>
              <a:endParaRPr sz="10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9779000" y="1435100"/>
              <a:ext cx="23241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 dirty="0" err="1">
                  <a:solidFill>
                    <a:srgbClr val="1E2D45"/>
                  </a:solidFill>
                  <a:latin typeface="+mn-ea"/>
                </a:rPr>
                <a:t>자료요청 취합 현황 대시 보드 화면</a:t>
              </a:r>
              <a:endParaRPr sz="10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9779000" y="17780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>
                  <a:solidFill>
                    <a:srgbClr val="1E2D45"/>
                  </a:solidFill>
                  <a:latin typeface="+mn-ea"/>
                </a:rPr>
                <a:t>관리자(과) / 기관 관리자</a:t>
              </a: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9779000" y="2120900"/>
              <a:ext cx="23241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000" dirty="0" err="1">
                  <a:solidFill>
                    <a:srgbClr val="1E2D45"/>
                  </a:solidFill>
                  <a:latin typeface="+mn-ea"/>
                </a:rPr>
                <a:t>자료요청 &gt; 취합 현황 대시보드</a:t>
              </a:r>
              <a:endParaRPr sz="10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9779000" y="2552700"/>
              <a:ext cx="133562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lang="en-US" sz="900" dirty="0">
                  <a:solidFill>
                    <a:srgbClr val="1E2D45"/>
                  </a:solidFill>
                  <a:latin typeface="+mn-ea"/>
                </a:rPr>
                <a:t>KPI</a:t>
              </a:r>
              <a:r>
                <a:rPr lang="ko-KR" altLang="en-US" sz="900" dirty="0">
                  <a:solidFill>
                    <a:srgbClr val="1E2D45"/>
                  </a:solidFill>
                  <a:latin typeface="+mn-ea"/>
                </a:rPr>
                <a:t>카드</a:t>
              </a:r>
              <a:r>
                <a:rPr lang="en-US" altLang="ko-KR" sz="900" dirty="0">
                  <a:solidFill>
                    <a:srgbClr val="1E2D45"/>
                  </a:solidFill>
                  <a:latin typeface="+mn-ea"/>
                </a:rPr>
                <a:t>(</a:t>
              </a:r>
              <a:r>
                <a:rPr lang="en-US" sz="900" dirty="0">
                  <a:solidFill>
                    <a:srgbClr val="1E2D45"/>
                  </a:solidFill>
                  <a:latin typeface="+mn-ea"/>
                </a:rPr>
                <a:t>4</a:t>
              </a:r>
              <a:r>
                <a:rPr lang="ko-KR" altLang="en-US" sz="900" dirty="0">
                  <a:solidFill>
                    <a:srgbClr val="1E2D45"/>
                  </a:solidFill>
                  <a:latin typeface="+mn-ea"/>
                </a:rPr>
                <a:t>종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) —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분류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9779000" y="2705100"/>
              <a:ext cx="118173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lang="ko-KR" altLang="en-US" sz="900" dirty="0">
                  <a:solidFill>
                    <a:srgbClr val="1E2D45"/>
                  </a:solidFill>
                  <a:latin typeface="+mn-ea"/>
                </a:rPr>
                <a:t>표</a:t>
              </a:r>
              <a:r>
                <a:rPr lang="en-US" altLang="ko-KR" sz="900" dirty="0">
                  <a:solidFill>
                    <a:srgbClr val="1E2D45"/>
                  </a:solidFill>
                  <a:latin typeface="+mn-ea"/>
                </a:rPr>
                <a:t>/</a:t>
              </a:r>
              <a:r>
                <a:rPr lang="ko-KR" altLang="en-US" sz="900" dirty="0">
                  <a:solidFill>
                    <a:srgbClr val="1E2D45"/>
                  </a:solidFill>
                  <a:latin typeface="+mn-ea"/>
                </a:rPr>
                <a:t>리스트 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— </a:t>
              </a:r>
              <a:r>
                <a:rPr lang="ko-KR" altLang="en-US" sz="900" dirty="0">
                  <a:solidFill>
                    <a:srgbClr val="1E2D45"/>
                  </a:solidFill>
                  <a:latin typeface="+mn-ea"/>
                </a:rPr>
                <a:t>목록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9779000" y="2857500"/>
              <a:ext cx="145584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lang="ko-KR" altLang="en-US" sz="900" dirty="0">
                  <a:solidFill>
                    <a:srgbClr val="1E2D45"/>
                  </a:solidFill>
                  <a:latin typeface="+mn-ea"/>
                </a:rPr>
                <a:t>상태</a:t>
              </a:r>
              <a:r>
                <a:rPr lang="en-US" altLang="ko-KR" sz="900" dirty="0">
                  <a:solidFill>
                    <a:srgbClr val="1E2D45"/>
                  </a:solidFill>
                  <a:latin typeface="+mn-ea"/>
                </a:rPr>
                <a:t>badge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 — </a:t>
              </a:r>
              <a:r>
                <a:rPr lang="ko-KR" altLang="en-US" sz="900" dirty="0">
                  <a:solidFill>
                    <a:srgbClr val="1E2D45"/>
                  </a:solidFill>
                  <a:latin typeface="+mn-ea"/>
                </a:rPr>
                <a:t>진행상황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9779000" y="3009900"/>
              <a:ext cx="177003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sz="900" dirty="0">
                  <a:solidFill>
                    <a:srgbClr val="1E2D45"/>
                  </a:solidFill>
                  <a:latin typeface="+mn-ea"/>
                </a:rPr>
                <a:t>· 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기본Btn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(</a:t>
              </a:r>
              <a:r>
                <a:rPr sz="900" dirty="0" err="1">
                  <a:solidFill>
                    <a:srgbClr val="1E2D45"/>
                  </a:solidFill>
                  <a:latin typeface="+mn-ea"/>
                </a:rPr>
                <a:t>사각형</a:t>
              </a:r>
              <a:r>
                <a:rPr sz="900" dirty="0">
                  <a:solidFill>
                    <a:srgbClr val="1E2D45"/>
                  </a:solidFill>
                  <a:latin typeface="+mn-ea"/>
                </a:rPr>
                <a:t>) —</a:t>
              </a:r>
              <a:r>
                <a:rPr lang="en-US" sz="900" dirty="0">
                  <a:solidFill>
                    <a:srgbClr val="1E2D45"/>
                  </a:solidFill>
                  <a:latin typeface="+mn-ea"/>
                </a:rPr>
                <a:t> </a:t>
              </a:r>
              <a:r>
                <a:rPr lang="ko-KR" altLang="en-US" sz="900" dirty="0">
                  <a:solidFill>
                    <a:srgbClr val="1E2D45"/>
                  </a:solidFill>
                  <a:latin typeface="+mn-ea"/>
                </a:rPr>
                <a:t>등록</a:t>
              </a:r>
              <a:r>
                <a:rPr lang="en-US" altLang="ko-KR" sz="900" dirty="0">
                  <a:solidFill>
                    <a:srgbClr val="1E2D45"/>
                  </a:solidFill>
                  <a:latin typeface="+mn-ea"/>
                </a:rPr>
                <a:t>/</a:t>
              </a:r>
              <a:r>
                <a:rPr lang="ko-KR" altLang="en-US" sz="900" dirty="0">
                  <a:solidFill>
                    <a:srgbClr val="1E2D45"/>
                  </a:solidFill>
                  <a:latin typeface="+mn-ea"/>
                </a:rPr>
                <a:t>검색</a:t>
              </a:r>
              <a:endParaRPr sz="900" dirty="0">
                <a:solidFill>
                  <a:srgbClr val="1E2D45"/>
                </a:solidFill>
                <a:latin typeface="+mn-ea"/>
              </a:endParaRPr>
            </a:p>
          </p:txBody>
        </p:sp>
      </p:grpSp>
      <p:grpSp>
        <p:nvGrpSpPr>
          <p:cNvPr id="197" name="그룹 196"/>
          <p:cNvGrpSpPr/>
          <p:nvPr/>
        </p:nvGrpSpPr>
        <p:grpSpPr>
          <a:xfrm>
            <a:off x="19860" y="953976"/>
            <a:ext cx="9605252" cy="3564796"/>
            <a:chOff x="216000" y="756000"/>
            <a:chExt cx="11736000" cy="3679799"/>
          </a:xfrm>
        </p:grpSpPr>
        <p:sp>
          <p:nvSpPr>
            <p:cNvPr id="198" name="Rounded Rectangle 21"/>
            <p:cNvSpPr/>
            <p:nvPr/>
          </p:nvSpPr>
          <p:spPr>
            <a:xfrm>
              <a:off x="216000" y="756000"/>
              <a:ext cx="2826000" cy="864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199" name="Rectangle 22"/>
            <p:cNvSpPr/>
            <p:nvPr/>
          </p:nvSpPr>
          <p:spPr>
            <a:xfrm>
              <a:off x="216000" y="756000"/>
              <a:ext cx="2826000" cy="576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00" name="TextBox 199"/>
            <p:cNvSpPr txBox="1"/>
            <p:nvPr/>
          </p:nvSpPr>
          <p:spPr>
            <a:xfrm>
              <a:off x="360000" y="882000"/>
              <a:ext cx="2538000" cy="17473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>
                  <a:solidFill>
                    <a:srgbClr val="8B95A1"/>
                  </a:solidFill>
                  <a:latin typeface="+mn-ea"/>
                </a:rPr>
                <a:t>진행 중 자료요청</a:t>
              </a:r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360000" y="1062000"/>
              <a:ext cx="2538000" cy="57187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3600">
                  <a:solidFill>
                    <a:srgbClr val="2E4470"/>
                  </a:solidFill>
                  <a:latin typeface="+mn-ea"/>
                </a:rPr>
                <a:t>8</a:t>
              </a:r>
              <a:r>
                <a:rPr sz="1600">
                  <a:solidFill>
                    <a:srgbClr val="243241"/>
                  </a:solidFill>
                  <a:latin typeface="+mn-ea"/>
                </a:rPr>
                <a:t>  건</a:t>
              </a:r>
            </a:p>
          </p:txBody>
        </p:sp>
        <p:sp>
          <p:nvSpPr>
            <p:cNvPr id="202" name="TextBox 201"/>
            <p:cNvSpPr txBox="1"/>
            <p:nvPr/>
          </p:nvSpPr>
          <p:spPr>
            <a:xfrm>
              <a:off x="1404000" y="1422000"/>
              <a:ext cx="1494000" cy="15885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dirty="0" err="1">
                  <a:solidFill>
                    <a:srgbClr val="8B95A1"/>
                  </a:solidFill>
                  <a:latin typeface="+mn-ea"/>
                </a:rPr>
                <a:t>이번</a:t>
              </a:r>
              <a:r>
                <a:rPr sz="1000" dirty="0">
                  <a:solidFill>
                    <a:srgbClr val="8B95A1"/>
                  </a:solidFill>
                  <a:latin typeface="+mn-ea"/>
                </a:rPr>
                <a:t> 주 </a:t>
              </a:r>
              <a:r>
                <a:rPr sz="1000" dirty="0" err="1">
                  <a:solidFill>
                    <a:srgbClr val="8B95A1"/>
                  </a:solidFill>
                  <a:latin typeface="+mn-ea"/>
                </a:rPr>
                <a:t>신규</a:t>
              </a:r>
              <a:r>
                <a:rPr sz="1000" dirty="0">
                  <a:solidFill>
                    <a:srgbClr val="8B95A1"/>
                  </a:solidFill>
                  <a:latin typeface="+mn-ea"/>
                </a:rPr>
                <a:t> 3건</a:t>
              </a:r>
            </a:p>
          </p:txBody>
        </p:sp>
        <p:sp>
          <p:nvSpPr>
            <p:cNvPr id="203" name="Rounded Rectangle 26"/>
            <p:cNvSpPr/>
            <p:nvPr/>
          </p:nvSpPr>
          <p:spPr>
            <a:xfrm>
              <a:off x="3186000" y="756000"/>
              <a:ext cx="2826000" cy="864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04" name="Rectangle 27"/>
            <p:cNvSpPr/>
            <p:nvPr/>
          </p:nvSpPr>
          <p:spPr>
            <a:xfrm>
              <a:off x="3186000" y="756000"/>
              <a:ext cx="2826000" cy="576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05" name="TextBox 204"/>
            <p:cNvSpPr txBox="1"/>
            <p:nvPr/>
          </p:nvSpPr>
          <p:spPr>
            <a:xfrm>
              <a:off x="3330000" y="882000"/>
              <a:ext cx="2538000" cy="17473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>
                  <a:solidFill>
                    <a:srgbClr val="8B95A1"/>
                  </a:solidFill>
                  <a:latin typeface="+mn-ea"/>
                </a:rPr>
                <a:t>금일 마감</a:t>
              </a:r>
            </a:p>
          </p:txBody>
        </p:sp>
        <p:sp>
          <p:nvSpPr>
            <p:cNvPr id="206" name="TextBox 205"/>
            <p:cNvSpPr txBox="1"/>
            <p:nvPr/>
          </p:nvSpPr>
          <p:spPr>
            <a:xfrm>
              <a:off x="3330000" y="1062000"/>
              <a:ext cx="2538000" cy="57187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3600">
                  <a:solidFill>
                    <a:srgbClr val="C62828"/>
                  </a:solidFill>
                  <a:latin typeface="+mn-ea"/>
                </a:rPr>
                <a:t>2</a:t>
              </a:r>
              <a:r>
                <a:rPr sz="1600">
                  <a:solidFill>
                    <a:srgbClr val="243241"/>
                  </a:solidFill>
                  <a:latin typeface="+mn-ea"/>
                </a:rPr>
                <a:t>  건</a:t>
              </a:r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4392001" y="1422000"/>
              <a:ext cx="1475999" cy="15885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dirty="0" err="1">
                  <a:solidFill>
                    <a:srgbClr val="8B95A1"/>
                  </a:solidFill>
                  <a:latin typeface="+mn-ea"/>
                </a:rPr>
                <a:t>제출률</a:t>
              </a:r>
              <a:r>
                <a:rPr sz="1000" dirty="0">
                  <a:solidFill>
                    <a:srgbClr val="8B95A1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8B95A1"/>
                  </a:solidFill>
                  <a:latin typeface="+mn-ea"/>
                </a:rPr>
                <a:t>점검</a:t>
              </a:r>
              <a:r>
                <a:rPr sz="1000" dirty="0">
                  <a:solidFill>
                    <a:srgbClr val="8B95A1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8B95A1"/>
                  </a:solidFill>
                  <a:latin typeface="+mn-ea"/>
                </a:rPr>
                <a:t>필요</a:t>
              </a:r>
              <a:endParaRPr sz="1000" dirty="0">
                <a:solidFill>
                  <a:srgbClr val="8B95A1"/>
                </a:solidFill>
                <a:latin typeface="+mn-ea"/>
              </a:endParaRPr>
            </a:p>
          </p:txBody>
        </p:sp>
        <p:sp>
          <p:nvSpPr>
            <p:cNvPr id="208" name="Rounded Rectangle 31"/>
            <p:cNvSpPr/>
            <p:nvPr/>
          </p:nvSpPr>
          <p:spPr>
            <a:xfrm>
              <a:off x="6156000" y="756000"/>
              <a:ext cx="2826000" cy="864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09" name="Rectangle 32"/>
            <p:cNvSpPr/>
            <p:nvPr/>
          </p:nvSpPr>
          <p:spPr>
            <a:xfrm>
              <a:off x="6156000" y="756000"/>
              <a:ext cx="2826000" cy="57600"/>
            </a:xfrm>
            <a:prstGeom prst="rect">
              <a:avLst/>
            </a:prstGeom>
            <a:solidFill>
              <a:srgbClr val="E8821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6299999" y="882000"/>
              <a:ext cx="2538000" cy="17473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>
                  <a:solidFill>
                    <a:srgbClr val="8B95A1"/>
                  </a:solidFill>
                  <a:latin typeface="+mn-ea"/>
                </a:rPr>
                <a:t>마감 임박 (D-3 이내)</a:t>
              </a:r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6299999" y="1062000"/>
              <a:ext cx="2538000" cy="57187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3600">
                  <a:solidFill>
                    <a:srgbClr val="E8821C"/>
                  </a:solidFill>
                  <a:latin typeface="+mn-ea"/>
                </a:rPr>
                <a:t>3</a:t>
              </a:r>
              <a:r>
                <a:rPr sz="1600">
                  <a:solidFill>
                    <a:srgbClr val="243241"/>
                  </a:solidFill>
                  <a:latin typeface="+mn-ea"/>
                </a:rPr>
                <a:t>  건</a:t>
              </a:r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7118307" y="1422000"/>
              <a:ext cx="1719692" cy="15885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dirty="0" err="1">
                  <a:solidFill>
                    <a:srgbClr val="8B95A1"/>
                  </a:solidFill>
                  <a:latin typeface="+mn-ea"/>
                </a:rPr>
                <a:t>미제출</a:t>
              </a:r>
              <a:r>
                <a:rPr sz="1000" dirty="0">
                  <a:solidFill>
                    <a:srgbClr val="8B95A1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8B95A1"/>
                  </a:solidFill>
                  <a:latin typeface="+mn-ea"/>
                </a:rPr>
                <a:t>기관</a:t>
              </a:r>
              <a:r>
                <a:rPr sz="1000" dirty="0">
                  <a:solidFill>
                    <a:srgbClr val="8B95A1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8B95A1"/>
                  </a:solidFill>
                  <a:latin typeface="+mn-ea"/>
                </a:rPr>
                <a:t>독촉</a:t>
              </a:r>
              <a:r>
                <a:rPr sz="1000" dirty="0">
                  <a:solidFill>
                    <a:srgbClr val="8B95A1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8B95A1"/>
                  </a:solidFill>
                  <a:latin typeface="+mn-ea"/>
                </a:rPr>
                <a:t>권장</a:t>
              </a:r>
              <a:endParaRPr sz="1000" dirty="0">
                <a:solidFill>
                  <a:srgbClr val="8B95A1"/>
                </a:solidFill>
                <a:latin typeface="+mn-ea"/>
              </a:endParaRPr>
            </a:p>
          </p:txBody>
        </p:sp>
        <p:sp>
          <p:nvSpPr>
            <p:cNvPr id="213" name="Rounded Rectangle 36"/>
            <p:cNvSpPr/>
            <p:nvPr/>
          </p:nvSpPr>
          <p:spPr>
            <a:xfrm>
              <a:off x="9126000" y="756000"/>
              <a:ext cx="2826000" cy="864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14" name="Rectangle 37"/>
            <p:cNvSpPr/>
            <p:nvPr/>
          </p:nvSpPr>
          <p:spPr>
            <a:xfrm>
              <a:off x="9126000" y="756000"/>
              <a:ext cx="2826000" cy="576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9270000" y="882000"/>
              <a:ext cx="2538000" cy="17473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>
                  <a:solidFill>
                    <a:srgbClr val="8B95A1"/>
                  </a:solidFill>
                  <a:latin typeface="+mn-ea"/>
                </a:rPr>
                <a:t>평균 제출률</a:t>
              </a:r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9270000" y="1062000"/>
              <a:ext cx="2538000" cy="57187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3600">
                  <a:solidFill>
                    <a:srgbClr val="2E7D32"/>
                  </a:solidFill>
                  <a:latin typeface="+mn-ea"/>
                </a:rPr>
                <a:t>78</a:t>
              </a:r>
              <a:r>
                <a:rPr sz="1600">
                  <a:solidFill>
                    <a:srgbClr val="243241"/>
                  </a:solidFill>
                  <a:latin typeface="+mn-ea"/>
                </a:rPr>
                <a:t>  %</a:t>
              </a:r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10368001" y="1422000"/>
              <a:ext cx="1439999" cy="15885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dirty="0" err="1">
                  <a:solidFill>
                    <a:srgbClr val="8B95A1"/>
                  </a:solidFill>
                  <a:latin typeface="+mn-ea"/>
                </a:rPr>
                <a:t>전주</a:t>
              </a:r>
              <a:r>
                <a:rPr sz="1000" dirty="0">
                  <a:solidFill>
                    <a:srgbClr val="8B95A1"/>
                  </a:solidFill>
                  <a:latin typeface="+mn-ea"/>
                </a:rPr>
                <a:t> </a:t>
              </a:r>
              <a:r>
                <a:rPr sz="1000" dirty="0" err="1">
                  <a:solidFill>
                    <a:srgbClr val="8B95A1"/>
                  </a:solidFill>
                  <a:latin typeface="+mn-ea"/>
                </a:rPr>
                <a:t>대비</a:t>
              </a:r>
              <a:r>
                <a:rPr sz="1000" dirty="0">
                  <a:solidFill>
                    <a:srgbClr val="8B95A1"/>
                  </a:solidFill>
                  <a:latin typeface="+mn-ea"/>
                </a:rPr>
                <a:t> +6%p</a:t>
              </a:r>
            </a:p>
          </p:txBody>
        </p:sp>
        <p:sp>
          <p:nvSpPr>
            <p:cNvPr id="218" name="Rectangle 41"/>
            <p:cNvSpPr/>
            <p:nvPr/>
          </p:nvSpPr>
          <p:spPr>
            <a:xfrm>
              <a:off x="216000" y="1782000"/>
              <a:ext cx="11736000" cy="288000"/>
            </a:xfrm>
            <a:prstGeom prst="rect">
              <a:avLst/>
            </a:prstGeom>
            <a:solidFill>
              <a:srgbClr val="F7F8FA"/>
            </a:solidFill>
            <a:ln w="9525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19" name="Rectangle 42"/>
            <p:cNvSpPr/>
            <p:nvPr/>
          </p:nvSpPr>
          <p:spPr>
            <a:xfrm>
              <a:off x="306000" y="1839600"/>
              <a:ext cx="1296000" cy="172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0" name="TextBox 219"/>
            <p:cNvSpPr txBox="1"/>
            <p:nvPr/>
          </p:nvSpPr>
          <p:spPr>
            <a:xfrm>
              <a:off x="395999" y="1838632"/>
              <a:ext cx="1087448" cy="1747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dirty="0" err="1">
                  <a:solidFill>
                    <a:srgbClr val="243241"/>
                  </a:solidFill>
                  <a:latin typeface="+mn-ea"/>
                </a:rPr>
                <a:t>상태</a:t>
              </a:r>
              <a:r>
                <a:rPr sz="1100" dirty="0">
                  <a:solidFill>
                    <a:srgbClr val="243241"/>
                  </a:solidFill>
                  <a:latin typeface="+mn-ea"/>
                </a:rPr>
                <a:t>: </a:t>
              </a:r>
              <a:r>
                <a:rPr sz="1100" dirty="0" err="1">
                  <a:solidFill>
                    <a:srgbClr val="243241"/>
                  </a:solidFill>
                  <a:latin typeface="+mn-ea"/>
                </a:rPr>
                <a:t>진행</a:t>
              </a:r>
              <a:r>
                <a:rPr sz="1100" dirty="0">
                  <a:solidFill>
                    <a:srgbClr val="243241"/>
                  </a:solidFill>
                  <a:latin typeface="+mn-ea"/>
                </a:rPr>
                <a:t> 중</a:t>
              </a:r>
            </a:p>
          </p:txBody>
        </p:sp>
        <p:sp>
          <p:nvSpPr>
            <p:cNvPr id="221" name="TextBox 220"/>
            <p:cNvSpPr txBox="1"/>
            <p:nvPr/>
          </p:nvSpPr>
          <p:spPr>
            <a:xfrm>
              <a:off x="1404000" y="1846575"/>
              <a:ext cx="144000" cy="15885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8B95A1"/>
                  </a:solidFill>
                  <a:latin typeface="+mn-ea"/>
                </a:rPr>
                <a:t>▼</a:t>
              </a:r>
            </a:p>
          </p:txBody>
        </p:sp>
        <p:sp>
          <p:nvSpPr>
            <p:cNvPr id="222" name="Rectangle 45"/>
            <p:cNvSpPr/>
            <p:nvPr/>
          </p:nvSpPr>
          <p:spPr>
            <a:xfrm>
              <a:off x="1692000" y="1839600"/>
              <a:ext cx="1512000" cy="172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3" name="TextBox 222"/>
            <p:cNvSpPr txBox="1"/>
            <p:nvPr/>
          </p:nvSpPr>
          <p:spPr>
            <a:xfrm>
              <a:off x="1782000" y="1838632"/>
              <a:ext cx="1206000" cy="1747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>
                  <a:solidFill>
                    <a:srgbClr val="243241"/>
                  </a:solidFill>
                  <a:latin typeface="+mn-ea"/>
                </a:rPr>
                <a:t>마감일: 이번 달</a:t>
              </a:r>
            </a:p>
          </p:txBody>
        </p:sp>
        <p:sp>
          <p:nvSpPr>
            <p:cNvPr id="224" name="TextBox 223"/>
            <p:cNvSpPr txBox="1"/>
            <p:nvPr/>
          </p:nvSpPr>
          <p:spPr>
            <a:xfrm>
              <a:off x="3006000" y="1846575"/>
              <a:ext cx="144000" cy="15885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8B95A1"/>
                  </a:solidFill>
                  <a:latin typeface="+mn-ea"/>
                </a:rPr>
                <a:t>▼</a:t>
              </a:r>
            </a:p>
          </p:txBody>
        </p:sp>
        <p:sp>
          <p:nvSpPr>
            <p:cNvPr id="225" name="Rectangle 48"/>
            <p:cNvSpPr/>
            <p:nvPr/>
          </p:nvSpPr>
          <p:spPr>
            <a:xfrm>
              <a:off x="3294000" y="1839600"/>
              <a:ext cx="1152000" cy="172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6" name="TextBox 225"/>
            <p:cNvSpPr txBox="1"/>
            <p:nvPr/>
          </p:nvSpPr>
          <p:spPr>
            <a:xfrm>
              <a:off x="3383999" y="1838632"/>
              <a:ext cx="954001" cy="1747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dirty="0" err="1">
                  <a:solidFill>
                    <a:srgbClr val="243241"/>
                  </a:solidFill>
                  <a:latin typeface="+mn-ea"/>
                </a:rPr>
                <a:t>요청자</a:t>
              </a:r>
              <a:r>
                <a:rPr sz="1100" dirty="0">
                  <a:solidFill>
                    <a:srgbClr val="243241"/>
                  </a:solidFill>
                  <a:latin typeface="+mn-ea"/>
                </a:rPr>
                <a:t> </a:t>
              </a:r>
              <a:r>
                <a:rPr sz="1100" dirty="0" err="1">
                  <a:solidFill>
                    <a:srgbClr val="243241"/>
                  </a:solidFill>
                  <a:latin typeface="+mn-ea"/>
                </a:rPr>
                <a:t>전체</a:t>
              </a:r>
              <a:endParaRPr sz="1100" dirty="0">
                <a:solidFill>
                  <a:srgbClr val="243241"/>
                </a:solidFill>
                <a:latin typeface="+mn-ea"/>
              </a:endParaRPr>
            </a:p>
          </p:txBody>
        </p:sp>
        <p:sp>
          <p:nvSpPr>
            <p:cNvPr id="227" name="TextBox 226"/>
            <p:cNvSpPr txBox="1"/>
            <p:nvPr/>
          </p:nvSpPr>
          <p:spPr>
            <a:xfrm>
              <a:off x="4248000" y="1846575"/>
              <a:ext cx="144000" cy="15885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8B95A1"/>
                  </a:solidFill>
                  <a:latin typeface="+mn-ea"/>
                </a:rPr>
                <a:t>▼</a:t>
              </a:r>
            </a:p>
          </p:txBody>
        </p:sp>
        <p:sp>
          <p:nvSpPr>
            <p:cNvPr id="228" name="Rectangle 51"/>
            <p:cNvSpPr/>
            <p:nvPr/>
          </p:nvSpPr>
          <p:spPr>
            <a:xfrm>
              <a:off x="4536000" y="1839600"/>
              <a:ext cx="2160000" cy="172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29" name="TextBox 228"/>
            <p:cNvSpPr txBox="1"/>
            <p:nvPr/>
          </p:nvSpPr>
          <p:spPr>
            <a:xfrm>
              <a:off x="4626000" y="1838632"/>
              <a:ext cx="1980000" cy="1747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>
                  <a:solidFill>
                    <a:srgbClr val="A6AEB8"/>
                  </a:solidFill>
                  <a:latin typeface="+mn-ea"/>
                </a:rPr>
                <a:t>제목 검색</a:t>
              </a:r>
            </a:p>
          </p:txBody>
        </p:sp>
        <p:sp>
          <p:nvSpPr>
            <p:cNvPr id="230" name="Rectangle 53"/>
            <p:cNvSpPr/>
            <p:nvPr/>
          </p:nvSpPr>
          <p:spPr>
            <a:xfrm>
              <a:off x="6804000" y="1832400"/>
              <a:ext cx="1159496" cy="198948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1" name="TextBox 230"/>
            <p:cNvSpPr txBox="1"/>
            <p:nvPr/>
          </p:nvSpPr>
          <p:spPr>
            <a:xfrm>
              <a:off x="6631494" y="1833218"/>
              <a:ext cx="1310190" cy="19062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00" dirty="0">
                  <a:solidFill>
                    <a:srgbClr val="FFFFFF"/>
                  </a:solidFill>
                  <a:latin typeface="+mn-ea"/>
                </a:rPr>
                <a:t>🔍 </a:t>
              </a:r>
              <a:r>
                <a:rPr lang="en-US" sz="1200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1200" dirty="0" err="1">
                  <a:solidFill>
                    <a:srgbClr val="FFFFFF"/>
                  </a:solidFill>
                  <a:latin typeface="+mn-ea"/>
                </a:rPr>
                <a:t>검색</a:t>
              </a:r>
              <a:endParaRPr sz="120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32" name="Rectangle 55"/>
            <p:cNvSpPr/>
            <p:nvPr/>
          </p:nvSpPr>
          <p:spPr>
            <a:xfrm>
              <a:off x="10872000" y="1832400"/>
              <a:ext cx="1007999" cy="1872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3" name="TextBox 232"/>
            <p:cNvSpPr txBox="1"/>
            <p:nvPr/>
          </p:nvSpPr>
          <p:spPr>
            <a:xfrm>
              <a:off x="10872000" y="1854516"/>
              <a:ext cx="1007999" cy="14296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00" dirty="0">
                  <a:solidFill>
                    <a:srgbClr val="FFFFFF"/>
                  </a:solidFill>
                  <a:latin typeface="+mn-ea"/>
                </a:rPr>
                <a:t>+ </a:t>
              </a:r>
              <a:r>
                <a:rPr sz="900" dirty="0" err="1">
                  <a:solidFill>
                    <a:srgbClr val="FFFFFF"/>
                  </a:solidFill>
                  <a:latin typeface="+mn-ea"/>
                </a:rPr>
                <a:t>자료요청</a:t>
              </a:r>
              <a:r>
                <a:rPr sz="900" dirty="0">
                  <a:solidFill>
                    <a:srgbClr val="FFFFFF"/>
                  </a:solidFill>
                  <a:latin typeface="+mn-ea"/>
                </a:rPr>
                <a:t> </a:t>
              </a:r>
              <a:r>
                <a:rPr sz="900" dirty="0" err="1">
                  <a:solidFill>
                    <a:srgbClr val="FFFFFF"/>
                  </a:solidFill>
                  <a:latin typeface="+mn-ea"/>
                </a:rPr>
                <a:t>등록</a:t>
              </a:r>
              <a:endParaRPr sz="90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34" name="Rectangle 57"/>
            <p:cNvSpPr/>
            <p:nvPr/>
          </p:nvSpPr>
          <p:spPr>
            <a:xfrm>
              <a:off x="216000" y="2178000"/>
              <a:ext cx="11736000" cy="223200"/>
            </a:xfrm>
            <a:prstGeom prst="rect">
              <a:avLst/>
            </a:prstGeom>
            <a:solidFill>
              <a:srgbClr val="2E44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35" name="TextBox 234"/>
            <p:cNvSpPr txBox="1"/>
            <p:nvPr/>
          </p:nvSpPr>
          <p:spPr>
            <a:xfrm>
              <a:off x="306000" y="2206203"/>
              <a:ext cx="3456000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FFFFFF"/>
                  </a:solidFill>
                  <a:latin typeface="+mn-ea"/>
                </a:rPr>
                <a:t>제목</a:t>
              </a:r>
            </a:p>
          </p:txBody>
        </p:sp>
        <p:sp>
          <p:nvSpPr>
            <p:cNvPr id="236" name="TextBox 235"/>
            <p:cNvSpPr txBox="1"/>
            <p:nvPr/>
          </p:nvSpPr>
          <p:spPr>
            <a:xfrm>
              <a:off x="3671999" y="2206203"/>
              <a:ext cx="1007999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FFFFFF"/>
                  </a:solidFill>
                  <a:latin typeface="+mn-ea"/>
                </a:rPr>
                <a:t>요청자</a:t>
              </a:r>
            </a:p>
          </p:txBody>
        </p:sp>
        <p:sp>
          <p:nvSpPr>
            <p:cNvPr id="237" name="TextBox 236"/>
            <p:cNvSpPr txBox="1"/>
            <p:nvPr/>
          </p:nvSpPr>
          <p:spPr>
            <a:xfrm>
              <a:off x="4679999" y="2206203"/>
              <a:ext cx="1296001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FFFFFF"/>
                  </a:solidFill>
                  <a:latin typeface="+mn-ea"/>
                </a:rPr>
                <a:t>대상 기관</a:t>
              </a:r>
            </a:p>
          </p:txBody>
        </p:sp>
        <p:sp>
          <p:nvSpPr>
            <p:cNvPr id="238" name="TextBox 237"/>
            <p:cNvSpPr txBox="1"/>
            <p:nvPr/>
          </p:nvSpPr>
          <p:spPr>
            <a:xfrm>
              <a:off x="5976000" y="2206203"/>
              <a:ext cx="2592000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FFFFFF"/>
                  </a:solidFill>
                  <a:latin typeface="+mn-ea"/>
                </a:rPr>
                <a:t>제출 현황</a:t>
              </a:r>
            </a:p>
          </p:txBody>
        </p:sp>
        <p:sp>
          <p:nvSpPr>
            <p:cNvPr id="239" name="TextBox 238"/>
            <p:cNvSpPr txBox="1"/>
            <p:nvPr/>
          </p:nvSpPr>
          <p:spPr>
            <a:xfrm>
              <a:off x="8568000" y="2206203"/>
              <a:ext cx="936000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FFFFFF"/>
                  </a:solidFill>
                  <a:latin typeface="+mn-ea"/>
                </a:rPr>
                <a:t>상태</a:t>
              </a:r>
            </a:p>
          </p:txBody>
        </p:sp>
        <p:sp>
          <p:nvSpPr>
            <p:cNvPr id="240" name="TextBox 239"/>
            <p:cNvSpPr txBox="1"/>
            <p:nvPr/>
          </p:nvSpPr>
          <p:spPr>
            <a:xfrm>
              <a:off x="9504000" y="2206203"/>
              <a:ext cx="864000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FFFFFF"/>
                  </a:solidFill>
                  <a:latin typeface="+mn-ea"/>
                </a:rPr>
                <a:t>마감</a:t>
              </a:r>
            </a:p>
          </p:txBody>
        </p:sp>
        <p:sp>
          <p:nvSpPr>
            <p:cNvPr id="241" name="TextBox 240"/>
            <p:cNvSpPr txBox="1"/>
            <p:nvPr/>
          </p:nvSpPr>
          <p:spPr>
            <a:xfrm>
              <a:off x="10368001" y="2098977"/>
              <a:ext cx="864000" cy="38124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2" name="Rectangle 65"/>
            <p:cNvSpPr/>
            <p:nvPr/>
          </p:nvSpPr>
          <p:spPr>
            <a:xfrm>
              <a:off x="216000" y="2401200"/>
              <a:ext cx="11736000" cy="295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3" name="TextBox 242"/>
            <p:cNvSpPr txBox="1"/>
            <p:nvPr/>
          </p:nvSpPr>
          <p:spPr>
            <a:xfrm>
              <a:off x="306000" y="2465402"/>
              <a:ext cx="3348000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243241"/>
                  </a:solidFill>
                  <a:latin typeface="+mn-ea"/>
                </a:rPr>
                <a:t>(~6.11.목) 중앙부처 디지털소통 인력 현황</a:t>
              </a:r>
            </a:p>
          </p:txBody>
        </p:sp>
        <p:sp>
          <p:nvSpPr>
            <p:cNvPr id="244" name="TextBox 243"/>
            <p:cNvSpPr txBox="1"/>
            <p:nvPr/>
          </p:nvSpPr>
          <p:spPr>
            <a:xfrm>
              <a:off x="3671999" y="2465402"/>
              <a:ext cx="1007999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홍○지</a:t>
              </a:r>
            </a:p>
          </p:txBody>
        </p:sp>
        <p:sp>
          <p:nvSpPr>
            <p:cNvPr id="245" name="TextBox 244"/>
            <p:cNvSpPr txBox="1"/>
            <p:nvPr/>
          </p:nvSpPr>
          <p:spPr>
            <a:xfrm>
              <a:off x="4679999" y="2465402"/>
              <a:ext cx="1296001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전기관 (52)</a:t>
              </a:r>
            </a:p>
          </p:txBody>
        </p:sp>
        <p:sp>
          <p:nvSpPr>
            <p:cNvPr id="246" name="Rounded Rectangle 69"/>
            <p:cNvSpPr/>
            <p:nvPr/>
          </p:nvSpPr>
          <p:spPr>
            <a:xfrm>
              <a:off x="6066000" y="2473200"/>
              <a:ext cx="1440000" cy="151200"/>
            </a:xfrm>
            <a:prstGeom prst="roundRect">
              <a:avLst>
                <a:gd name="adj" fmla="val 50000"/>
              </a:avLst>
            </a:prstGeom>
            <a:solidFill>
              <a:srgbClr val="E6EA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7" name="Rounded Rectangle 70"/>
            <p:cNvSpPr/>
            <p:nvPr/>
          </p:nvSpPr>
          <p:spPr>
            <a:xfrm>
              <a:off x="6066000" y="2473200"/>
              <a:ext cx="1052307" cy="151200"/>
            </a:xfrm>
            <a:prstGeom prst="roundRect">
              <a:avLst>
                <a:gd name="adj" fmla="val 50000"/>
              </a:avLst>
            </a:prstGeom>
            <a:solidFill>
              <a:srgbClr val="E8821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48" name="TextBox 247"/>
            <p:cNvSpPr txBox="1"/>
            <p:nvPr/>
          </p:nvSpPr>
          <p:spPr>
            <a:xfrm>
              <a:off x="7596000" y="2469373"/>
              <a:ext cx="1080000" cy="15885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00">
                  <a:solidFill>
                    <a:srgbClr val="243241"/>
                  </a:solidFill>
                  <a:latin typeface="+mn-ea"/>
                </a:rPr>
                <a:t>38/52 (73%)</a:t>
              </a:r>
            </a:p>
          </p:txBody>
        </p:sp>
        <p:sp>
          <p:nvSpPr>
            <p:cNvPr id="249" name="Rounded Rectangle 72"/>
            <p:cNvSpPr/>
            <p:nvPr/>
          </p:nvSpPr>
          <p:spPr>
            <a:xfrm>
              <a:off x="8766000" y="2458800"/>
              <a:ext cx="540000" cy="180000"/>
            </a:xfrm>
            <a:prstGeom prst="roundRect">
              <a:avLst>
                <a:gd name="adj" fmla="val 50000"/>
              </a:avLst>
            </a:prstGeom>
            <a:solidFill>
              <a:srgbClr val="E5EF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50" name="TextBox 249"/>
            <p:cNvSpPr txBox="1"/>
            <p:nvPr/>
          </p:nvSpPr>
          <p:spPr>
            <a:xfrm>
              <a:off x="8766000" y="2469374"/>
              <a:ext cx="540000" cy="15885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1565C0"/>
                  </a:solidFill>
                  <a:latin typeface="+mn-ea"/>
                </a:rPr>
                <a:t>진행중</a:t>
              </a:r>
            </a:p>
          </p:txBody>
        </p:sp>
        <p:sp>
          <p:nvSpPr>
            <p:cNvPr id="251" name="TextBox 250"/>
            <p:cNvSpPr txBox="1"/>
            <p:nvPr/>
          </p:nvSpPr>
          <p:spPr>
            <a:xfrm>
              <a:off x="9504000" y="2465402"/>
              <a:ext cx="864000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E8821C"/>
                  </a:solidFill>
                  <a:latin typeface="+mn-ea"/>
                </a:rPr>
                <a:t>D-2</a:t>
              </a:r>
            </a:p>
          </p:txBody>
        </p:sp>
        <p:sp>
          <p:nvSpPr>
            <p:cNvPr id="252" name="Rectangle 75"/>
            <p:cNvSpPr/>
            <p:nvPr/>
          </p:nvSpPr>
          <p:spPr>
            <a:xfrm>
              <a:off x="10476000" y="2458800"/>
              <a:ext cx="647999" cy="180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53" name="TextBox 252"/>
            <p:cNvSpPr txBox="1"/>
            <p:nvPr/>
          </p:nvSpPr>
          <p:spPr>
            <a:xfrm>
              <a:off x="10476000" y="2437603"/>
              <a:ext cx="898529" cy="2223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400" dirty="0" err="1">
                  <a:solidFill>
                    <a:srgbClr val="243241"/>
                  </a:solidFill>
                  <a:latin typeface="+mn-ea"/>
                </a:rPr>
                <a:t>상세</a:t>
              </a:r>
              <a:r>
                <a:rPr sz="1400" dirty="0">
                  <a:solidFill>
                    <a:srgbClr val="243241"/>
                  </a:solidFill>
                  <a:latin typeface="+mn-ea"/>
                </a:rPr>
                <a:t> ▸</a:t>
              </a:r>
            </a:p>
          </p:txBody>
        </p:sp>
        <p:sp>
          <p:nvSpPr>
            <p:cNvPr id="254" name="Rectangle 77"/>
            <p:cNvSpPr/>
            <p:nvPr/>
          </p:nvSpPr>
          <p:spPr>
            <a:xfrm>
              <a:off x="216000" y="2696400"/>
              <a:ext cx="11736000" cy="295200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55" name="TextBox 254"/>
            <p:cNvSpPr txBox="1"/>
            <p:nvPr/>
          </p:nvSpPr>
          <p:spPr>
            <a:xfrm>
              <a:off x="306000" y="2760603"/>
              <a:ext cx="3348000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243241"/>
                  </a:solidFill>
                  <a:latin typeface="+mn-ea"/>
                </a:rPr>
                <a:t>(~6.10.화) SNS 운영 현황 점검</a:t>
              </a:r>
            </a:p>
          </p:txBody>
        </p:sp>
        <p:sp>
          <p:nvSpPr>
            <p:cNvPr id="256" name="TextBox 255"/>
            <p:cNvSpPr txBox="1"/>
            <p:nvPr/>
          </p:nvSpPr>
          <p:spPr>
            <a:xfrm>
              <a:off x="3671999" y="2760603"/>
              <a:ext cx="1007999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박○민</a:t>
              </a:r>
            </a:p>
          </p:txBody>
        </p:sp>
        <p:sp>
          <p:nvSpPr>
            <p:cNvPr id="257" name="TextBox 256"/>
            <p:cNvSpPr txBox="1"/>
            <p:nvPr/>
          </p:nvSpPr>
          <p:spPr>
            <a:xfrm>
              <a:off x="4679999" y="2760603"/>
              <a:ext cx="1296001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전기관 (52)</a:t>
              </a:r>
            </a:p>
          </p:txBody>
        </p:sp>
        <p:sp>
          <p:nvSpPr>
            <p:cNvPr id="258" name="Rounded Rectangle 81"/>
            <p:cNvSpPr/>
            <p:nvPr/>
          </p:nvSpPr>
          <p:spPr>
            <a:xfrm>
              <a:off x="6066000" y="2768400"/>
              <a:ext cx="1440000" cy="151200"/>
            </a:xfrm>
            <a:prstGeom prst="roundRect">
              <a:avLst>
                <a:gd name="adj" fmla="val 50000"/>
              </a:avLst>
            </a:prstGeom>
            <a:solidFill>
              <a:srgbClr val="E6EA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59" name="Rounded Rectangle 82"/>
            <p:cNvSpPr/>
            <p:nvPr/>
          </p:nvSpPr>
          <p:spPr>
            <a:xfrm>
              <a:off x="6066000" y="2768400"/>
              <a:ext cx="1384615" cy="151200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0" name="TextBox 259"/>
            <p:cNvSpPr txBox="1"/>
            <p:nvPr/>
          </p:nvSpPr>
          <p:spPr>
            <a:xfrm>
              <a:off x="7596000" y="2764573"/>
              <a:ext cx="1080000" cy="15885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00">
                  <a:solidFill>
                    <a:srgbClr val="243241"/>
                  </a:solidFill>
                  <a:latin typeface="+mn-ea"/>
                </a:rPr>
                <a:t>50/52 (96%)</a:t>
              </a:r>
            </a:p>
          </p:txBody>
        </p:sp>
        <p:sp>
          <p:nvSpPr>
            <p:cNvPr id="261" name="Rounded Rectangle 84"/>
            <p:cNvSpPr/>
            <p:nvPr/>
          </p:nvSpPr>
          <p:spPr>
            <a:xfrm>
              <a:off x="8712000" y="2754000"/>
              <a:ext cx="647999" cy="180000"/>
            </a:xfrm>
            <a:prstGeom prst="roundRect">
              <a:avLst>
                <a:gd name="adj" fmla="val 50000"/>
              </a:avLst>
            </a:prstGeom>
            <a:solidFill>
              <a:srgbClr val="FCF1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2" name="TextBox 261"/>
            <p:cNvSpPr txBox="1"/>
            <p:nvPr/>
          </p:nvSpPr>
          <p:spPr>
            <a:xfrm>
              <a:off x="8712000" y="2764574"/>
              <a:ext cx="647999" cy="15885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E8821C"/>
                  </a:solidFill>
                  <a:latin typeface="+mn-ea"/>
                </a:rPr>
                <a:t>마감임박</a:t>
              </a:r>
            </a:p>
          </p:txBody>
        </p:sp>
        <p:sp>
          <p:nvSpPr>
            <p:cNvPr id="263" name="TextBox 262"/>
            <p:cNvSpPr txBox="1"/>
            <p:nvPr/>
          </p:nvSpPr>
          <p:spPr>
            <a:xfrm>
              <a:off x="9504000" y="2760603"/>
              <a:ext cx="864000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C62828"/>
                  </a:solidFill>
                  <a:latin typeface="+mn-ea"/>
                </a:rPr>
                <a:t>D-1</a:t>
              </a:r>
            </a:p>
          </p:txBody>
        </p:sp>
        <p:sp>
          <p:nvSpPr>
            <p:cNvPr id="264" name="Rectangle 87"/>
            <p:cNvSpPr/>
            <p:nvPr/>
          </p:nvSpPr>
          <p:spPr>
            <a:xfrm>
              <a:off x="10476000" y="2754000"/>
              <a:ext cx="647999" cy="180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5" name="TextBox 264"/>
            <p:cNvSpPr txBox="1"/>
            <p:nvPr/>
          </p:nvSpPr>
          <p:spPr>
            <a:xfrm>
              <a:off x="10476000" y="2732803"/>
              <a:ext cx="898529" cy="2223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400" dirty="0" err="1">
                  <a:solidFill>
                    <a:srgbClr val="243241"/>
                  </a:solidFill>
                  <a:latin typeface="+mn-ea"/>
                </a:rPr>
                <a:t>상세</a:t>
              </a:r>
              <a:r>
                <a:rPr sz="1400" dirty="0">
                  <a:solidFill>
                    <a:srgbClr val="243241"/>
                  </a:solidFill>
                  <a:latin typeface="+mn-ea"/>
                </a:rPr>
                <a:t> ▸</a:t>
              </a:r>
            </a:p>
          </p:txBody>
        </p:sp>
        <p:sp>
          <p:nvSpPr>
            <p:cNvPr id="266" name="Rectangle 89"/>
            <p:cNvSpPr/>
            <p:nvPr/>
          </p:nvSpPr>
          <p:spPr>
            <a:xfrm>
              <a:off x="216000" y="2991600"/>
              <a:ext cx="11736000" cy="295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67" name="TextBox 266"/>
            <p:cNvSpPr txBox="1"/>
            <p:nvPr/>
          </p:nvSpPr>
          <p:spPr>
            <a:xfrm>
              <a:off x="306000" y="3055802"/>
              <a:ext cx="3348000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243241"/>
                  </a:solidFill>
                  <a:latin typeface="+mn-ea"/>
                </a:rPr>
                <a:t>(~6.13.토) 우수사례 후보 추천</a:t>
              </a:r>
            </a:p>
          </p:txBody>
        </p:sp>
        <p:sp>
          <p:nvSpPr>
            <p:cNvPr id="268" name="TextBox 267"/>
            <p:cNvSpPr txBox="1"/>
            <p:nvPr/>
          </p:nvSpPr>
          <p:spPr>
            <a:xfrm>
              <a:off x="3671999" y="3055802"/>
              <a:ext cx="1007999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이○사</a:t>
              </a:r>
            </a:p>
          </p:txBody>
        </p:sp>
        <p:sp>
          <p:nvSpPr>
            <p:cNvPr id="269" name="TextBox 268"/>
            <p:cNvSpPr txBox="1"/>
            <p:nvPr/>
          </p:nvSpPr>
          <p:spPr>
            <a:xfrm>
              <a:off x="4679999" y="3055802"/>
              <a:ext cx="1296001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장관급 (18)</a:t>
              </a:r>
            </a:p>
          </p:txBody>
        </p:sp>
        <p:sp>
          <p:nvSpPr>
            <p:cNvPr id="270" name="Rounded Rectangle 93"/>
            <p:cNvSpPr/>
            <p:nvPr/>
          </p:nvSpPr>
          <p:spPr>
            <a:xfrm>
              <a:off x="6066000" y="3063600"/>
              <a:ext cx="1440000" cy="151200"/>
            </a:xfrm>
            <a:prstGeom prst="roundRect">
              <a:avLst>
                <a:gd name="adj" fmla="val 50000"/>
              </a:avLst>
            </a:prstGeom>
            <a:solidFill>
              <a:srgbClr val="E6EA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71" name="Rounded Rectangle 94"/>
            <p:cNvSpPr/>
            <p:nvPr/>
          </p:nvSpPr>
          <p:spPr>
            <a:xfrm>
              <a:off x="6066000" y="3063600"/>
              <a:ext cx="560000" cy="1512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72" name="TextBox 271"/>
            <p:cNvSpPr txBox="1"/>
            <p:nvPr/>
          </p:nvSpPr>
          <p:spPr>
            <a:xfrm>
              <a:off x="7596000" y="3059772"/>
              <a:ext cx="1080000" cy="15885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00">
                  <a:solidFill>
                    <a:srgbClr val="243241"/>
                  </a:solidFill>
                  <a:latin typeface="+mn-ea"/>
                </a:rPr>
                <a:t>7/18 (39%)</a:t>
              </a:r>
            </a:p>
          </p:txBody>
        </p:sp>
        <p:sp>
          <p:nvSpPr>
            <p:cNvPr id="273" name="Rounded Rectangle 96"/>
            <p:cNvSpPr/>
            <p:nvPr/>
          </p:nvSpPr>
          <p:spPr>
            <a:xfrm>
              <a:off x="8766000" y="3049200"/>
              <a:ext cx="540000" cy="180000"/>
            </a:xfrm>
            <a:prstGeom prst="roundRect">
              <a:avLst>
                <a:gd name="adj" fmla="val 50000"/>
              </a:avLst>
            </a:prstGeom>
            <a:solidFill>
              <a:srgbClr val="E5EF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74" name="TextBox 273"/>
            <p:cNvSpPr txBox="1"/>
            <p:nvPr/>
          </p:nvSpPr>
          <p:spPr>
            <a:xfrm>
              <a:off x="8766000" y="3059775"/>
              <a:ext cx="540000" cy="15885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1565C0"/>
                  </a:solidFill>
                  <a:latin typeface="+mn-ea"/>
                </a:rPr>
                <a:t>진행중</a:t>
              </a:r>
            </a:p>
          </p:txBody>
        </p:sp>
        <p:sp>
          <p:nvSpPr>
            <p:cNvPr id="275" name="TextBox 274"/>
            <p:cNvSpPr txBox="1"/>
            <p:nvPr/>
          </p:nvSpPr>
          <p:spPr>
            <a:xfrm>
              <a:off x="9504000" y="3055802"/>
              <a:ext cx="864000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E8821C"/>
                  </a:solidFill>
                  <a:latin typeface="+mn-ea"/>
                </a:rPr>
                <a:t>D-3</a:t>
              </a:r>
            </a:p>
          </p:txBody>
        </p:sp>
        <p:sp>
          <p:nvSpPr>
            <p:cNvPr id="276" name="Rectangle 99"/>
            <p:cNvSpPr/>
            <p:nvPr/>
          </p:nvSpPr>
          <p:spPr>
            <a:xfrm>
              <a:off x="10476000" y="3049200"/>
              <a:ext cx="647999" cy="180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77" name="TextBox 276"/>
            <p:cNvSpPr txBox="1"/>
            <p:nvPr/>
          </p:nvSpPr>
          <p:spPr>
            <a:xfrm>
              <a:off x="10476000" y="3028004"/>
              <a:ext cx="898529" cy="2223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400">
                  <a:solidFill>
                    <a:srgbClr val="243241"/>
                  </a:solidFill>
                  <a:latin typeface="+mn-ea"/>
                </a:rPr>
                <a:t>상세 ▸</a:t>
              </a:r>
            </a:p>
          </p:txBody>
        </p:sp>
        <p:sp>
          <p:nvSpPr>
            <p:cNvPr id="278" name="Rectangle 101"/>
            <p:cNvSpPr/>
            <p:nvPr/>
          </p:nvSpPr>
          <p:spPr>
            <a:xfrm>
              <a:off x="216000" y="3286800"/>
              <a:ext cx="11736000" cy="295200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79" name="TextBox 278"/>
            <p:cNvSpPr txBox="1"/>
            <p:nvPr/>
          </p:nvSpPr>
          <p:spPr>
            <a:xfrm>
              <a:off x="306000" y="3351002"/>
              <a:ext cx="3348000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243241"/>
                  </a:solidFill>
                  <a:latin typeface="+mn-ea"/>
                </a:rPr>
                <a:t>(~6.15.월) 뉴스레터 구독 현황</a:t>
              </a:r>
            </a:p>
          </p:txBody>
        </p:sp>
        <p:sp>
          <p:nvSpPr>
            <p:cNvPr id="280" name="TextBox 279"/>
            <p:cNvSpPr txBox="1"/>
            <p:nvPr/>
          </p:nvSpPr>
          <p:spPr>
            <a:xfrm>
              <a:off x="3671999" y="3351002"/>
              <a:ext cx="1007999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최○윤</a:t>
              </a:r>
            </a:p>
          </p:txBody>
        </p:sp>
        <p:sp>
          <p:nvSpPr>
            <p:cNvPr id="281" name="TextBox 280"/>
            <p:cNvSpPr txBox="1"/>
            <p:nvPr/>
          </p:nvSpPr>
          <p:spPr>
            <a:xfrm>
              <a:off x="4679999" y="3351002"/>
              <a:ext cx="1296001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차관급 (20)</a:t>
              </a:r>
            </a:p>
          </p:txBody>
        </p:sp>
        <p:sp>
          <p:nvSpPr>
            <p:cNvPr id="282" name="Rounded Rectangle 105"/>
            <p:cNvSpPr/>
            <p:nvPr/>
          </p:nvSpPr>
          <p:spPr>
            <a:xfrm>
              <a:off x="6066000" y="3358800"/>
              <a:ext cx="1440000" cy="151200"/>
            </a:xfrm>
            <a:prstGeom prst="roundRect">
              <a:avLst>
                <a:gd name="adj" fmla="val 50000"/>
              </a:avLst>
            </a:prstGeom>
            <a:solidFill>
              <a:srgbClr val="E6EA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83" name="Rounded Rectangle 106"/>
            <p:cNvSpPr/>
            <p:nvPr/>
          </p:nvSpPr>
          <p:spPr>
            <a:xfrm>
              <a:off x="6066000" y="3358800"/>
              <a:ext cx="216000" cy="1512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84" name="TextBox 283"/>
            <p:cNvSpPr txBox="1"/>
            <p:nvPr/>
          </p:nvSpPr>
          <p:spPr>
            <a:xfrm>
              <a:off x="7596000" y="3354973"/>
              <a:ext cx="1080000" cy="15885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00">
                  <a:solidFill>
                    <a:srgbClr val="243241"/>
                  </a:solidFill>
                  <a:latin typeface="+mn-ea"/>
                </a:rPr>
                <a:t>3/20 (15%)</a:t>
              </a:r>
            </a:p>
          </p:txBody>
        </p:sp>
        <p:sp>
          <p:nvSpPr>
            <p:cNvPr id="285" name="Rounded Rectangle 108"/>
            <p:cNvSpPr/>
            <p:nvPr/>
          </p:nvSpPr>
          <p:spPr>
            <a:xfrm>
              <a:off x="8766000" y="3344400"/>
              <a:ext cx="540000" cy="180000"/>
            </a:xfrm>
            <a:prstGeom prst="roundRect">
              <a:avLst>
                <a:gd name="adj" fmla="val 50000"/>
              </a:avLst>
            </a:prstGeom>
            <a:solidFill>
              <a:srgbClr val="E5EF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86" name="TextBox 285"/>
            <p:cNvSpPr txBox="1"/>
            <p:nvPr/>
          </p:nvSpPr>
          <p:spPr>
            <a:xfrm>
              <a:off x="8766000" y="3354974"/>
              <a:ext cx="540000" cy="15885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1565C0"/>
                  </a:solidFill>
                  <a:latin typeface="+mn-ea"/>
                </a:rPr>
                <a:t>진행중</a:t>
              </a:r>
            </a:p>
          </p:txBody>
        </p:sp>
        <p:sp>
          <p:nvSpPr>
            <p:cNvPr id="287" name="TextBox 286"/>
            <p:cNvSpPr txBox="1"/>
            <p:nvPr/>
          </p:nvSpPr>
          <p:spPr>
            <a:xfrm>
              <a:off x="9504000" y="3351002"/>
              <a:ext cx="864000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8B95A1"/>
                  </a:solidFill>
                  <a:latin typeface="+mn-ea"/>
                </a:rPr>
                <a:t>D-4</a:t>
              </a:r>
            </a:p>
          </p:txBody>
        </p:sp>
        <p:sp>
          <p:nvSpPr>
            <p:cNvPr id="288" name="Rectangle 111"/>
            <p:cNvSpPr/>
            <p:nvPr/>
          </p:nvSpPr>
          <p:spPr>
            <a:xfrm>
              <a:off x="10476000" y="3344400"/>
              <a:ext cx="647999" cy="180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89" name="TextBox 288"/>
            <p:cNvSpPr txBox="1"/>
            <p:nvPr/>
          </p:nvSpPr>
          <p:spPr>
            <a:xfrm>
              <a:off x="10475999" y="3323204"/>
              <a:ext cx="937484" cy="2223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400" dirty="0" err="1">
                  <a:solidFill>
                    <a:srgbClr val="243241"/>
                  </a:solidFill>
                  <a:latin typeface="+mn-ea"/>
                </a:rPr>
                <a:t>상세</a:t>
              </a:r>
              <a:r>
                <a:rPr sz="1400" dirty="0">
                  <a:solidFill>
                    <a:srgbClr val="243241"/>
                  </a:solidFill>
                  <a:latin typeface="+mn-ea"/>
                </a:rPr>
                <a:t> ▸</a:t>
              </a:r>
            </a:p>
          </p:txBody>
        </p:sp>
        <p:sp>
          <p:nvSpPr>
            <p:cNvPr id="290" name="Rectangle 113"/>
            <p:cNvSpPr/>
            <p:nvPr/>
          </p:nvSpPr>
          <p:spPr>
            <a:xfrm>
              <a:off x="216000" y="3582000"/>
              <a:ext cx="11736000" cy="295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91" name="TextBox 290"/>
            <p:cNvSpPr txBox="1"/>
            <p:nvPr/>
          </p:nvSpPr>
          <p:spPr>
            <a:xfrm>
              <a:off x="306000" y="3646203"/>
              <a:ext cx="3348000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243241"/>
                  </a:solidFill>
                  <a:latin typeface="+mn-ea"/>
                </a:rPr>
                <a:t>(~6.09.월) 6월 정책광고 집행 실적</a:t>
              </a:r>
            </a:p>
          </p:txBody>
        </p:sp>
        <p:sp>
          <p:nvSpPr>
            <p:cNvPr id="292" name="TextBox 291"/>
            <p:cNvSpPr txBox="1"/>
            <p:nvPr/>
          </p:nvSpPr>
          <p:spPr>
            <a:xfrm>
              <a:off x="3671999" y="3646203"/>
              <a:ext cx="1007999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김○주</a:t>
              </a:r>
            </a:p>
          </p:txBody>
        </p:sp>
        <p:sp>
          <p:nvSpPr>
            <p:cNvPr id="293" name="TextBox 292"/>
            <p:cNvSpPr txBox="1"/>
            <p:nvPr/>
          </p:nvSpPr>
          <p:spPr>
            <a:xfrm>
              <a:off x="4679999" y="3646203"/>
              <a:ext cx="1296001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개별 (15)</a:t>
              </a:r>
            </a:p>
          </p:txBody>
        </p:sp>
        <p:sp>
          <p:nvSpPr>
            <p:cNvPr id="294" name="Rounded Rectangle 117"/>
            <p:cNvSpPr/>
            <p:nvPr/>
          </p:nvSpPr>
          <p:spPr>
            <a:xfrm>
              <a:off x="6066000" y="3654000"/>
              <a:ext cx="1440000" cy="151200"/>
            </a:xfrm>
            <a:prstGeom prst="roundRect">
              <a:avLst>
                <a:gd name="adj" fmla="val 50000"/>
              </a:avLst>
            </a:prstGeom>
            <a:solidFill>
              <a:srgbClr val="E6EA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95" name="Rounded Rectangle 118"/>
            <p:cNvSpPr/>
            <p:nvPr/>
          </p:nvSpPr>
          <p:spPr>
            <a:xfrm>
              <a:off x="6066000" y="3654000"/>
              <a:ext cx="1440000" cy="151200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96" name="TextBox 295"/>
            <p:cNvSpPr txBox="1"/>
            <p:nvPr/>
          </p:nvSpPr>
          <p:spPr>
            <a:xfrm>
              <a:off x="7596000" y="3650173"/>
              <a:ext cx="1080000" cy="15885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00">
                  <a:solidFill>
                    <a:srgbClr val="243241"/>
                  </a:solidFill>
                  <a:latin typeface="+mn-ea"/>
                </a:rPr>
                <a:t>15/15 (100%)</a:t>
              </a:r>
            </a:p>
          </p:txBody>
        </p:sp>
        <p:sp>
          <p:nvSpPr>
            <p:cNvPr id="297" name="Rounded Rectangle 120"/>
            <p:cNvSpPr/>
            <p:nvPr/>
          </p:nvSpPr>
          <p:spPr>
            <a:xfrm>
              <a:off x="8712000" y="3639600"/>
              <a:ext cx="647999" cy="180000"/>
            </a:xfrm>
            <a:prstGeom prst="roundRect">
              <a:avLst>
                <a:gd name="adj" fmla="val 50000"/>
              </a:avLst>
            </a:prstGeom>
            <a:solidFill>
              <a:srgbClr val="E7F2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298" name="TextBox 297"/>
            <p:cNvSpPr txBox="1"/>
            <p:nvPr/>
          </p:nvSpPr>
          <p:spPr>
            <a:xfrm>
              <a:off x="8712000" y="3650174"/>
              <a:ext cx="647999" cy="15885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2E7D32"/>
                  </a:solidFill>
                  <a:latin typeface="+mn-ea"/>
                </a:rPr>
                <a:t>마감완료</a:t>
              </a:r>
            </a:p>
          </p:txBody>
        </p:sp>
        <p:sp>
          <p:nvSpPr>
            <p:cNvPr id="299" name="TextBox 298"/>
            <p:cNvSpPr txBox="1"/>
            <p:nvPr/>
          </p:nvSpPr>
          <p:spPr>
            <a:xfrm>
              <a:off x="9504000" y="3646203"/>
              <a:ext cx="864000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8B95A1"/>
                  </a:solidFill>
                  <a:latin typeface="+mn-ea"/>
                </a:rPr>
                <a:t>완료</a:t>
              </a:r>
            </a:p>
          </p:txBody>
        </p:sp>
        <p:sp>
          <p:nvSpPr>
            <p:cNvPr id="300" name="Rectangle 123"/>
            <p:cNvSpPr/>
            <p:nvPr/>
          </p:nvSpPr>
          <p:spPr>
            <a:xfrm>
              <a:off x="10476000" y="3639600"/>
              <a:ext cx="647999" cy="180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01" name="TextBox 300"/>
            <p:cNvSpPr txBox="1"/>
            <p:nvPr/>
          </p:nvSpPr>
          <p:spPr>
            <a:xfrm>
              <a:off x="10476000" y="3618403"/>
              <a:ext cx="898529" cy="2223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400" dirty="0" err="1">
                  <a:solidFill>
                    <a:srgbClr val="243241"/>
                  </a:solidFill>
                  <a:latin typeface="+mn-ea"/>
                </a:rPr>
                <a:t>상세</a:t>
              </a:r>
              <a:r>
                <a:rPr sz="1400" dirty="0">
                  <a:solidFill>
                    <a:srgbClr val="243241"/>
                  </a:solidFill>
                  <a:latin typeface="+mn-ea"/>
                </a:rPr>
                <a:t> ▸</a:t>
              </a:r>
            </a:p>
          </p:txBody>
        </p:sp>
        <p:sp>
          <p:nvSpPr>
            <p:cNvPr id="302" name="Rectangle 125"/>
            <p:cNvSpPr/>
            <p:nvPr/>
          </p:nvSpPr>
          <p:spPr>
            <a:xfrm>
              <a:off x="216000" y="3877200"/>
              <a:ext cx="11736000" cy="295200"/>
            </a:xfrm>
            <a:prstGeom prst="rect">
              <a:avLst/>
            </a:prstGeom>
            <a:solidFill>
              <a:srgbClr val="F7F8FA"/>
            </a:solidFill>
            <a:ln w="6350">
              <a:solidFill>
                <a:srgbClr val="C9CF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03" name="TextBox 302"/>
            <p:cNvSpPr txBox="1"/>
            <p:nvPr/>
          </p:nvSpPr>
          <p:spPr>
            <a:xfrm>
              <a:off x="306000" y="3941402"/>
              <a:ext cx="3348000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243241"/>
                  </a:solidFill>
                  <a:latin typeface="+mn-ea"/>
                </a:rPr>
                <a:t>(~6.16.화) 홍보물 제작 수요 조사</a:t>
              </a:r>
            </a:p>
          </p:txBody>
        </p:sp>
        <p:sp>
          <p:nvSpPr>
            <p:cNvPr id="304" name="TextBox 303"/>
            <p:cNvSpPr txBox="1"/>
            <p:nvPr/>
          </p:nvSpPr>
          <p:spPr>
            <a:xfrm>
              <a:off x="3671999" y="3941402"/>
              <a:ext cx="1007999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정○현</a:t>
              </a:r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4679999" y="3941402"/>
              <a:ext cx="1296001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243241"/>
                  </a:solidFill>
                  <a:latin typeface="+mn-ea"/>
                </a:rPr>
                <a:t>전기관 (52)</a:t>
              </a:r>
            </a:p>
          </p:txBody>
        </p:sp>
        <p:sp>
          <p:nvSpPr>
            <p:cNvPr id="306" name="Rounded Rectangle 129"/>
            <p:cNvSpPr/>
            <p:nvPr/>
          </p:nvSpPr>
          <p:spPr>
            <a:xfrm>
              <a:off x="6066000" y="3949200"/>
              <a:ext cx="1440000" cy="151200"/>
            </a:xfrm>
            <a:prstGeom prst="roundRect">
              <a:avLst>
                <a:gd name="adj" fmla="val 50000"/>
              </a:avLst>
            </a:prstGeom>
            <a:solidFill>
              <a:srgbClr val="E6EA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07" name="Rounded Rectangle 130"/>
            <p:cNvSpPr/>
            <p:nvPr/>
          </p:nvSpPr>
          <p:spPr>
            <a:xfrm>
              <a:off x="6066000" y="3949200"/>
              <a:ext cx="581538" cy="1512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08" name="TextBox 307"/>
            <p:cNvSpPr txBox="1"/>
            <p:nvPr/>
          </p:nvSpPr>
          <p:spPr>
            <a:xfrm>
              <a:off x="7596000" y="3945374"/>
              <a:ext cx="1080000" cy="15885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00">
                  <a:solidFill>
                    <a:srgbClr val="243241"/>
                  </a:solidFill>
                  <a:latin typeface="+mn-ea"/>
                </a:rPr>
                <a:t>21/52 (40%)</a:t>
              </a:r>
            </a:p>
          </p:txBody>
        </p:sp>
        <p:sp>
          <p:nvSpPr>
            <p:cNvPr id="309" name="Rounded Rectangle 132"/>
            <p:cNvSpPr/>
            <p:nvPr/>
          </p:nvSpPr>
          <p:spPr>
            <a:xfrm>
              <a:off x="8766000" y="3934800"/>
              <a:ext cx="540000" cy="180000"/>
            </a:xfrm>
            <a:prstGeom prst="roundRect">
              <a:avLst>
                <a:gd name="adj" fmla="val 50000"/>
              </a:avLst>
            </a:prstGeom>
            <a:solidFill>
              <a:srgbClr val="E5EF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10" name="TextBox 309"/>
            <p:cNvSpPr txBox="1"/>
            <p:nvPr/>
          </p:nvSpPr>
          <p:spPr>
            <a:xfrm>
              <a:off x="8766000" y="3945375"/>
              <a:ext cx="540000" cy="15885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>
                  <a:solidFill>
                    <a:srgbClr val="1565C0"/>
                  </a:solidFill>
                  <a:latin typeface="+mn-ea"/>
                </a:rPr>
                <a:t>진행중</a:t>
              </a:r>
            </a:p>
          </p:txBody>
        </p:sp>
        <p:sp>
          <p:nvSpPr>
            <p:cNvPr id="311" name="TextBox 310"/>
            <p:cNvSpPr txBox="1"/>
            <p:nvPr/>
          </p:nvSpPr>
          <p:spPr>
            <a:xfrm>
              <a:off x="9504000" y="3941402"/>
              <a:ext cx="864000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8B95A1"/>
                  </a:solidFill>
                  <a:latin typeface="+mn-ea"/>
                </a:rPr>
                <a:t>D-5</a:t>
              </a:r>
            </a:p>
          </p:txBody>
        </p:sp>
        <p:sp>
          <p:nvSpPr>
            <p:cNvPr id="312" name="Rectangle 135"/>
            <p:cNvSpPr/>
            <p:nvPr/>
          </p:nvSpPr>
          <p:spPr>
            <a:xfrm>
              <a:off x="10476000" y="3934800"/>
              <a:ext cx="647999" cy="180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CC4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13" name="TextBox 312"/>
            <p:cNvSpPr txBox="1"/>
            <p:nvPr/>
          </p:nvSpPr>
          <p:spPr>
            <a:xfrm>
              <a:off x="10475999" y="3913603"/>
              <a:ext cx="937486" cy="2223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400" dirty="0" err="1">
                  <a:solidFill>
                    <a:srgbClr val="243241"/>
                  </a:solidFill>
                  <a:latin typeface="+mn-ea"/>
                </a:rPr>
                <a:t>상세</a:t>
              </a:r>
              <a:r>
                <a:rPr sz="1400" dirty="0">
                  <a:solidFill>
                    <a:srgbClr val="243241"/>
                  </a:solidFill>
                  <a:latin typeface="+mn-ea"/>
                </a:rPr>
                <a:t> ▸</a:t>
              </a:r>
            </a:p>
          </p:txBody>
        </p:sp>
        <p:sp>
          <p:nvSpPr>
            <p:cNvPr id="314" name="TextBox 313"/>
            <p:cNvSpPr txBox="1"/>
            <p:nvPr/>
          </p:nvSpPr>
          <p:spPr>
            <a:xfrm>
              <a:off x="216000" y="4269003"/>
              <a:ext cx="7200001" cy="1667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>
                  <a:solidFill>
                    <a:srgbClr val="2E4470"/>
                  </a:solidFill>
                  <a:latin typeface="+mn-ea"/>
                </a:rPr>
                <a:t>팁: </a:t>
              </a:r>
              <a:r>
                <a:rPr sz="1050">
                  <a:solidFill>
                    <a:srgbClr val="8B95A1"/>
                  </a:solidFill>
                  <a:latin typeface="+mn-ea"/>
                </a:rPr>
                <a:t>행을 클릭하면 기관별 제출 매트릭스로 이동 · 미제출 기관 일괄 독촉 가능</a:t>
              </a:r>
            </a:p>
          </p:txBody>
        </p:sp>
      </p:grpSp>
      <p:sp>
        <p:nvSpPr>
          <p:cNvPr id="319" name="모서리가 둥근 직사각형 318"/>
          <p:cNvSpPr/>
          <p:nvPr/>
        </p:nvSpPr>
        <p:spPr>
          <a:xfrm>
            <a:off x="6943545" y="2517198"/>
            <a:ext cx="1229993" cy="1697581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+mn-ea"/>
            </a:endParaRPr>
          </a:p>
        </p:txBody>
      </p:sp>
      <p:sp>
        <p:nvSpPr>
          <p:cNvPr id="320" name="모서리가 둥근 직사각형 319"/>
          <p:cNvSpPr/>
          <p:nvPr/>
        </p:nvSpPr>
        <p:spPr>
          <a:xfrm>
            <a:off x="4683115" y="2567509"/>
            <a:ext cx="2124735" cy="1697581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+mn-ea"/>
            </a:endParaRPr>
          </a:p>
        </p:txBody>
      </p:sp>
      <p:grpSp>
        <p:nvGrpSpPr>
          <p:cNvPr id="322" name="그룹 321"/>
          <p:cNvGrpSpPr/>
          <p:nvPr/>
        </p:nvGrpSpPr>
        <p:grpSpPr>
          <a:xfrm>
            <a:off x="4654096" y="2364801"/>
            <a:ext cx="216000" cy="216000"/>
            <a:chOff x="3966029" y="6357600"/>
            <a:chExt cx="216000" cy="216000"/>
          </a:xfrm>
        </p:grpSpPr>
        <p:sp>
          <p:nvSpPr>
            <p:cNvPr id="323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24" name="TextBox 323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dirty="0">
                  <a:solidFill>
                    <a:srgbClr val="FFFFFF"/>
                  </a:solidFill>
                  <a:latin typeface="+mn-ea"/>
                </a:rPr>
                <a:t>2</a:t>
              </a:r>
            </a:p>
          </p:txBody>
        </p:sp>
      </p:grpSp>
      <p:grpSp>
        <p:nvGrpSpPr>
          <p:cNvPr id="326" name="그룹 325"/>
          <p:cNvGrpSpPr/>
          <p:nvPr/>
        </p:nvGrpSpPr>
        <p:grpSpPr>
          <a:xfrm>
            <a:off x="6866221" y="2249325"/>
            <a:ext cx="216000" cy="216000"/>
            <a:chOff x="3966029" y="6357600"/>
            <a:chExt cx="216000" cy="216000"/>
          </a:xfrm>
        </p:grpSpPr>
        <p:sp>
          <p:nvSpPr>
            <p:cNvPr id="327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28" name="TextBox 327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3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329" name="그룹 328"/>
          <p:cNvGrpSpPr/>
          <p:nvPr/>
        </p:nvGrpSpPr>
        <p:grpSpPr>
          <a:xfrm>
            <a:off x="2023963" y="726523"/>
            <a:ext cx="216000" cy="216000"/>
            <a:chOff x="3966029" y="6357600"/>
            <a:chExt cx="216000" cy="216000"/>
          </a:xfrm>
        </p:grpSpPr>
        <p:sp>
          <p:nvSpPr>
            <p:cNvPr id="330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31" name="TextBox 330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1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332" name="모서리가 둥근 직사각형 331"/>
          <p:cNvSpPr/>
          <p:nvPr/>
        </p:nvSpPr>
        <p:spPr>
          <a:xfrm>
            <a:off x="8309233" y="2562320"/>
            <a:ext cx="707099" cy="271414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+mn-ea"/>
            </a:endParaRPr>
          </a:p>
        </p:txBody>
      </p:sp>
      <p:grpSp>
        <p:nvGrpSpPr>
          <p:cNvPr id="333" name="그룹 332"/>
          <p:cNvGrpSpPr/>
          <p:nvPr/>
        </p:nvGrpSpPr>
        <p:grpSpPr>
          <a:xfrm>
            <a:off x="8386840" y="2302673"/>
            <a:ext cx="216000" cy="216000"/>
            <a:chOff x="3966029" y="6357600"/>
            <a:chExt cx="216000" cy="216000"/>
          </a:xfrm>
        </p:grpSpPr>
        <p:sp>
          <p:nvSpPr>
            <p:cNvPr id="334" name="Oval 112"/>
            <p:cNvSpPr/>
            <p:nvPr/>
          </p:nvSpPr>
          <p:spPr>
            <a:xfrm>
              <a:off x="3966029" y="6357600"/>
              <a:ext cx="216000" cy="216000"/>
            </a:xfrm>
            <a:prstGeom prst="ellipse">
              <a:avLst/>
            </a:prstGeom>
            <a:solidFill>
              <a:srgbClr val="D23B3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+mn-ea"/>
              </a:endParaRPr>
            </a:p>
          </p:txBody>
        </p:sp>
        <p:sp>
          <p:nvSpPr>
            <p:cNvPr id="335" name="TextBox 334"/>
            <p:cNvSpPr txBox="1"/>
            <p:nvPr/>
          </p:nvSpPr>
          <p:spPr>
            <a:xfrm>
              <a:off x="3966029" y="6373762"/>
              <a:ext cx="21600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FFFFFF"/>
                  </a:solidFill>
                  <a:latin typeface="+mn-ea"/>
                </a:rPr>
                <a:t>4</a:t>
              </a:r>
              <a:endParaRPr sz="1100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373" name="Rectangle 372"/>
          <p:cNvSpPr/>
          <p:nvPr/>
        </p:nvSpPr>
        <p:spPr>
          <a:xfrm>
            <a:off x="9720000" y="6591600"/>
            <a:ext cx="2473200" cy="2664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4" name="TextBox 373"/>
          <p:cNvSpPr txBox="1"/>
          <p:nvPr/>
        </p:nvSpPr>
        <p:spPr>
          <a:xfrm>
            <a:off x="9720000" y="6655550"/>
            <a:ext cx="2376000" cy="13849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r"/>
            <a:r>
              <a:rPr sz="900" b="1" dirty="0">
                <a:solidFill>
                  <a:srgbClr val="FFFFFF"/>
                </a:solidFill>
                <a:latin typeface="Noto Sans KR"/>
              </a:rPr>
              <a:t>3</a:t>
            </a:r>
            <a:r>
              <a:rPr lang="en-US" sz="900" b="1" dirty="0">
                <a:solidFill>
                  <a:srgbClr val="FFFFFF"/>
                </a:solidFill>
                <a:latin typeface="Noto Sans KR"/>
              </a:rPr>
              <a:t>0</a:t>
            </a:r>
            <a:r>
              <a:rPr sz="900" b="1" dirty="0">
                <a:solidFill>
                  <a:srgbClr val="FFFFFF"/>
                </a:solidFill>
                <a:latin typeface="Noto Sans KR"/>
              </a:rPr>
              <a:t> / 50</a:t>
            </a: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5DAD8655-C99F-A957-226F-7006E4F9D75D}"/>
              </a:ext>
            </a:extLst>
          </p:cNvPr>
          <p:cNvGrpSpPr/>
          <p:nvPr/>
        </p:nvGrpSpPr>
        <p:grpSpPr>
          <a:xfrm>
            <a:off x="9266" y="31606"/>
            <a:ext cx="9839272" cy="266076"/>
            <a:chOff x="9266" y="31606"/>
            <a:chExt cx="8531100" cy="266076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D4B5600-0B85-88A1-0701-0A93D96DA56C}"/>
                </a:ext>
              </a:extLst>
            </p:cNvPr>
            <p:cNvSpPr txBox="1"/>
            <p:nvPr/>
          </p:nvSpPr>
          <p:spPr>
            <a:xfrm>
              <a:off x="9266" y="31606"/>
              <a:ext cx="99403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100" b="1" dirty="0" err="1">
                  <a:solidFill>
                    <a:srgbClr val="FFFFFF"/>
                  </a:solidFill>
                  <a:latin typeface="+mn-ea"/>
                </a:rPr>
                <a:t>소통나눔방</a:t>
              </a:r>
              <a:endParaRPr sz="11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B43D13C-E512-CA37-A4F6-27D859D26CE5}"/>
                </a:ext>
              </a:extLst>
            </p:cNvPr>
            <p:cNvSpPr txBox="1"/>
            <p:nvPr/>
          </p:nvSpPr>
          <p:spPr>
            <a:xfrm>
              <a:off x="928687" y="66850"/>
              <a:ext cx="61647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공지사항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988C717-1287-8B80-86E5-CBB5F52A4895}"/>
                </a:ext>
              </a:extLst>
            </p:cNvPr>
            <p:cNvSpPr txBox="1"/>
            <p:nvPr/>
          </p:nvSpPr>
          <p:spPr>
            <a:xfrm>
              <a:off x="1763511" y="66850"/>
              <a:ext cx="55810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자료요청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E9E25E4-6685-0C59-7780-B42C53A7370E}"/>
                </a:ext>
              </a:extLst>
            </p:cNvPr>
            <p:cNvSpPr txBox="1"/>
            <p:nvPr/>
          </p:nvSpPr>
          <p:spPr>
            <a:xfrm>
              <a:off x="2539967" y="66850"/>
              <a:ext cx="92928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홍보 컨텐츠 계획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C0E0A70-C992-452E-1B91-2AFE01C5E277}"/>
                </a:ext>
              </a:extLst>
            </p:cNvPr>
            <p:cNvSpPr txBox="1"/>
            <p:nvPr/>
          </p:nvSpPr>
          <p:spPr>
            <a:xfrm>
              <a:off x="3687602" y="66850"/>
              <a:ext cx="78394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뉴스레터 제작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5670E9D-A08C-F035-BF11-2CDFB37B7F70}"/>
                </a:ext>
              </a:extLst>
            </p:cNvPr>
            <p:cNvSpPr txBox="1"/>
            <p:nvPr/>
          </p:nvSpPr>
          <p:spPr>
            <a:xfrm>
              <a:off x="6265979" y="66850"/>
              <a:ext cx="56541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스튜디오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DC1E0809-64B0-B2A0-AEBA-C2B5A10DA296}"/>
                </a:ext>
              </a:extLst>
            </p:cNvPr>
            <p:cNvSpPr txBox="1"/>
            <p:nvPr/>
          </p:nvSpPr>
          <p:spPr>
            <a:xfrm>
              <a:off x="7049750" y="66850"/>
              <a:ext cx="51653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FFFFFF"/>
                  </a:solidFill>
                  <a:latin typeface="+mn-ea"/>
                </a:rPr>
                <a:t>관리자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36251C0-CC9F-E209-36A0-61EE29800536}"/>
                </a:ext>
              </a:extLst>
            </p:cNvPr>
            <p:cNvSpPr txBox="1"/>
            <p:nvPr/>
          </p:nvSpPr>
          <p:spPr>
            <a:xfrm>
              <a:off x="5474696" y="66850"/>
              <a:ext cx="5729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정책광고</a:t>
              </a:r>
              <a:endParaRPr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E3931FDE-6301-6B2C-478F-E5EF4339DE5A}"/>
                </a:ext>
              </a:extLst>
            </p:cNvPr>
            <p:cNvSpPr txBox="1"/>
            <p:nvPr/>
          </p:nvSpPr>
          <p:spPr>
            <a:xfrm>
              <a:off x="4689895" y="66850"/>
              <a:ext cx="56645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매체협업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C581C7FA-E73E-8944-909D-9CB8CA3E5620}"/>
                </a:ext>
              </a:extLst>
            </p:cNvPr>
            <p:cNvSpPr txBox="1"/>
            <p:nvPr/>
          </p:nvSpPr>
          <p:spPr>
            <a:xfrm>
              <a:off x="7784634" y="66850"/>
              <a:ext cx="7557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+mn-ea"/>
                </a:rPr>
                <a:t>시스템관리자</a:t>
              </a:r>
              <a:endParaRPr lang="en-US" altLang="ko-KR" sz="90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41C714B5-8959-F73F-2D21-9569B502F83F}"/>
              </a:ext>
            </a:extLst>
          </p:cNvPr>
          <p:cNvGrpSpPr/>
          <p:nvPr/>
        </p:nvGrpSpPr>
        <p:grpSpPr>
          <a:xfrm>
            <a:off x="-37475" y="5022960"/>
            <a:ext cx="12220541" cy="1579670"/>
            <a:chOff x="-28541" y="7308909"/>
            <a:chExt cx="12220541" cy="1579670"/>
          </a:xfrm>
        </p:grpSpPr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1A521C6E-1B52-1AE3-E8CE-FC5ED40BFD49}"/>
                </a:ext>
              </a:extLst>
            </p:cNvPr>
            <p:cNvGrpSpPr/>
            <p:nvPr/>
          </p:nvGrpSpPr>
          <p:grpSpPr>
            <a:xfrm>
              <a:off x="-28541" y="7308909"/>
              <a:ext cx="12220541" cy="1579670"/>
              <a:chOff x="525572" y="5011630"/>
              <a:chExt cx="11666428" cy="1579670"/>
            </a:xfrm>
          </p:grpSpPr>
          <p:sp>
            <p:nvSpPr>
              <p:cNvPr id="93" name="Rectangle 215">
                <a:extLst>
                  <a:ext uri="{FF2B5EF4-FFF2-40B4-BE49-F238E27FC236}">
                    <a16:creationId xmlns:a16="http://schemas.microsoft.com/office/drawing/2014/main" id="{628451C6-88A8-43EE-6C17-3B279DBC90A6}"/>
                  </a:ext>
                </a:extLst>
              </p:cNvPr>
              <p:cNvSpPr/>
              <p:nvPr/>
            </p:nvSpPr>
            <p:spPr>
              <a:xfrm>
                <a:off x="546100" y="5016500"/>
                <a:ext cx="11645900" cy="15748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94" name="Rectangle 216">
                <a:extLst>
                  <a:ext uri="{FF2B5EF4-FFF2-40B4-BE49-F238E27FC236}">
                    <a16:creationId xmlns:a16="http://schemas.microsoft.com/office/drawing/2014/main" id="{CBC0C3B0-AAEB-20B9-0078-9C770D382B13}"/>
                  </a:ext>
                </a:extLst>
              </p:cNvPr>
              <p:cNvSpPr/>
              <p:nvPr/>
            </p:nvSpPr>
            <p:spPr>
              <a:xfrm>
                <a:off x="546100" y="5016500"/>
                <a:ext cx="3556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B719C720-044F-3009-42FD-C67531575192}"/>
                  </a:ext>
                </a:extLst>
              </p:cNvPr>
              <p:cNvSpPr txBox="1"/>
              <p:nvPr/>
            </p:nvSpPr>
            <p:spPr>
              <a:xfrm>
                <a:off x="525572" y="5031105"/>
                <a:ext cx="39665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 dirty="0" err="1">
                    <a:solidFill>
                      <a:srgbClr val="FFFFFF"/>
                    </a:solidFill>
                    <a:latin typeface="+mn-ea"/>
                  </a:rPr>
                  <a:t>번호</a:t>
                </a:r>
                <a:endParaRPr sz="9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96" name="Rectangle 218">
                <a:extLst>
                  <a:ext uri="{FF2B5EF4-FFF2-40B4-BE49-F238E27FC236}">
                    <a16:creationId xmlns:a16="http://schemas.microsoft.com/office/drawing/2014/main" id="{DEE99131-0665-674E-C309-A2935312D7DC}"/>
                  </a:ext>
                </a:extLst>
              </p:cNvPr>
              <p:cNvSpPr/>
              <p:nvPr/>
            </p:nvSpPr>
            <p:spPr>
              <a:xfrm>
                <a:off x="901700" y="5016499"/>
                <a:ext cx="4888750" cy="235101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9E77C253-4923-E8FE-AF66-8BBC069D736B}"/>
                  </a:ext>
                </a:extLst>
              </p:cNvPr>
              <p:cNvSpPr txBox="1"/>
              <p:nvPr/>
            </p:nvSpPr>
            <p:spPr>
              <a:xfrm>
                <a:off x="3067351" y="5011630"/>
                <a:ext cx="4578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 dirty="0">
                    <a:solidFill>
                      <a:srgbClr val="FFFFFF"/>
                    </a:solidFill>
                    <a:latin typeface="+mn-ea"/>
                  </a:rPr>
                  <a:t>설  명</a:t>
                </a:r>
              </a:p>
            </p:txBody>
          </p:sp>
          <p:sp>
            <p:nvSpPr>
              <p:cNvPr id="98" name="Rectangle 220">
                <a:extLst>
                  <a:ext uri="{FF2B5EF4-FFF2-40B4-BE49-F238E27FC236}">
                    <a16:creationId xmlns:a16="http://schemas.microsoft.com/office/drawing/2014/main" id="{2C494DFB-C4CB-5B05-6792-B681A5EA5EA0}"/>
                  </a:ext>
                </a:extLst>
              </p:cNvPr>
              <p:cNvSpPr/>
              <p:nvPr/>
            </p:nvSpPr>
            <p:spPr>
              <a:xfrm>
                <a:off x="5797725" y="5016500"/>
                <a:ext cx="2025474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0545E9A2-A5CE-E9D8-D41F-06004B537AC8}"/>
                  </a:ext>
                </a:extLst>
              </p:cNvPr>
              <p:cNvSpPr txBox="1"/>
              <p:nvPr/>
            </p:nvSpPr>
            <p:spPr>
              <a:xfrm>
                <a:off x="5993502" y="5015865"/>
                <a:ext cx="1637394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sz="900" b="1" dirty="0" err="1">
                    <a:solidFill>
                      <a:srgbClr val="FFFFFF"/>
                    </a:solidFill>
                    <a:latin typeface="+mn-ea"/>
                  </a:rPr>
                  <a:t>이벤트</a:t>
                </a:r>
                <a:r>
                  <a:rPr sz="900" b="1" dirty="0">
                    <a:solidFill>
                      <a:srgbClr val="FFFFFF"/>
                    </a:solidFill>
                    <a:latin typeface="+mn-ea"/>
                  </a:rPr>
                  <a:t> </a:t>
                </a:r>
                <a:r>
                  <a:rPr sz="900" b="1" dirty="0" err="1">
                    <a:solidFill>
                      <a:srgbClr val="FFFFFF"/>
                    </a:solidFill>
                    <a:latin typeface="+mn-ea"/>
                  </a:rPr>
                  <a:t>타입</a:t>
                </a:r>
                <a:endParaRPr sz="9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100" name="Rectangle 222">
                <a:extLst>
                  <a:ext uri="{FF2B5EF4-FFF2-40B4-BE49-F238E27FC236}">
                    <a16:creationId xmlns:a16="http://schemas.microsoft.com/office/drawing/2014/main" id="{47C6614B-EBDA-ADD1-21F3-C6D3ED3F1E90}"/>
                  </a:ext>
                </a:extLst>
              </p:cNvPr>
              <p:cNvSpPr/>
              <p:nvPr/>
            </p:nvSpPr>
            <p:spPr>
              <a:xfrm>
                <a:off x="7823200" y="5016500"/>
                <a:ext cx="4368800" cy="203200"/>
              </a:xfrm>
              <a:prstGeom prst="rect">
                <a:avLst/>
              </a:prstGeom>
              <a:solidFill>
                <a:srgbClr val="3C4A60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8AD9150F-8162-6181-0631-6A8AEE0228B9}"/>
                  </a:ext>
                </a:extLst>
              </p:cNvPr>
              <p:cNvSpPr txBox="1"/>
              <p:nvPr/>
            </p:nvSpPr>
            <p:spPr>
              <a:xfrm>
                <a:off x="9778665" y="5015865"/>
                <a:ext cx="4578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900" b="1">
                    <a:solidFill>
                      <a:srgbClr val="FFFFFF"/>
                    </a:solidFill>
                    <a:latin typeface="+mn-ea"/>
                  </a:rPr>
                  <a:t>비  고</a:t>
                </a:r>
              </a:p>
            </p:txBody>
          </p:sp>
          <p:sp>
            <p:nvSpPr>
              <p:cNvPr id="102" name="Rectangle 224">
                <a:extLst>
                  <a:ext uri="{FF2B5EF4-FFF2-40B4-BE49-F238E27FC236}">
                    <a16:creationId xmlns:a16="http://schemas.microsoft.com/office/drawing/2014/main" id="{A4910606-4B25-2A2A-E654-3C2AD608FA04}"/>
                  </a:ext>
                </a:extLst>
              </p:cNvPr>
              <p:cNvSpPr/>
              <p:nvPr/>
            </p:nvSpPr>
            <p:spPr>
              <a:xfrm>
                <a:off x="546100" y="5219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03" name="Rectangle 226">
                <a:extLst>
                  <a:ext uri="{FF2B5EF4-FFF2-40B4-BE49-F238E27FC236}">
                    <a16:creationId xmlns:a16="http://schemas.microsoft.com/office/drawing/2014/main" id="{FCD60343-8994-ED49-EB8F-78E45C3092F0}"/>
                  </a:ext>
                </a:extLst>
              </p:cNvPr>
              <p:cNvSpPr/>
              <p:nvPr/>
            </p:nvSpPr>
            <p:spPr>
              <a:xfrm>
                <a:off x="901700" y="5219699"/>
                <a:ext cx="4888750" cy="235101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04" name="Rectangle 228">
                <a:extLst>
                  <a:ext uri="{FF2B5EF4-FFF2-40B4-BE49-F238E27FC236}">
                    <a16:creationId xmlns:a16="http://schemas.microsoft.com/office/drawing/2014/main" id="{61974867-B528-8112-A12F-A1DF460B57CD}"/>
                  </a:ext>
                </a:extLst>
              </p:cNvPr>
              <p:cNvSpPr/>
              <p:nvPr/>
            </p:nvSpPr>
            <p:spPr>
              <a:xfrm>
                <a:off x="5793481" y="5219700"/>
                <a:ext cx="2029718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05" name="Rectangle 230">
                <a:extLst>
                  <a:ext uri="{FF2B5EF4-FFF2-40B4-BE49-F238E27FC236}">
                    <a16:creationId xmlns:a16="http://schemas.microsoft.com/office/drawing/2014/main" id="{1DCD5B89-2516-C265-BCF2-F4D6E278FB72}"/>
                  </a:ext>
                </a:extLst>
              </p:cNvPr>
              <p:cNvSpPr/>
              <p:nvPr/>
            </p:nvSpPr>
            <p:spPr>
              <a:xfrm>
                <a:off x="7823200" y="5219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06" name="Rectangle 232">
                <a:extLst>
                  <a:ext uri="{FF2B5EF4-FFF2-40B4-BE49-F238E27FC236}">
                    <a16:creationId xmlns:a16="http://schemas.microsoft.com/office/drawing/2014/main" id="{5741E73F-4651-B7D0-CC12-510A783C945A}"/>
                  </a:ext>
                </a:extLst>
              </p:cNvPr>
              <p:cNvSpPr/>
              <p:nvPr/>
            </p:nvSpPr>
            <p:spPr>
              <a:xfrm>
                <a:off x="546100" y="54229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07" name="Rectangle 234">
                <a:extLst>
                  <a:ext uri="{FF2B5EF4-FFF2-40B4-BE49-F238E27FC236}">
                    <a16:creationId xmlns:a16="http://schemas.microsoft.com/office/drawing/2014/main" id="{8A2833E6-6D1C-E9E9-FD66-4B3DFF6B5464}"/>
                  </a:ext>
                </a:extLst>
              </p:cNvPr>
              <p:cNvSpPr/>
              <p:nvPr/>
            </p:nvSpPr>
            <p:spPr>
              <a:xfrm>
                <a:off x="901700" y="5422899"/>
                <a:ext cx="4888750" cy="235101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08" name="Rectangle 236">
                <a:extLst>
                  <a:ext uri="{FF2B5EF4-FFF2-40B4-BE49-F238E27FC236}">
                    <a16:creationId xmlns:a16="http://schemas.microsoft.com/office/drawing/2014/main" id="{5771E476-44CE-DF02-279E-21E8A9E2F175}"/>
                  </a:ext>
                </a:extLst>
              </p:cNvPr>
              <p:cNvSpPr/>
              <p:nvPr/>
            </p:nvSpPr>
            <p:spPr>
              <a:xfrm>
                <a:off x="5793481" y="5422900"/>
                <a:ext cx="2029718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09" name="Rectangle 238">
                <a:extLst>
                  <a:ext uri="{FF2B5EF4-FFF2-40B4-BE49-F238E27FC236}">
                    <a16:creationId xmlns:a16="http://schemas.microsoft.com/office/drawing/2014/main" id="{59B25945-6B1B-3787-A088-A335753123D9}"/>
                  </a:ext>
                </a:extLst>
              </p:cNvPr>
              <p:cNvSpPr/>
              <p:nvPr/>
            </p:nvSpPr>
            <p:spPr>
              <a:xfrm>
                <a:off x="7823200" y="54229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0" name="Rectangle 240">
                <a:extLst>
                  <a:ext uri="{FF2B5EF4-FFF2-40B4-BE49-F238E27FC236}">
                    <a16:creationId xmlns:a16="http://schemas.microsoft.com/office/drawing/2014/main" id="{A16F6274-B6E9-52BA-46CB-18EE546520E9}"/>
                  </a:ext>
                </a:extLst>
              </p:cNvPr>
              <p:cNvSpPr/>
              <p:nvPr/>
            </p:nvSpPr>
            <p:spPr>
              <a:xfrm>
                <a:off x="546100" y="56261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1" name="Rectangle 242">
                <a:extLst>
                  <a:ext uri="{FF2B5EF4-FFF2-40B4-BE49-F238E27FC236}">
                    <a16:creationId xmlns:a16="http://schemas.microsoft.com/office/drawing/2014/main" id="{F4DBB959-01F6-2229-15B5-5A8DC0236443}"/>
                  </a:ext>
                </a:extLst>
              </p:cNvPr>
              <p:cNvSpPr/>
              <p:nvPr/>
            </p:nvSpPr>
            <p:spPr>
              <a:xfrm>
                <a:off x="901700" y="5626099"/>
                <a:ext cx="4888750" cy="235101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2" name="Rectangle 244">
                <a:extLst>
                  <a:ext uri="{FF2B5EF4-FFF2-40B4-BE49-F238E27FC236}">
                    <a16:creationId xmlns:a16="http://schemas.microsoft.com/office/drawing/2014/main" id="{B50DD20C-2021-2F2F-78AD-1F945D79A879}"/>
                  </a:ext>
                </a:extLst>
              </p:cNvPr>
              <p:cNvSpPr/>
              <p:nvPr/>
            </p:nvSpPr>
            <p:spPr>
              <a:xfrm>
                <a:off x="5793481" y="5626100"/>
                <a:ext cx="2029718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3" name="Rectangle 246">
                <a:extLst>
                  <a:ext uri="{FF2B5EF4-FFF2-40B4-BE49-F238E27FC236}">
                    <a16:creationId xmlns:a16="http://schemas.microsoft.com/office/drawing/2014/main" id="{42D727C7-5196-7929-38E3-60C5B6E2FEDB}"/>
                  </a:ext>
                </a:extLst>
              </p:cNvPr>
              <p:cNvSpPr/>
              <p:nvPr/>
            </p:nvSpPr>
            <p:spPr>
              <a:xfrm>
                <a:off x="7823200" y="56261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4" name="Rectangle 248">
                <a:extLst>
                  <a:ext uri="{FF2B5EF4-FFF2-40B4-BE49-F238E27FC236}">
                    <a16:creationId xmlns:a16="http://schemas.microsoft.com/office/drawing/2014/main" id="{7727C3C4-2F03-4BA5-A76E-DAD7639DB42B}"/>
                  </a:ext>
                </a:extLst>
              </p:cNvPr>
              <p:cNvSpPr/>
              <p:nvPr/>
            </p:nvSpPr>
            <p:spPr>
              <a:xfrm>
                <a:off x="546100" y="58293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5" name="Rectangle 250">
                <a:extLst>
                  <a:ext uri="{FF2B5EF4-FFF2-40B4-BE49-F238E27FC236}">
                    <a16:creationId xmlns:a16="http://schemas.microsoft.com/office/drawing/2014/main" id="{E1CDB110-69A4-2BA8-FDB9-91956276CA94}"/>
                  </a:ext>
                </a:extLst>
              </p:cNvPr>
              <p:cNvSpPr/>
              <p:nvPr/>
            </p:nvSpPr>
            <p:spPr>
              <a:xfrm>
                <a:off x="901700" y="5829299"/>
                <a:ext cx="4888750" cy="235101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6" name="Rectangle 252">
                <a:extLst>
                  <a:ext uri="{FF2B5EF4-FFF2-40B4-BE49-F238E27FC236}">
                    <a16:creationId xmlns:a16="http://schemas.microsoft.com/office/drawing/2014/main" id="{3A546FAF-9525-7BBE-6044-39B06D65B417}"/>
                  </a:ext>
                </a:extLst>
              </p:cNvPr>
              <p:cNvSpPr/>
              <p:nvPr/>
            </p:nvSpPr>
            <p:spPr>
              <a:xfrm>
                <a:off x="5793481" y="5829300"/>
                <a:ext cx="2029718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7" name="Rectangle 254">
                <a:extLst>
                  <a:ext uri="{FF2B5EF4-FFF2-40B4-BE49-F238E27FC236}">
                    <a16:creationId xmlns:a16="http://schemas.microsoft.com/office/drawing/2014/main" id="{31C27914-29C4-8A1C-5C6F-BA19C8396A05}"/>
                  </a:ext>
                </a:extLst>
              </p:cNvPr>
              <p:cNvSpPr/>
              <p:nvPr/>
            </p:nvSpPr>
            <p:spPr>
              <a:xfrm>
                <a:off x="7823200" y="58293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8" name="Rectangle 256">
                <a:extLst>
                  <a:ext uri="{FF2B5EF4-FFF2-40B4-BE49-F238E27FC236}">
                    <a16:creationId xmlns:a16="http://schemas.microsoft.com/office/drawing/2014/main" id="{999BC87B-6DAA-2DF8-D5BF-8E61610553E0}"/>
                  </a:ext>
                </a:extLst>
              </p:cNvPr>
              <p:cNvSpPr/>
              <p:nvPr/>
            </p:nvSpPr>
            <p:spPr>
              <a:xfrm>
                <a:off x="546100" y="60325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19" name="Rectangle 258">
                <a:extLst>
                  <a:ext uri="{FF2B5EF4-FFF2-40B4-BE49-F238E27FC236}">
                    <a16:creationId xmlns:a16="http://schemas.microsoft.com/office/drawing/2014/main" id="{DCA9F65F-C76A-F3EF-A291-24A45CC1B980}"/>
                  </a:ext>
                </a:extLst>
              </p:cNvPr>
              <p:cNvSpPr/>
              <p:nvPr/>
            </p:nvSpPr>
            <p:spPr>
              <a:xfrm>
                <a:off x="901700" y="6032499"/>
                <a:ext cx="4888750" cy="235101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20" name="Rectangle 260">
                <a:extLst>
                  <a:ext uri="{FF2B5EF4-FFF2-40B4-BE49-F238E27FC236}">
                    <a16:creationId xmlns:a16="http://schemas.microsoft.com/office/drawing/2014/main" id="{74269AC4-8D7D-B488-425A-DB09F5102242}"/>
                  </a:ext>
                </a:extLst>
              </p:cNvPr>
              <p:cNvSpPr/>
              <p:nvPr/>
            </p:nvSpPr>
            <p:spPr>
              <a:xfrm>
                <a:off x="5793481" y="6032500"/>
                <a:ext cx="2029718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21" name="Rectangle 262">
                <a:extLst>
                  <a:ext uri="{FF2B5EF4-FFF2-40B4-BE49-F238E27FC236}">
                    <a16:creationId xmlns:a16="http://schemas.microsoft.com/office/drawing/2014/main" id="{A1E62EF8-A5DB-9AE0-6430-387D2E07BD49}"/>
                  </a:ext>
                </a:extLst>
              </p:cNvPr>
              <p:cNvSpPr/>
              <p:nvPr/>
            </p:nvSpPr>
            <p:spPr>
              <a:xfrm>
                <a:off x="7823200" y="60325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22" name="Rectangle 264">
                <a:extLst>
                  <a:ext uri="{FF2B5EF4-FFF2-40B4-BE49-F238E27FC236}">
                    <a16:creationId xmlns:a16="http://schemas.microsoft.com/office/drawing/2014/main" id="{925D3F01-B6CC-3969-782A-EEADEBEAA012}"/>
                  </a:ext>
                </a:extLst>
              </p:cNvPr>
              <p:cNvSpPr/>
              <p:nvPr/>
            </p:nvSpPr>
            <p:spPr>
              <a:xfrm>
                <a:off x="546100" y="6235700"/>
                <a:ext cx="3556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23" name="Rectangle 266">
                <a:extLst>
                  <a:ext uri="{FF2B5EF4-FFF2-40B4-BE49-F238E27FC236}">
                    <a16:creationId xmlns:a16="http://schemas.microsoft.com/office/drawing/2014/main" id="{285B0104-F424-1F11-DBEC-3926A2D8F7E3}"/>
                  </a:ext>
                </a:extLst>
              </p:cNvPr>
              <p:cNvSpPr/>
              <p:nvPr/>
            </p:nvSpPr>
            <p:spPr>
              <a:xfrm>
                <a:off x="901700" y="6235699"/>
                <a:ext cx="4888750" cy="207287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24" name="Rectangle 268">
                <a:extLst>
                  <a:ext uri="{FF2B5EF4-FFF2-40B4-BE49-F238E27FC236}">
                    <a16:creationId xmlns:a16="http://schemas.microsoft.com/office/drawing/2014/main" id="{68C57679-3837-500F-ED18-2A2DFD9FEE9A}"/>
                  </a:ext>
                </a:extLst>
              </p:cNvPr>
              <p:cNvSpPr/>
              <p:nvPr/>
            </p:nvSpPr>
            <p:spPr>
              <a:xfrm>
                <a:off x="5793481" y="6235700"/>
                <a:ext cx="2029718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sp>
            <p:nvSpPr>
              <p:cNvPr id="125" name="Rectangle 270">
                <a:extLst>
                  <a:ext uri="{FF2B5EF4-FFF2-40B4-BE49-F238E27FC236}">
                    <a16:creationId xmlns:a16="http://schemas.microsoft.com/office/drawing/2014/main" id="{705F0C44-6EF3-4092-5E51-D226E09E933B}"/>
                  </a:ext>
                </a:extLst>
              </p:cNvPr>
              <p:cNvSpPr/>
              <p:nvPr/>
            </p:nvSpPr>
            <p:spPr>
              <a:xfrm>
                <a:off x="7823200" y="6235700"/>
                <a:ext cx="4368800" cy="203200"/>
              </a:xfrm>
              <a:prstGeom prst="rect">
                <a:avLst/>
              </a:prstGeom>
              <a:solidFill>
                <a:srgbClr val="FFFFFF"/>
              </a:solidFill>
              <a:ln w="5080">
                <a:solidFill>
                  <a:srgbClr val="CCCCC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>
                  <a:latin typeface="+mn-ea"/>
                </a:endParaRPr>
              </a:p>
            </p:txBody>
          </p:sp>
          <p:grpSp>
            <p:nvGrpSpPr>
              <p:cNvPr id="126" name="그룹 125">
                <a:extLst>
                  <a:ext uri="{FF2B5EF4-FFF2-40B4-BE49-F238E27FC236}">
                    <a16:creationId xmlns:a16="http://schemas.microsoft.com/office/drawing/2014/main" id="{F82B50C4-DE30-475E-1D9D-55A9F4D0D7D3}"/>
                  </a:ext>
                </a:extLst>
              </p:cNvPr>
              <p:cNvGrpSpPr/>
              <p:nvPr/>
            </p:nvGrpSpPr>
            <p:grpSpPr>
              <a:xfrm>
                <a:off x="635723" y="5195570"/>
                <a:ext cx="10220029" cy="1092209"/>
                <a:chOff x="635723" y="5227320"/>
                <a:chExt cx="10220029" cy="1092209"/>
              </a:xfrm>
            </p:grpSpPr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67A59CED-103F-FBBA-CB07-EDEA3ECA654D}"/>
                    </a:ext>
                  </a:extLst>
                </p:cNvPr>
                <p:cNvSpPr txBox="1"/>
                <p:nvPr/>
              </p:nvSpPr>
              <p:spPr>
                <a:xfrm>
                  <a:off x="635723" y="5227320"/>
                  <a:ext cx="176355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endParaRPr sz="1000" dirty="0">
                    <a:latin typeface="+mn-ea"/>
                  </a:endParaRPr>
                </a:p>
              </p:txBody>
            </p:sp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78F8EC29-09F4-AADC-FBF2-DAE1F0E003C6}"/>
                    </a:ext>
                  </a:extLst>
                </p:cNvPr>
                <p:cNvSpPr txBox="1"/>
                <p:nvPr/>
              </p:nvSpPr>
              <p:spPr>
                <a:xfrm>
                  <a:off x="920750" y="5275897"/>
                  <a:ext cx="4089317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진행 중 자료요청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금일 마감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마감 임박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(D-3)·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평균 </a:t>
                  </a:r>
                  <a:r>
                    <a:rPr lang="ko-KR" altLang="en-US" sz="900" b="0" dirty="0" err="1">
                      <a:solidFill>
                        <a:srgbClr val="222222"/>
                      </a:solidFill>
                      <a:latin typeface="Noto Sans KR"/>
                    </a:rPr>
                    <a:t>제출률을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 상단 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KPI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카드로 요약</a:t>
                  </a:r>
                </a:p>
              </p:txBody>
            </p:sp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F6A435C8-2CF5-9776-CB85-21BB6A820785}"/>
                    </a:ext>
                  </a:extLst>
                </p:cNvPr>
                <p:cNvSpPr txBox="1"/>
                <p:nvPr/>
              </p:nvSpPr>
              <p:spPr>
                <a:xfrm>
                  <a:off x="5807092" y="5252480"/>
                  <a:ext cx="2024208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조회 시 자동 집계 </a:t>
                  </a:r>
                  <a:r>
                    <a:rPr lang="en-US" altLang="ko-KR" sz="900" b="1" dirty="0">
                      <a:solidFill>
                        <a:srgbClr val="2E4470"/>
                      </a:solidFill>
                      <a:latin typeface="Noto Sans KR"/>
                    </a:rPr>
                    <a:t>/ </a:t>
                  </a:r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카드 클릭 시 필터</a:t>
                  </a:r>
                </a:p>
              </p:txBody>
            </p:sp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BC951B37-33CB-80B5-B786-9DE4D72A7F18}"/>
                    </a:ext>
                  </a:extLst>
                </p:cNvPr>
                <p:cNvSpPr txBox="1"/>
                <p:nvPr/>
              </p:nvSpPr>
              <p:spPr>
                <a:xfrm>
                  <a:off x="7842250" y="5252082"/>
                  <a:ext cx="280844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마감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</a:t>
                  </a:r>
                  <a:r>
                    <a:rPr lang="ko-KR" altLang="en-US" sz="900" b="0" dirty="0" err="1">
                      <a:solidFill>
                        <a:srgbClr val="222222"/>
                      </a:solidFill>
                      <a:latin typeface="Noto Sans KR"/>
                    </a:rPr>
                    <a:t>미제출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 등 위험 지표는 색상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(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빨강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주황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)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으로 강조</a:t>
                  </a:r>
                </a:p>
              </p:txBody>
            </p:sp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6B93256C-446D-284F-D213-E61BFE5FC971}"/>
                    </a:ext>
                  </a:extLst>
                </p:cNvPr>
                <p:cNvSpPr txBox="1"/>
                <p:nvPr/>
              </p:nvSpPr>
              <p:spPr>
                <a:xfrm>
                  <a:off x="920750" y="5479097"/>
                  <a:ext cx="2741107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b="0" dirty="0" err="1">
                      <a:solidFill>
                        <a:srgbClr val="222222"/>
                      </a:solidFill>
                      <a:latin typeface="Noto Sans KR"/>
                    </a:rPr>
                    <a:t>요청별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 제출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/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대상 비율을 막대그래프 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+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퍼센트로 표시</a:t>
                  </a:r>
                </a:p>
              </p:txBody>
            </p:sp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37EDEA93-6B6D-AE22-4C3A-C0B593762BF8}"/>
                    </a:ext>
                  </a:extLst>
                </p:cNvPr>
                <p:cNvSpPr txBox="1"/>
                <p:nvPr/>
              </p:nvSpPr>
              <p:spPr>
                <a:xfrm>
                  <a:off x="6224514" y="5454129"/>
                  <a:ext cx="1189364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표시 전용</a:t>
                  </a:r>
                  <a:r>
                    <a:rPr lang="en-US" altLang="ko-KR" sz="900" b="1" dirty="0">
                      <a:solidFill>
                        <a:srgbClr val="2E4470"/>
                      </a:solidFill>
                      <a:latin typeface="Noto Sans KR"/>
                    </a:rPr>
                    <a:t>(</a:t>
                  </a:r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자동 계산</a:t>
                  </a:r>
                  <a:r>
                    <a:rPr lang="en-US" altLang="ko-KR" sz="900" b="1" dirty="0">
                      <a:solidFill>
                        <a:srgbClr val="2E4470"/>
                      </a:solidFill>
                      <a:latin typeface="Noto Sans KR"/>
                    </a:rPr>
                    <a:t>)</a:t>
                  </a:r>
                </a:p>
              </p:txBody>
            </p:sp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25850328-FB7E-414C-F4D2-699880A3F2F4}"/>
                    </a:ext>
                  </a:extLst>
                </p:cNvPr>
                <p:cNvSpPr txBox="1"/>
                <p:nvPr/>
              </p:nvSpPr>
              <p:spPr>
                <a:xfrm>
                  <a:off x="7842250" y="5455282"/>
                  <a:ext cx="3013502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b="0" dirty="0" err="1">
                      <a:solidFill>
                        <a:srgbClr val="222222"/>
                      </a:solidFill>
                      <a:latin typeface="Noto Sans KR"/>
                    </a:rPr>
                    <a:t>제출률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 구간별 색상 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— &lt;50%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빨강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·&lt;85%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주황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·≥85%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초록</a:t>
                  </a:r>
                </a:p>
              </p:txBody>
            </p:sp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E2EB7869-80DD-D9EE-8CAA-C1FFA2D92236}"/>
                    </a:ext>
                  </a:extLst>
                </p:cNvPr>
                <p:cNvSpPr txBox="1"/>
                <p:nvPr/>
              </p:nvSpPr>
              <p:spPr>
                <a:xfrm>
                  <a:off x="920750" y="5682297"/>
                  <a:ext cx="2684485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진행중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마감임박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마감완료 상태 배지와 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D-day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표기</a:t>
                  </a:r>
                </a:p>
              </p:txBody>
            </p:sp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C9536873-6948-5C31-C7EC-68F7B0E9CD73}"/>
                    </a:ext>
                  </a:extLst>
                </p:cNvPr>
                <p:cNvSpPr txBox="1"/>
                <p:nvPr/>
              </p:nvSpPr>
              <p:spPr>
                <a:xfrm>
                  <a:off x="6498441" y="5666422"/>
                  <a:ext cx="64151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표시 전용</a:t>
                  </a:r>
                </a:p>
              </p:txBody>
            </p:sp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95F000EF-4AA0-65F1-87E7-1A407B7192BF}"/>
                    </a:ext>
                  </a:extLst>
                </p:cNvPr>
                <p:cNvSpPr txBox="1"/>
                <p:nvPr/>
              </p:nvSpPr>
              <p:spPr>
                <a:xfrm>
                  <a:off x="7842250" y="5658482"/>
                  <a:ext cx="2211616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마감임박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=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주황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완료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=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초록 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/ D-1·D-2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강조</a:t>
                  </a:r>
                </a:p>
              </p:txBody>
            </p:sp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04C87E14-E523-84DD-D8D8-30308D8DAE0B}"/>
                    </a:ext>
                  </a:extLst>
                </p:cNvPr>
                <p:cNvSpPr txBox="1"/>
                <p:nvPr/>
              </p:nvSpPr>
              <p:spPr>
                <a:xfrm>
                  <a:off x="920750" y="5885497"/>
                  <a:ext cx="3273657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[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상세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]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버튼 또는 행 클릭 시 해당 요청의 기관별 취합 상세로 이동</a:t>
                  </a:r>
                </a:p>
              </p:txBody>
            </p:sp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C5DAE622-AF42-DD3B-4BD2-586F715E107C}"/>
                    </a:ext>
                  </a:extLst>
                </p:cNvPr>
                <p:cNvSpPr txBox="1"/>
                <p:nvPr/>
              </p:nvSpPr>
              <p:spPr>
                <a:xfrm>
                  <a:off x="6086785" y="5866156"/>
                  <a:ext cx="146482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클릭</a:t>
                  </a:r>
                  <a:r>
                    <a:rPr lang="en-US" altLang="ko-KR" sz="900" b="1" dirty="0">
                      <a:solidFill>
                        <a:srgbClr val="2E4470"/>
                      </a:solidFill>
                      <a:latin typeface="Noto Sans KR"/>
                    </a:rPr>
                    <a:t>(click) → </a:t>
                  </a:r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페이지 이동</a:t>
                  </a:r>
                </a:p>
              </p:txBody>
            </p:sp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3DEE3F8F-20A4-7EDC-1C38-C78B64A65D2F}"/>
                    </a:ext>
                  </a:extLst>
                </p:cNvPr>
                <p:cNvSpPr txBox="1"/>
                <p:nvPr/>
              </p:nvSpPr>
              <p:spPr>
                <a:xfrm>
                  <a:off x="7842250" y="5861682"/>
                  <a:ext cx="2566650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SCR-NEW-902 </a:t>
                  </a:r>
                  <a:r>
                    <a:rPr lang="ko-KR" altLang="en-US" sz="900" b="0" dirty="0" err="1">
                      <a:solidFill>
                        <a:srgbClr val="222222"/>
                      </a:solidFill>
                      <a:latin typeface="Noto Sans KR"/>
                    </a:rPr>
                    <a:t>취합상세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 이동 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/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행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버튼 동일 동작</a:t>
                  </a:r>
                </a:p>
              </p:txBody>
            </p:sp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1C476960-A0D0-850D-49DF-18E0A92E127F}"/>
                    </a:ext>
                  </a:extLst>
                </p:cNvPr>
                <p:cNvSpPr txBox="1"/>
                <p:nvPr/>
              </p:nvSpPr>
              <p:spPr>
                <a:xfrm>
                  <a:off x="920750" y="6088697"/>
                  <a:ext cx="3353234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상태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마감일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</a:t>
                  </a:r>
                  <a:r>
                    <a:rPr lang="ko-KR" altLang="en-US" sz="900" b="0" dirty="0" err="1">
                      <a:solidFill>
                        <a:srgbClr val="222222"/>
                      </a:solidFill>
                      <a:latin typeface="Noto Sans KR"/>
                    </a:rPr>
                    <a:t>요청자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·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검색어로 목록 필터 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/ [+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자료요청 등록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]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버튼</a:t>
                  </a:r>
                </a:p>
              </p:txBody>
            </p:sp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3BC413D4-EB79-41D1-4F18-39E00DF467AC}"/>
                    </a:ext>
                  </a:extLst>
                </p:cNvPr>
                <p:cNvSpPr txBox="1"/>
                <p:nvPr/>
              </p:nvSpPr>
              <p:spPr>
                <a:xfrm>
                  <a:off x="5828047" y="6055506"/>
                  <a:ext cx="1982298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선택</a:t>
                  </a:r>
                  <a:r>
                    <a:rPr lang="en-US" altLang="ko-KR" sz="900" b="1" dirty="0">
                      <a:solidFill>
                        <a:srgbClr val="2E4470"/>
                      </a:solidFill>
                      <a:latin typeface="Noto Sans KR"/>
                    </a:rPr>
                    <a:t>·</a:t>
                  </a:r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검색 </a:t>
                  </a:r>
                  <a:r>
                    <a:rPr lang="en-US" altLang="ko-KR" sz="900" b="1" dirty="0">
                      <a:solidFill>
                        <a:srgbClr val="2E4470"/>
                      </a:solidFill>
                      <a:latin typeface="Noto Sans KR"/>
                    </a:rPr>
                    <a:t>/ </a:t>
                  </a:r>
                  <a:r>
                    <a:rPr lang="ko-KR" altLang="en-US" sz="900" b="1" dirty="0">
                      <a:solidFill>
                        <a:srgbClr val="2E4470"/>
                      </a:solidFill>
                      <a:latin typeface="Noto Sans KR"/>
                    </a:rPr>
                    <a:t>버튼 클릭 → 페이지 이동</a:t>
                  </a:r>
                </a:p>
              </p:txBody>
            </p:sp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1491C93C-8131-213F-FFB2-B8BEF54803F8}"/>
                    </a:ext>
                  </a:extLst>
                </p:cNvPr>
                <p:cNvSpPr txBox="1"/>
                <p:nvPr/>
              </p:nvSpPr>
              <p:spPr>
                <a:xfrm>
                  <a:off x="7842250" y="6064882"/>
                  <a:ext cx="2585014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[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등록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] →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자료요청 등록 화면</a:t>
                  </a:r>
                  <a:r>
                    <a:rPr lang="en-US" altLang="ko-KR" sz="900" b="0" dirty="0">
                      <a:solidFill>
                        <a:srgbClr val="222222"/>
                      </a:solidFill>
                      <a:latin typeface="Noto Sans KR"/>
                    </a:rPr>
                    <a:t>(SCR-NEW-202) </a:t>
                  </a:r>
                  <a:r>
                    <a:rPr lang="ko-KR" altLang="en-US" sz="900" b="0" dirty="0">
                      <a:solidFill>
                        <a:srgbClr val="222222"/>
                      </a:solidFill>
                      <a:latin typeface="Noto Sans KR"/>
                    </a:rPr>
                    <a:t>이동</a:t>
                  </a:r>
                </a:p>
              </p:txBody>
            </p:sp>
          </p:grpSp>
        </p:grpSp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75137FA7-21E8-CBCA-64F6-AF4B81C95992}"/>
                </a:ext>
              </a:extLst>
            </p:cNvPr>
            <p:cNvGrpSpPr/>
            <p:nvPr/>
          </p:nvGrpSpPr>
          <p:grpSpPr>
            <a:xfrm>
              <a:off x="0" y="7537742"/>
              <a:ext cx="388800" cy="977320"/>
              <a:chOff x="-8170" y="5251087"/>
              <a:chExt cx="388800" cy="977320"/>
            </a:xfrm>
          </p:grpSpPr>
          <p:grpSp>
            <p:nvGrpSpPr>
              <p:cNvPr id="150" name="그룹 149">
                <a:extLst>
                  <a:ext uri="{FF2B5EF4-FFF2-40B4-BE49-F238E27FC236}">
                    <a16:creationId xmlns:a16="http://schemas.microsoft.com/office/drawing/2014/main" id="{3C7C50D4-1441-98FB-7B2B-C95D220AA834}"/>
                  </a:ext>
                </a:extLst>
              </p:cNvPr>
              <p:cNvGrpSpPr/>
              <p:nvPr/>
            </p:nvGrpSpPr>
            <p:grpSpPr>
              <a:xfrm>
                <a:off x="-8170" y="5251087"/>
                <a:ext cx="388800" cy="165600"/>
                <a:chOff x="-6196500" y="784788"/>
                <a:chExt cx="388800" cy="165600"/>
              </a:xfrm>
            </p:grpSpPr>
            <p:sp>
              <p:nvSpPr>
                <p:cNvPr id="173" name="Oval 468">
                  <a:extLst>
                    <a:ext uri="{FF2B5EF4-FFF2-40B4-BE49-F238E27FC236}">
                      <a16:creationId xmlns:a16="http://schemas.microsoft.com/office/drawing/2014/main" id="{F251EEF0-065B-89E9-3DFF-D848F9F6CDC5}"/>
                    </a:ext>
                  </a:extLst>
                </p:cNvPr>
                <p:cNvSpPr/>
                <p:nvPr/>
              </p:nvSpPr>
              <p:spPr>
                <a:xfrm>
                  <a:off x="-6084900" y="7847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4" name="TextBox 173">
                  <a:extLst>
                    <a:ext uri="{FF2B5EF4-FFF2-40B4-BE49-F238E27FC236}">
                      <a16:creationId xmlns:a16="http://schemas.microsoft.com/office/drawing/2014/main" id="{2B66ECF6-0115-3576-051B-635AE2F32D3E}"/>
                    </a:ext>
                  </a:extLst>
                </p:cNvPr>
                <p:cNvSpPr txBox="1"/>
                <p:nvPr/>
              </p:nvSpPr>
              <p:spPr>
                <a:xfrm>
                  <a:off x="-6196500" y="7847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 dirty="0">
                      <a:solidFill>
                        <a:srgbClr val="FFFFFF"/>
                      </a:solidFill>
                      <a:latin typeface="Noto Sans KR"/>
                    </a:rPr>
                    <a:t>1</a:t>
                  </a:r>
                </a:p>
              </p:txBody>
            </p:sp>
          </p:grpSp>
          <p:grpSp>
            <p:nvGrpSpPr>
              <p:cNvPr id="154" name="그룹 153">
                <a:extLst>
                  <a:ext uri="{FF2B5EF4-FFF2-40B4-BE49-F238E27FC236}">
                    <a16:creationId xmlns:a16="http://schemas.microsoft.com/office/drawing/2014/main" id="{1A15AD0C-63F3-B60F-B0D5-B536213FD185}"/>
                  </a:ext>
                </a:extLst>
              </p:cNvPr>
              <p:cNvGrpSpPr/>
              <p:nvPr/>
            </p:nvGrpSpPr>
            <p:grpSpPr>
              <a:xfrm>
                <a:off x="-8170" y="5456570"/>
                <a:ext cx="388800" cy="165600"/>
                <a:chOff x="-6196500" y="1051188"/>
                <a:chExt cx="388800" cy="165600"/>
              </a:xfrm>
            </p:grpSpPr>
            <p:sp>
              <p:nvSpPr>
                <p:cNvPr id="171" name="Oval 474">
                  <a:extLst>
                    <a:ext uri="{FF2B5EF4-FFF2-40B4-BE49-F238E27FC236}">
                      <a16:creationId xmlns:a16="http://schemas.microsoft.com/office/drawing/2014/main" id="{BCE1ECF0-8DF7-E73B-4719-B3240E04A215}"/>
                    </a:ext>
                  </a:extLst>
                </p:cNvPr>
                <p:cNvSpPr/>
                <p:nvPr/>
              </p:nvSpPr>
              <p:spPr>
                <a:xfrm>
                  <a:off x="-6084900" y="10511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75D4CB5B-7740-DBCA-4DEF-574C73DE4D0C}"/>
                    </a:ext>
                  </a:extLst>
                </p:cNvPr>
                <p:cNvSpPr txBox="1"/>
                <p:nvPr/>
              </p:nvSpPr>
              <p:spPr>
                <a:xfrm>
                  <a:off x="-6196500" y="10511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 dirty="0">
                      <a:solidFill>
                        <a:srgbClr val="FFFFFF"/>
                      </a:solidFill>
                      <a:latin typeface="Noto Sans KR"/>
                    </a:rPr>
                    <a:t>2</a:t>
                  </a:r>
                </a:p>
              </p:txBody>
            </p:sp>
          </p:grpSp>
          <p:grpSp>
            <p:nvGrpSpPr>
              <p:cNvPr id="157" name="그룹 156">
                <a:extLst>
                  <a:ext uri="{FF2B5EF4-FFF2-40B4-BE49-F238E27FC236}">
                    <a16:creationId xmlns:a16="http://schemas.microsoft.com/office/drawing/2014/main" id="{5AE949BE-3DF7-B6EE-89D7-CBBAEC17506C}"/>
                  </a:ext>
                </a:extLst>
              </p:cNvPr>
              <p:cNvGrpSpPr/>
              <p:nvPr/>
            </p:nvGrpSpPr>
            <p:grpSpPr>
              <a:xfrm>
                <a:off x="-8170" y="5655503"/>
                <a:ext cx="388800" cy="165600"/>
                <a:chOff x="-6196500" y="1317588"/>
                <a:chExt cx="388800" cy="165600"/>
              </a:xfrm>
            </p:grpSpPr>
            <p:sp>
              <p:nvSpPr>
                <p:cNvPr id="169" name="Oval 480">
                  <a:extLst>
                    <a:ext uri="{FF2B5EF4-FFF2-40B4-BE49-F238E27FC236}">
                      <a16:creationId xmlns:a16="http://schemas.microsoft.com/office/drawing/2014/main" id="{551D2B50-0A8C-0635-7FB2-86781830F3EC}"/>
                    </a:ext>
                  </a:extLst>
                </p:cNvPr>
                <p:cNvSpPr/>
                <p:nvPr/>
              </p:nvSpPr>
              <p:spPr>
                <a:xfrm>
                  <a:off x="-6084900" y="13175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452D43F7-5AFD-7B4A-29BF-888080F06FB1}"/>
                    </a:ext>
                  </a:extLst>
                </p:cNvPr>
                <p:cNvSpPr txBox="1"/>
                <p:nvPr/>
              </p:nvSpPr>
              <p:spPr>
                <a:xfrm>
                  <a:off x="-6196500" y="13175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 dirty="0">
                      <a:solidFill>
                        <a:srgbClr val="FFFFFF"/>
                      </a:solidFill>
                      <a:latin typeface="Noto Sans KR"/>
                    </a:rPr>
                    <a:t>3</a:t>
                  </a:r>
                </a:p>
              </p:txBody>
            </p:sp>
          </p:grpSp>
          <p:grpSp>
            <p:nvGrpSpPr>
              <p:cNvPr id="159" name="그룹 158">
                <a:extLst>
                  <a:ext uri="{FF2B5EF4-FFF2-40B4-BE49-F238E27FC236}">
                    <a16:creationId xmlns:a16="http://schemas.microsoft.com/office/drawing/2014/main" id="{1F91A916-6EF3-2945-DEC2-C262A714FBF0}"/>
                  </a:ext>
                </a:extLst>
              </p:cNvPr>
              <p:cNvGrpSpPr/>
              <p:nvPr/>
            </p:nvGrpSpPr>
            <p:grpSpPr>
              <a:xfrm>
                <a:off x="-8170" y="5862505"/>
                <a:ext cx="388800" cy="165600"/>
                <a:chOff x="-6196500" y="1583988"/>
                <a:chExt cx="388800" cy="165600"/>
              </a:xfrm>
            </p:grpSpPr>
            <p:sp>
              <p:nvSpPr>
                <p:cNvPr id="167" name="Oval 486">
                  <a:extLst>
                    <a:ext uri="{FF2B5EF4-FFF2-40B4-BE49-F238E27FC236}">
                      <a16:creationId xmlns:a16="http://schemas.microsoft.com/office/drawing/2014/main" id="{B5072575-AD6D-CF45-EC8C-B2A7F8A7FCE4}"/>
                    </a:ext>
                  </a:extLst>
                </p:cNvPr>
                <p:cNvSpPr/>
                <p:nvPr/>
              </p:nvSpPr>
              <p:spPr>
                <a:xfrm>
                  <a:off x="-6084900" y="15839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43D24F30-8856-9D0C-341F-4C9327B4E3F6}"/>
                    </a:ext>
                  </a:extLst>
                </p:cNvPr>
                <p:cNvSpPr txBox="1"/>
                <p:nvPr/>
              </p:nvSpPr>
              <p:spPr>
                <a:xfrm>
                  <a:off x="-6196500" y="15839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>
                      <a:solidFill>
                        <a:srgbClr val="FFFFFF"/>
                      </a:solidFill>
                      <a:latin typeface="Noto Sans KR"/>
                    </a:rPr>
                    <a:t>4</a:t>
                  </a:r>
                </a:p>
              </p:txBody>
            </p:sp>
          </p:grpSp>
          <p:grpSp>
            <p:nvGrpSpPr>
              <p:cNvPr id="160" name="그룹 159">
                <a:extLst>
                  <a:ext uri="{FF2B5EF4-FFF2-40B4-BE49-F238E27FC236}">
                    <a16:creationId xmlns:a16="http://schemas.microsoft.com/office/drawing/2014/main" id="{015ADF84-577F-E06A-FABF-18FC72AC6887}"/>
                  </a:ext>
                </a:extLst>
              </p:cNvPr>
              <p:cNvGrpSpPr/>
              <p:nvPr/>
            </p:nvGrpSpPr>
            <p:grpSpPr>
              <a:xfrm>
                <a:off x="-8170" y="6062807"/>
                <a:ext cx="388800" cy="165600"/>
                <a:chOff x="-6196500" y="1850388"/>
                <a:chExt cx="388800" cy="165600"/>
              </a:xfrm>
            </p:grpSpPr>
            <p:sp>
              <p:nvSpPr>
                <p:cNvPr id="164" name="Oval 492">
                  <a:extLst>
                    <a:ext uri="{FF2B5EF4-FFF2-40B4-BE49-F238E27FC236}">
                      <a16:creationId xmlns:a16="http://schemas.microsoft.com/office/drawing/2014/main" id="{09C99557-0C50-0F1A-7B7E-D0A7FCF8680D}"/>
                    </a:ext>
                  </a:extLst>
                </p:cNvPr>
                <p:cNvSpPr/>
                <p:nvPr/>
              </p:nvSpPr>
              <p:spPr>
                <a:xfrm>
                  <a:off x="-6084900" y="1850388"/>
                  <a:ext cx="165600" cy="165600"/>
                </a:xfrm>
                <a:prstGeom prst="ellipse">
                  <a:avLst/>
                </a:prstGeom>
                <a:solidFill>
                  <a:srgbClr val="2E447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D4DDDD31-B505-BB40-2DEC-AD5C7D4B1E1B}"/>
                    </a:ext>
                  </a:extLst>
                </p:cNvPr>
                <p:cNvSpPr txBox="1"/>
                <p:nvPr/>
              </p:nvSpPr>
              <p:spPr>
                <a:xfrm>
                  <a:off x="-6196500" y="1850388"/>
                  <a:ext cx="388800" cy="165600"/>
                </a:xfrm>
                <a:prstGeom prst="rect">
                  <a:avLst/>
                </a:prstGeom>
                <a:noFill/>
              </p:spPr>
              <p:txBody>
                <a:bodyPr wrap="square" lIns="18000" tIns="0" rIns="18000" bIns="0" anchor="ctr">
                  <a:spAutoFit/>
                </a:bodyPr>
                <a:lstStyle/>
                <a:p>
                  <a:pPr algn="ctr"/>
                  <a:r>
                    <a:rPr sz="900" b="1">
                      <a:solidFill>
                        <a:srgbClr val="FFFFFF"/>
                      </a:solidFill>
                      <a:latin typeface="Noto Sans KR"/>
                    </a:rPr>
                    <a:t>5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191191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12700">
          <a:solidFill>
            <a:srgbClr val="C9CFD9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wrap="none">
        <a:spAutoFit/>
      </a:bodyPr>
      <a:lstStyle>
        <a:defPPr algn="ctr">
          <a:defRPr sz="700" b="0" smtClean="0">
            <a:solidFill>
              <a:srgbClr val="FFFFFF"/>
            </a:solidFill>
            <a:latin typeface="Noto Sans KR" pitchFamily="50" charset="-127"/>
            <a:ea typeface="Noto Sans KR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6655</TotalTime>
  <Words>11019</Words>
  <Application>Microsoft Office PowerPoint</Application>
  <PresentationFormat>와이드스크린</PresentationFormat>
  <Paragraphs>2936</Paragraphs>
  <Slides>50</Slides>
  <Notes>4</Notes>
  <HiddenSlides>15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5" baseType="lpstr">
      <vt:lpstr>Arial Unicode MS</vt:lpstr>
      <vt:lpstr>Noto Sans KR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JAEYEON KIM</dc:creator>
  <cp:lastModifiedBy>JAEYEON KIM</cp:lastModifiedBy>
  <cp:revision>481</cp:revision>
  <cp:lastPrinted>2026-06-16T07:16:25Z</cp:lastPrinted>
  <dcterms:created xsi:type="dcterms:W3CDTF">2026-05-26T04:52:03Z</dcterms:created>
  <dcterms:modified xsi:type="dcterms:W3CDTF">2026-06-25T07:30:37Z</dcterms:modified>
</cp:coreProperties>
</file>