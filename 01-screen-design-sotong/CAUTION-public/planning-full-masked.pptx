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355" r:id="rId3"/>
    <p:sldId id="259" r:id="rId4"/>
    <p:sldId id="368" r:id="rId5"/>
    <p:sldId id="369" r:id="rId6"/>
    <p:sldId id="269" r:id="rId7"/>
    <p:sldId id="356" r:id="rId8"/>
    <p:sldId id="357" r:id="rId9"/>
    <p:sldId id="362" r:id="rId10"/>
    <p:sldId id="399" r:id="rId11"/>
    <p:sldId id="387" r:id="rId12"/>
    <p:sldId id="270" r:id="rId13"/>
    <p:sldId id="359" r:id="rId14"/>
    <p:sldId id="364" r:id="rId15"/>
    <p:sldId id="386" r:id="rId16"/>
    <p:sldId id="388" r:id="rId17"/>
    <p:sldId id="360" r:id="rId18"/>
    <p:sldId id="363" r:id="rId19"/>
    <p:sldId id="348" r:id="rId20"/>
    <p:sldId id="275" r:id="rId21"/>
    <p:sldId id="346" r:id="rId22"/>
    <p:sldId id="397" r:id="rId23"/>
    <p:sldId id="279" r:id="rId24"/>
    <p:sldId id="315" r:id="rId25"/>
    <p:sldId id="329" r:id="rId26"/>
    <p:sldId id="330" r:id="rId27"/>
    <p:sldId id="332" r:id="rId28"/>
    <p:sldId id="333" r:id="rId29"/>
    <p:sldId id="382" r:id="rId30"/>
    <p:sldId id="391" r:id="rId31"/>
    <p:sldId id="334" r:id="rId32"/>
    <p:sldId id="383" r:id="rId33"/>
    <p:sldId id="390" r:id="rId34"/>
    <p:sldId id="384" r:id="rId35"/>
    <p:sldId id="389" r:id="rId36"/>
    <p:sldId id="335" r:id="rId37"/>
    <p:sldId id="340" r:id="rId38"/>
    <p:sldId id="337" r:id="rId39"/>
    <p:sldId id="395" r:id="rId40"/>
    <p:sldId id="338" r:id="rId41"/>
    <p:sldId id="393" r:id="rId42"/>
    <p:sldId id="370" r:id="rId43"/>
    <p:sldId id="371" r:id="rId44"/>
    <p:sldId id="372" r:id="rId45"/>
    <p:sldId id="380" r:id="rId46"/>
    <p:sldId id="392" r:id="rId47"/>
    <p:sldId id="381" r:id="rId48"/>
    <p:sldId id="394" r:id="rId49"/>
    <p:sldId id="396" r:id="rId50"/>
    <p:sldId id="398" r:id="rId51"/>
  </p:sldIdLst>
  <p:sldSz cx="12192000" cy="6858000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470"/>
    <a:srgbClr val="1E2D45"/>
    <a:srgbClr val="445064"/>
    <a:srgbClr val="AABBCC"/>
    <a:srgbClr val="522AE9"/>
    <a:srgbClr val="E8ECF4"/>
    <a:srgbClr val="B81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DA12B-FD55-4664-8217-6736DADDB556}" v="377" dt="2026-05-27T07:10:25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9" autoAdjust="0"/>
    <p:restoredTop sz="93364" autoAdjust="0"/>
  </p:normalViewPr>
  <p:slideViewPr>
    <p:cSldViewPr snapToGrid="0">
      <p:cViewPr>
        <p:scale>
          <a:sx n="125" d="100"/>
          <a:sy n="125" d="100"/>
        </p:scale>
        <p:origin x="708" y="9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YEON KIM" userId="5fd88c3b828d6b87" providerId="LiveId" clId="{4DEEB11C-6F4E-434B-9DEA-240AA84EFB01}"/>
    <pc:docChg chg="undo custSel addSld delSld modSld sldOrd">
      <pc:chgData name="JAEYEON KIM" userId="5fd88c3b828d6b87" providerId="LiveId" clId="{4DEEB11C-6F4E-434B-9DEA-240AA84EFB01}" dt="2026-05-27T07:12:13.564" v="6343" actId="208"/>
      <pc:docMkLst>
        <pc:docMk/>
      </pc:docMkLst>
      <pc:sldChg chg="addSp modSp del">
        <pc:chgData name="JAEYEON KIM" userId="5fd88c3b828d6b87" providerId="LiveId" clId="{4DEEB11C-6F4E-434B-9DEA-240AA84EFB01}" dt="2026-05-26T04:54:42.330" v="2" actId="2696"/>
        <pc:sldMkLst>
          <pc:docMk/>
          <pc:sldMk cId="4209503085" sldId="256"/>
        </pc:sldMkLst>
        <pc:spChg chg="add mod">
          <ac:chgData name="JAEYEON KIM" userId="5fd88c3b828d6b87" providerId="LiveId" clId="{4DEEB11C-6F4E-434B-9DEA-240AA84EFB01}" dt="2026-05-26T04:54:12.193" v="0"/>
          <ac:spMkLst>
            <pc:docMk/>
            <pc:sldMk cId="4209503085" sldId="256"/>
            <ac:spMk id="4" creationId="{DFCF9514-8FFE-C577-9F72-5BBBC617489C}"/>
          </ac:spMkLst>
        </pc:spChg>
      </pc:sldChg>
      <pc:sldChg chg="addSp modSp add mod">
        <pc:chgData name="JAEYEON KIM" userId="5fd88c3b828d6b87" providerId="LiveId" clId="{4DEEB11C-6F4E-434B-9DEA-240AA84EFB01}" dt="2026-05-26T07:35:24.952" v="1427" actId="207"/>
        <pc:sldMkLst>
          <pc:docMk/>
          <pc:sldMk cId="0" sldId="257"/>
        </pc:sldMkLst>
        <pc:spChg chg="mod">
          <ac:chgData name="JAEYEON KIM" userId="5fd88c3b828d6b87" providerId="LiveId" clId="{4DEEB11C-6F4E-434B-9DEA-240AA84EFB01}" dt="2026-05-26T05:02:38.837" v="268" actId="208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20.124" v="1426" actId="138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13.562" v="1425" actId="17032"/>
          <ac:spMkLst>
            <pc:docMk/>
            <pc:sldMk cId="0" sldId="257"/>
            <ac:spMk id="4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26.055" v="12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24.952" v="1427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36.043" v="17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9:35.924" v="209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40.370" v="18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7:02.593" v="23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59.433" v="22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7:06.282" v="24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52.515" v="20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7:10.221" v="25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55.786" v="21" actId="20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00:18.230" v="249" actId="20577"/>
          <ac:spMkLst>
            <pc:docMk/>
            <pc:sldMk cId="0" sldId="257"/>
            <ac:spMk id="17" creationId="{00000000-0000-0000-0000-000000000000}"/>
          </ac:spMkLst>
        </pc:spChg>
        <pc:spChg chg="add mod">
          <ac:chgData name="JAEYEON KIM" userId="5fd88c3b828d6b87" providerId="LiveId" clId="{4DEEB11C-6F4E-434B-9DEA-240AA84EFB01}" dt="2026-05-26T05:00:33.120" v="250"/>
          <ac:spMkLst>
            <pc:docMk/>
            <pc:sldMk cId="0" sldId="257"/>
            <ac:spMk id="19" creationId="{56D3F4F1-5099-4A30-2100-BA063ED392C0}"/>
          </ac:spMkLst>
        </pc:spChg>
        <pc:spChg chg="add mod">
          <ac:chgData name="JAEYEON KIM" userId="5fd88c3b828d6b87" providerId="LiveId" clId="{4DEEB11C-6F4E-434B-9DEA-240AA84EFB01}" dt="2026-05-26T05:00:36.144" v="251"/>
          <ac:spMkLst>
            <pc:docMk/>
            <pc:sldMk cId="0" sldId="257"/>
            <ac:spMk id="20" creationId="{E3E8EB65-BCD6-3BB3-C66B-FFB63E214F59}"/>
          </ac:spMkLst>
        </pc:spChg>
      </pc:sldChg>
      <pc:sldChg chg="addSp modSp new del">
        <pc:chgData name="JAEYEON KIM" userId="5fd88c3b828d6b87" providerId="LiveId" clId="{4DEEB11C-6F4E-434B-9DEA-240AA84EFB01}" dt="2026-05-26T05:00:49.143" v="255" actId="47"/>
        <pc:sldMkLst>
          <pc:docMk/>
          <pc:sldMk cId="3887816038" sldId="258"/>
        </pc:sldMkLst>
        <pc:spChg chg="add mod">
          <ac:chgData name="JAEYEON KIM" userId="5fd88c3b828d6b87" providerId="LiveId" clId="{4DEEB11C-6F4E-434B-9DEA-240AA84EFB01}" dt="2026-05-26T05:00:41.589" v="253"/>
          <ac:spMkLst>
            <pc:docMk/>
            <pc:sldMk cId="3887816038" sldId="258"/>
            <ac:spMk id="2" creationId="{DFF154B2-9F72-C004-B0EF-709ADD455CCC}"/>
          </ac:spMkLst>
        </pc:spChg>
      </pc:sldChg>
      <pc:sldChg chg="modSp add mod">
        <pc:chgData name="JAEYEON KIM" userId="5fd88c3b828d6b87" providerId="LiveId" clId="{4DEEB11C-6F4E-434B-9DEA-240AA84EFB01}" dt="2026-05-26T07:39:49.507" v="1451" actId="13822"/>
        <pc:sldMkLst>
          <pc:docMk/>
          <pc:sldMk cId="0" sldId="259"/>
        </pc:sldMkLst>
        <pc:spChg chg="mod">
          <ac:chgData name="JAEYEON KIM" userId="5fd88c3b828d6b87" providerId="LiveId" clId="{4DEEB11C-6F4E-434B-9DEA-240AA84EFB01}" dt="2026-05-26T05:02:32.950" v="267" actId="2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9:49.507" v="1451" actId="13822"/>
          <ac:spMkLst>
            <pc:docMk/>
            <pc:sldMk cId="0" sldId="259"/>
            <ac:spMk id="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3:58.688" v="1420" actId="13822"/>
          <ac:spMkLst>
            <pc:docMk/>
            <pc:sldMk cId="0" sldId="259"/>
            <ac:spMk id="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02:09.703" v="265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02:23.818" v="266" actId="207"/>
          <ac:spMkLst>
            <pc:docMk/>
            <pc:sldMk cId="0" sldId="259"/>
            <ac:spMk id="7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07:08.577" v="391" actId="47"/>
        <pc:sldMkLst>
          <pc:docMk/>
          <pc:sldMk cId="0" sldId="261"/>
        </pc:sldMkLst>
      </pc:sldChg>
      <pc:sldChg chg="modSp add del mod">
        <pc:chgData name="JAEYEON KIM" userId="5fd88c3b828d6b87" providerId="LiveId" clId="{4DEEB11C-6F4E-434B-9DEA-240AA84EFB01}" dt="2026-05-26T07:57:45.943" v="1871" actId="2696"/>
        <pc:sldMkLst>
          <pc:docMk/>
          <pc:sldMk cId="0" sldId="264"/>
        </pc:sldMkLst>
        <pc:spChg chg="mod">
          <ac:chgData name="JAEYEON KIM" userId="5fd88c3b828d6b87" providerId="LiveId" clId="{4DEEB11C-6F4E-434B-9DEA-240AA84EFB01}" dt="2026-05-26T07:38:48.471" v="1444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add del mod">
        <pc:chgData name="JAEYEON KIM" userId="5fd88c3b828d6b87" providerId="LiveId" clId="{4DEEB11C-6F4E-434B-9DEA-240AA84EFB01}" dt="2026-05-26T08:06:06.835" v="1926" actId="2696"/>
        <pc:sldMkLst>
          <pc:docMk/>
          <pc:sldMk cId="0" sldId="266"/>
        </pc:sldMkLst>
        <pc:spChg chg="mod">
          <ac:chgData name="JAEYEON KIM" userId="5fd88c3b828d6b87" providerId="LiveId" clId="{4DEEB11C-6F4E-434B-9DEA-240AA84EFB01}" dt="2026-05-26T07:59:36.080" v="1873" actId="1076"/>
          <ac:spMkLst>
            <pc:docMk/>
            <pc:sldMk cId="0" sldId="266"/>
            <ac:spMk id="2" creationId="{00000000-0000-0000-0000-000000000000}"/>
          </ac:spMkLst>
        </pc:spChg>
      </pc:sldChg>
      <pc:sldChg chg="delSp modSp add mod modShow">
        <pc:chgData name="JAEYEON KIM" userId="5fd88c3b828d6b87" providerId="LiveId" clId="{4DEEB11C-6F4E-434B-9DEA-240AA84EFB01}" dt="2026-05-27T01:23:04.981" v="2460" actId="729"/>
        <pc:sldMkLst>
          <pc:docMk/>
          <pc:sldMk cId="0" sldId="267"/>
        </pc:sldMkLst>
        <pc:spChg chg="del mod">
          <ac:chgData name="JAEYEON KIM" userId="5fd88c3b828d6b87" providerId="LiveId" clId="{4DEEB11C-6F4E-434B-9DEA-240AA84EFB01}" dt="2026-05-27T00:34:09.697" v="2128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6:02:37.214" v="1333" actId="1076"/>
          <ac:spMkLst>
            <pc:docMk/>
            <pc:sldMk cId="0" sldId="267"/>
            <ac:spMk id="10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07:09.531" v="392" actId="47"/>
        <pc:sldMkLst>
          <pc:docMk/>
          <pc:sldMk cId="0" sldId="268"/>
        </pc:sldMkLst>
      </pc:sldChg>
      <pc:sldChg chg="modSp add mod">
        <pc:chgData name="JAEYEON KIM" userId="5fd88c3b828d6b87" providerId="LiveId" clId="{4DEEB11C-6F4E-434B-9DEA-240AA84EFB01}" dt="2026-05-26T07:39:55.439" v="1452" actId="13822"/>
        <pc:sldMkLst>
          <pc:docMk/>
          <pc:sldMk cId="1354517064" sldId="269"/>
        </pc:sldMkLst>
        <pc:spChg chg="mod">
          <ac:chgData name="JAEYEON KIM" userId="5fd88c3b828d6b87" providerId="LiveId" clId="{4DEEB11C-6F4E-434B-9DEA-240AA84EFB01}" dt="2026-05-26T07:39:55.439" v="1452" actId="13822"/>
          <ac:spMkLst>
            <pc:docMk/>
            <pc:sldMk cId="1354517064" sldId="269"/>
            <ac:spMk id="3" creationId="{46851C53-C43A-92AF-966F-4C8FE8212D62}"/>
          </ac:spMkLst>
        </pc:spChg>
        <pc:spChg chg="mod">
          <ac:chgData name="JAEYEON KIM" userId="5fd88c3b828d6b87" providerId="LiveId" clId="{4DEEB11C-6F4E-434B-9DEA-240AA84EFB01}" dt="2026-05-26T07:33:52.173" v="1419" actId="13822"/>
          <ac:spMkLst>
            <pc:docMk/>
            <pc:sldMk cId="1354517064" sldId="269"/>
            <ac:spMk id="5" creationId="{5DA52656-ED51-3257-5017-88C17817FEE9}"/>
          </ac:spMkLst>
        </pc:spChg>
        <pc:spChg chg="mod">
          <ac:chgData name="JAEYEON KIM" userId="5fd88c3b828d6b87" providerId="LiveId" clId="{4DEEB11C-6F4E-434B-9DEA-240AA84EFB01}" dt="2026-05-26T05:05:53.453" v="302" actId="20577"/>
          <ac:spMkLst>
            <pc:docMk/>
            <pc:sldMk cId="1354517064" sldId="269"/>
            <ac:spMk id="6" creationId="{DE1877C2-7D17-2952-4747-B597937F3C43}"/>
          </ac:spMkLst>
        </pc:spChg>
        <pc:spChg chg="mod">
          <ac:chgData name="JAEYEON KIM" userId="5fd88c3b828d6b87" providerId="LiveId" clId="{4DEEB11C-6F4E-434B-9DEA-240AA84EFB01}" dt="2026-05-26T05:06:22.751" v="352" actId="20577"/>
          <ac:spMkLst>
            <pc:docMk/>
            <pc:sldMk cId="1354517064" sldId="269"/>
            <ac:spMk id="7" creationId="{26FCAA8B-7DA8-7F83-EA11-9A9D16452739}"/>
          </ac:spMkLst>
        </pc:spChg>
      </pc:sldChg>
      <pc:sldChg chg="addSp modSp add mod">
        <pc:chgData name="JAEYEON KIM" userId="5fd88c3b828d6b87" providerId="LiveId" clId="{4DEEB11C-6F4E-434B-9DEA-240AA84EFB01}" dt="2026-05-26T05:52:59.679" v="1057"/>
        <pc:sldMkLst>
          <pc:docMk/>
          <pc:sldMk cId="3025942541" sldId="270"/>
        </pc:sldMkLst>
        <pc:spChg chg="mod">
          <ac:chgData name="JAEYEON KIM" userId="5fd88c3b828d6b87" providerId="LiveId" clId="{4DEEB11C-6F4E-434B-9DEA-240AA84EFB01}" dt="2026-05-26T05:06:31.926" v="357" actId="20577"/>
          <ac:spMkLst>
            <pc:docMk/>
            <pc:sldMk cId="3025942541" sldId="270"/>
            <ac:spMk id="5" creationId="{4454DE92-D48B-C955-9C2F-BEAE7088D911}"/>
          </ac:spMkLst>
        </pc:spChg>
        <pc:spChg chg="mod">
          <ac:chgData name="JAEYEON KIM" userId="5fd88c3b828d6b87" providerId="LiveId" clId="{4DEEB11C-6F4E-434B-9DEA-240AA84EFB01}" dt="2026-05-26T05:06:39.031" v="388" actId="20577"/>
          <ac:spMkLst>
            <pc:docMk/>
            <pc:sldMk cId="3025942541" sldId="270"/>
            <ac:spMk id="6" creationId="{C940FD93-748A-F9E5-069F-F1BD73C352DF}"/>
          </ac:spMkLst>
        </pc:spChg>
        <pc:spChg chg="mod">
          <ac:chgData name="JAEYEON KIM" userId="5fd88c3b828d6b87" providerId="LiveId" clId="{4DEEB11C-6F4E-434B-9DEA-240AA84EFB01}" dt="2026-05-26T05:07:01.687" v="390" actId="207"/>
          <ac:spMkLst>
            <pc:docMk/>
            <pc:sldMk cId="3025942541" sldId="270"/>
            <ac:spMk id="7" creationId="{B5EB525B-1C8A-229E-A80B-2474019B66FC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0" creationId="{F193F1AA-E087-6D13-7CF6-3992C58A54ED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1" creationId="{27BBD6AC-E4CE-9A2F-D86C-386B9510C75A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2" creationId="{3939A20D-9174-B5D0-8271-336B90B610E1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3" creationId="{A986F110-FAE0-5DAB-9308-C3A17ECB6975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4" creationId="{42966070-B31F-40B3-42B8-48369FF3ED9D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5" creationId="{B49185B4-246D-246C-6508-7376D82D59E8}"/>
          </ac:spMkLst>
        </pc:spChg>
        <pc:grpChg chg="add mod">
          <ac:chgData name="JAEYEON KIM" userId="5fd88c3b828d6b87" providerId="LiveId" clId="{4DEEB11C-6F4E-434B-9DEA-240AA84EFB01}" dt="2026-05-26T05:52:59.679" v="1057"/>
          <ac:grpSpMkLst>
            <pc:docMk/>
            <pc:sldMk cId="3025942541" sldId="270"/>
            <ac:grpSpMk id="9" creationId="{D481D80E-AD29-0001-7956-595ABE7D8912}"/>
          </ac:grpSpMkLst>
        </pc:grpChg>
      </pc:sldChg>
      <pc:sldChg chg="add">
        <pc:chgData name="JAEYEON KIM" userId="5fd88c3b828d6b87" providerId="LiveId" clId="{4DEEB11C-6F4E-434B-9DEA-240AA84EFB01}" dt="2026-05-26T05:49:53.603" v="968"/>
        <pc:sldMkLst>
          <pc:docMk/>
          <pc:sldMk cId="0" sldId="271"/>
        </pc:sldMkLst>
      </pc:sldChg>
      <pc:sldChg chg="addSp delSp modSp add del mod">
        <pc:chgData name="JAEYEON KIM" userId="5fd88c3b828d6b87" providerId="LiveId" clId="{4DEEB11C-6F4E-434B-9DEA-240AA84EFB01}" dt="2026-05-27T02:24:59.679" v="3889" actId="2696"/>
        <pc:sldMkLst>
          <pc:docMk/>
          <pc:sldMk cId="0" sldId="272"/>
        </pc:sldMkLst>
        <pc:spChg chg="del mod">
          <ac:chgData name="JAEYEON KIM" userId="5fd88c3b828d6b87" providerId="LiveId" clId="{4DEEB11C-6F4E-434B-9DEA-240AA84EFB01}" dt="2026-05-27T02:13:05.321" v="3433" actId="478"/>
          <ac:spMkLst>
            <pc:docMk/>
            <pc:sldMk cId="0" sldId="272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9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3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5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53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56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71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7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80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8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96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9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98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0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1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3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5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6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9" creationId="{00000000-0000-0000-0000-000000000000}"/>
          </ac:spMkLst>
        </pc:spChg>
        <pc:grpChg chg="mod">
          <ac:chgData name="JAEYEON KIM" userId="5fd88c3b828d6b87" providerId="LiveId" clId="{4DEEB11C-6F4E-434B-9DEA-240AA84EFB01}" dt="2026-05-27T02:13:49.599" v="3439" actId="164"/>
          <ac:grpSpMkLst>
            <pc:docMk/>
            <pc:sldMk cId="0" sldId="272"/>
            <ac:grpSpMk id="112" creationId="{A09521A5-5815-25CD-6E1A-46ED67349507}"/>
          </ac:grpSpMkLst>
        </pc:grpChg>
        <pc:grpChg chg="add mod">
          <ac:chgData name="JAEYEON KIM" userId="5fd88c3b828d6b87" providerId="LiveId" clId="{4DEEB11C-6F4E-434B-9DEA-240AA84EFB01}" dt="2026-05-27T02:13:53.114" v="3440" actId="1076"/>
          <ac:grpSpMkLst>
            <pc:docMk/>
            <pc:sldMk cId="0" sldId="272"/>
            <ac:grpSpMk id="113" creationId="{423D5124-BA1C-07F4-CFB7-9BF0870B8226}"/>
          </ac:grpSpMkLst>
        </pc:grpChg>
      </pc:sldChg>
      <pc:sldChg chg="addSp delSp modSp add mod modShow">
        <pc:chgData name="JAEYEON KIM" userId="5fd88c3b828d6b87" providerId="LiveId" clId="{4DEEB11C-6F4E-434B-9DEA-240AA84EFB01}" dt="2026-05-27T04:39:12.460" v="5470" actId="729"/>
        <pc:sldMkLst>
          <pc:docMk/>
          <pc:sldMk cId="0" sldId="273"/>
        </pc:sldMkLst>
        <pc:spChg chg="del mod">
          <ac:chgData name="JAEYEON KIM" userId="5fd88c3b828d6b87" providerId="LiveId" clId="{4DEEB11C-6F4E-434B-9DEA-240AA84EFB01}" dt="2026-05-27T04:27:48.239" v="5029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3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5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6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53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59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0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2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3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9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08:31.458" v="453" actId="47"/>
        <pc:sldMkLst>
          <pc:docMk/>
          <pc:sldMk cId="0" sldId="274"/>
        </pc:sldMkLst>
      </pc:sldChg>
      <pc:sldChg chg="modSp add mod">
        <pc:chgData name="JAEYEON KIM" userId="5fd88c3b828d6b87" providerId="LiveId" clId="{4DEEB11C-6F4E-434B-9DEA-240AA84EFB01}" dt="2026-05-26T05:08:27.450" v="452" actId="207"/>
        <pc:sldMkLst>
          <pc:docMk/>
          <pc:sldMk cId="1858026051" sldId="275"/>
        </pc:sldMkLst>
        <pc:spChg chg="mod">
          <ac:chgData name="JAEYEON KIM" userId="5fd88c3b828d6b87" providerId="LiveId" clId="{4DEEB11C-6F4E-434B-9DEA-240AA84EFB01}" dt="2026-05-26T05:08:07.042" v="396" actId="20577"/>
          <ac:spMkLst>
            <pc:docMk/>
            <pc:sldMk cId="1858026051" sldId="275"/>
            <ac:spMk id="5" creationId="{2E4B1D10-42E4-CCF5-BABA-3B54A99A69EC}"/>
          </ac:spMkLst>
        </pc:spChg>
        <pc:spChg chg="mod">
          <ac:chgData name="JAEYEON KIM" userId="5fd88c3b828d6b87" providerId="LiveId" clId="{4DEEB11C-6F4E-434B-9DEA-240AA84EFB01}" dt="2026-05-26T05:08:13.602" v="428" actId="20577"/>
          <ac:spMkLst>
            <pc:docMk/>
            <pc:sldMk cId="1858026051" sldId="275"/>
            <ac:spMk id="6" creationId="{9BA65D3A-9D2A-5F78-3239-DB8AC83F9DDB}"/>
          </ac:spMkLst>
        </pc:spChg>
        <pc:spChg chg="mod">
          <ac:chgData name="JAEYEON KIM" userId="5fd88c3b828d6b87" providerId="LiveId" clId="{4DEEB11C-6F4E-434B-9DEA-240AA84EFB01}" dt="2026-05-26T05:08:27.450" v="452" actId="207"/>
          <ac:spMkLst>
            <pc:docMk/>
            <pc:sldMk cId="1858026051" sldId="275"/>
            <ac:spMk id="7" creationId="{AB0DA487-8AFF-6348-7010-329AC5C05E84}"/>
          </ac:spMkLst>
        </pc:spChg>
      </pc:sldChg>
      <pc:sldChg chg="add mod modShow">
        <pc:chgData name="JAEYEON KIM" userId="5fd88c3b828d6b87" providerId="LiveId" clId="{4DEEB11C-6F4E-434B-9DEA-240AA84EFB01}" dt="2026-05-27T01:59:26.236" v="3180" actId="729"/>
        <pc:sldMkLst>
          <pc:docMk/>
          <pc:sldMk cId="0" sldId="276"/>
        </pc:sldMkLst>
      </pc:sldChg>
      <pc:sldChg chg="add del">
        <pc:chgData name="JAEYEON KIM" userId="5fd88c3b828d6b87" providerId="LiveId" clId="{4DEEB11C-6F4E-434B-9DEA-240AA84EFB01}" dt="2026-05-26T05:09:12.755" v="499" actId="47"/>
        <pc:sldMkLst>
          <pc:docMk/>
          <pc:sldMk cId="0" sldId="278"/>
        </pc:sldMkLst>
      </pc:sldChg>
      <pc:sldChg chg="addSp delSp modSp add mod">
        <pc:chgData name="JAEYEON KIM" userId="5fd88c3b828d6b87" providerId="LiveId" clId="{4DEEB11C-6F4E-434B-9DEA-240AA84EFB01}" dt="2026-05-26T06:30:04.086" v="1355" actId="22"/>
        <pc:sldMkLst>
          <pc:docMk/>
          <pc:sldMk cId="3624200698" sldId="279"/>
        </pc:sldMkLst>
        <pc:spChg chg="mod">
          <ac:chgData name="JAEYEON KIM" userId="5fd88c3b828d6b87" providerId="LiveId" clId="{4DEEB11C-6F4E-434B-9DEA-240AA84EFB01}" dt="2026-05-26T05:09:08.979" v="498" actId="20577"/>
          <ac:spMkLst>
            <pc:docMk/>
            <pc:sldMk cId="3624200698" sldId="279"/>
            <ac:spMk id="5" creationId="{3B7FFA7C-38D1-292F-8001-1E520352D3EF}"/>
          </ac:spMkLst>
        </pc:spChg>
        <pc:spChg chg="mod">
          <ac:chgData name="JAEYEON KIM" userId="5fd88c3b828d6b87" providerId="LiveId" clId="{4DEEB11C-6F4E-434B-9DEA-240AA84EFB01}" dt="2026-05-26T05:08:52.778" v="494" actId="20577"/>
          <ac:spMkLst>
            <pc:docMk/>
            <pc:sldMk cId="3624200698" sldId="279"/>
            <ac:spMk id="6" creationId="{A9B43614-0020-3F0B-7AB7-E03DA10BD2C4}"/>
          </ac:spMkLst>
        </pc:spChg>
        <pc:spChg chg="mod">
          <ac:chgData name="JAEYEON KIM" userId="5fd88c3b828d6b87" providerId="LiveId" clId="{4DEEB11C-6F4E-434B-9DEA-240AA84EFB01}" dt="2026-05-26T05:09:06.956" v="496" actId="207"/>
          <ac:spMkLst>
            <pc:docMk/>
            <pc:sldMk cId="3624200698" sldId="279"/>
            <ac:spMk id="7" creationId="{D98F7E6E-DDB6-5064-29D7-43453188DCF9}"/>
          </ac:spMkLst>
        </pc:spChg>
        <pc:spChg chg="add del">
          <ac:chgData name="JAEYEON KIM" userId="5fd88c3b828d6b87" providerId="LiveId" clId="{4DEEB11C-6F4E-434B-9DEA-240AA84EFB01}" dt="2026-05-26T06:30:04.086" v="1355" actId="22"/>
          <ac:spMkLst>
            <pc:docMk/>
            <pc:sldMk cId="3624200698" sldId="279"/>
            <ac:spMk id="10" creationId="{118CDB40-E1D0-F301-BB02-3F42E7C2D883}"/>
          </ac:spMkLst>
        </pc:spChg>
      </pc:sldChg>
      <pc:sldChg chg="addSp delSp modSp add mod">
        <pc:chgData name="JAEYEON KIM" userId="5fd88c3b828d6b87" providerId="LiveId" clId="{4DEEB11C-6F4E-434B-9DEA-240AA84EFB01}" dt="2026-05-26T07:41:26.781" v="1458" actId="14861"/>
        <pc:sldMkLst>
          <pc:docMk/>
          <pc:sldMk cId="0" sldId="280"/>
        </pc:sldMkLst>
        <pc:spChg chg="mod">
          <ac:chgData name="JAEYEON KIM" userId="5fd88c3b828d6b87" providerId="LiveId" clId="{4DEEB11C-6F4E-434B-9DEA-240AA84EFB01}" dt="2026-05-26T07:41:26.781" v="1458" actId="14861"/>
          <ac:spMkLst>
            <pc:docMk/>
            <pc:sldMk cId="0" sldId="280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7:05.034" v="813" actId="164"/>
          <ac:spMkLst>
            <pc:docMk/>
            <pc:sldMk cId="0" sldId="280"/>
            <ac:spMk id="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52:41.215" v="1056" actId="1036"/>
          <ac:spMkLst>
            <pc:docMk/>
            <pc:sldMk cId="0" sldId="280"/>
            <ac:spMk id="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34:29.080" v="802" actId="478"/>
          <ac:spMkLst>
            <pc:docMk/>
            <pc:sldMk cId="0" sldId="280"/>
            <ac:spMk id="6" creationId="{00000000-0000-0000-0000-000000000000}"/>
          </ac:spMkLst>
        </pc:spChg>
        <pc:spChg chg="del mod ord">
          <ac:chgData name="JAEYEON KIM" userId="5fd88c3b828d6b87" providerId="LiveId" clId="{4DEEB11C-6F4E-434B-9DEA-240AA84EFB01}" dt="2026-05-26T05:34:39.631" v="804" actId="478"/>
          <ac:spMkLst>
            <pc:docMk/>
            <pc:sldMk cId="0" sldId="280"/>
            <ac:spMk id="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1:47.393" v="518" actId="208"/>
          <ac:spMkLst>
            <pc:docMk/>
            <pc:sldMk cId="0" sldId="280"/>
            <ac:spMk id="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3:46.981" v="799" actId="1035"/>
          <ac:spMkLst>
            <pc:docMk/>
            <pc:sldMk cId="0" sldId="280"/>
            <ac:spMk id="9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0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1:14.487" v="513" actId="207"/>
          <ac:spMkLst>
            <pc:docMk/>
            <pc:sldMk cId="0" sldId="280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4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6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0:52.975" v="510" actId="207"/>
          <ac:spMkLst>
            <pc:docMk/>
            <pc:sldMk cId="0" sldId="280"/>
            <ac:spMk id="19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4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3:04.630" v="789" actId="2711"/>
          <ac:spMkLst>
            <pc:docMk/>
            <pc:sldMk cId="0" sldId="280"/>
            <ac:spMk id="2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8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15:03.133" v="553" actId="478"/>
          <ac:spMkLst>
            <pc:docMk/>
            <pc:sldMk cId="0" sldId="280"/>
            <ac:spMk id="29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6:20.081" v="1430" actId="207"/>
          <ac:spMkLst>
            <pc:docMk/>
            <pc:sldMk cId="0" sldId="280"/>
            <ac:spMk id="30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6:12.893" v="1429" actId="207"/>
          <ac:spMkLst>
            <pc:docMk/>
            <pc:sldMk cId="0" sldId="280"/>
            <ac:spMk id="31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3:33.457" v="647" actId="478"/>
          <ac:spMkLst>
            <pc:docMk/>
            <pc:sldMk cId="0" sldId="280"/>
            <ac:spMk id="32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3:36.798" v="650" actId="478"/>
          <ac:spMkLst>
            <pc:docMk/>
            <pc:sldMk cId="0" sldId="280"/>
            <ac:spMk id="3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35.157" v="648" actId="478"/>
          <ac:spMkLst>
            <pc:docMk/>
            <pc:sldMk cId="0" sldId="280"/>
            <ac:spMk id="3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38.396" v="651" actId="478"/>
          <ac:spMkLst>
            <pc:docMk/>
            <pc:sldMk cId="0" sldId="280"/>
            <ac:spMk id="3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3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5:29.898" v="674" actId="1076"/>
          <ac:spMkLst>
            <pc:docMk/>
            <pc:sldMk cId="0" sldId="280"/>
            <ac:spMk id="3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1:39.391" v="619" actId="1076"/>
          <ac:spMkLst>
            <pc:docMk/>
            <pc:sldMk cId="0" sldId="280"/>
            <ac:spMk id="3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5:43.324" v="676" actId="1076"/>
          <ac:spMkLst>
            <pc:docMk/>
            <pc:sldMk cId="0" sldId="280"/>
            <ac:spMk id="39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41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44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30.677" v="622" actId="478"/>
          <ac:spMkLst>
            <pc:docMk/>
            <pc:sldMk cId="0" sldId="280"/>
            <ac:spMk id="45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33.768" v="624" actId="478"/>
          <ac:spMkLst>
            <pc:docMk/>
            <pc:sldMk cId="0" sldId="280"/>
            <ac:spMk id="46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2:35.850" v="625" actId="478"/>
          <ac:spMkLst>
            <pc:docMk/>
            <pc:sldMk cId="0" sldId="280"/>
            <ac:spMk id="4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3:50.036" v="535" actId="207"/>
          <ac:spMkLst>
            <pc:docMk/>
            <pc:sldMk cId="0" sldId="280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49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5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52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48.565" v="627" actId="478"/>
          <ac:spMkLst>
            <pc:docMk/>
            <pc:sldMk cId="0" sldId="280"/>
            <ac:spMk id="5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3.680" v="638" actId="478"/>
          <ac:spMkLst>
            <pc:docMk/>
            <pc:sldMk cId="0" sldId="280"/>
            <ac:spMk id="5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4.648" v="639" actId="478"/>
          <ac:spMkLst>
            <pc:docMk/>
            <pc:sldMk cId="0" sldId="280"/>
            <ac:spMk id="55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59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60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0.035" v="628" actId="478"/>
          <ac:spMkLst>
            <pc:docMk/>
            <pc:sldMk cId="0" sldId="280"/>
            <ac:spMk id="61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2.385" v="637" actId="478"/>
          <ac:spMkLst>
            <pc:docMk/>
            <pc:sldMk cId="0" sldId="280"/>
            <ac:spMk id="62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6.539" v="640" actId="478"/>
          <ac:spMkLst>
            <pc:docMk/>
            <pc:sldMk cId="0" sldId="280"/>
            <ac:spMk id="6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3:50.036" v="535" actId="207"/>
          <ac:spMkLst>
            <pc:docMk/>
            <pc:sldMk cId="0" sldId="280"/>
            <ac:spMk id="64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6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68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2:52.769" v="629" actId="478"/>
          <ac:spMkLst>
            <pc:docMk/>
            <pc:sldMk cId="0" sldId="280"/>
            <ac:spMk id="69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0.748" v="636" actId="478"/>
          <ac:spMkLst>
            <pc:docMk/>
            <pc:sldMk cId="0" sldId="280"/>
            <ac:spMk id="70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1.133" v="642" actId="478"/>
          <ac:spMkLst>
            <pc:docMk/>
            <pc:sldMk cId="0" sldId="280"/>
            <ac:spMk id="71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7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7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7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76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4.041" v="630" actId="478"/>
          <ac:spMkLst>
            <pc:docMk/>
            <pc:sldMk cId="0" sldId="280"/>
            <ac:spMk id="77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2:59.180" v="635" actId="478"/>
          <ac:spMkLst>
            <pc:docMk/>
            <pc:sldMk cId="0" sldId="280"/>
            <ac:spMk id="78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2.663" v="643" actId="478"/>
          <ac:spMkLst>
            <pc:docMk/>
            <pc:sldMk cId="0" sldId="280"/>
            <ac:spMk id="79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81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2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84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4.844" v="631" actId="478"/>
          <ac:spMkLst>
            <pc:docMk/>
            <pc:sldMk cId="0" sldId="280"/>
            <ac:spMk id="85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8.060" v="634" actId="478"/>
          <ac:spMkLst>
            <pc:docMk/>
            <pc:sldMk cId="0" sldId="280"/>
            <ac:spMk id="86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5.382" v="644" actId="478"/>
          <ac:spMkLst>
            <pc:docMk/>
            <pc:sldMk cId="0" sldId="280"/>
            <ac:spMk id="87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8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91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92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5.593" v="632" actId="478"/>
          <ac:spMkLst>
            <pc:docMk/>
            <pc:sldMk cId="0" sldId="280"/>
            <ac:spMk id="9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8.388" v="641" actId="478"/>
          <ac:spMkLst>
            <pc:docMk/>
            <pc:sldMk cId="0" sldId="280"/>
            <ac:spMk id="9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7.509" v="645" actId="478"/>
          <ac:spMkLst>
            <pc:docMk/>
            <pc:sldMk cId="0" sldId="280"/>
            <ac:spMk id="9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5:35.013" v="675" actId="1076"/>
          <ac:spMkLst>
            <pc:docMk/>
            <pc:sldMk cId="0" sldId="280"/>
            <ac:spMk id="100" creationId="{A603E701-C82F-B5AE-5785-8B5C677E643E}"/>
          </ac:spMkLst>
        </pc:spChg>
        <pc:spChg chg="mod">
          <ac:chgData name="JAEYEON KIM" userId="5fd88c3b828d6b87" providerId="LiveId" clId="{4DEEB11C-6F4E-434B-9DEA-240AA84EFB01}" dt="2026-05-26T05:22:25.168" v="620"/>
          <ac:spMkLst>
            <pc:docMk/>
            <pc:sldMk cId="0" sldId="280"/>
            <ac:spMk id="101" creationId="{F9539184-CD30-A909-7686-A1BE7A416FBC}"/>
          </ac:spMkLst>
        </pc:spChg>
        <pc:spChg chg="mod">
          <ac:chgData name="JAEYEON KIM" userId="5fd88c3b828d6b87" providerId="LiveId" clId="{4DEEB11C-6F4E-434B-9DEA-240AA84EFB01}" dt="2026-05-26T05:25:57.095" v="678" actId="1076"/>
          <ac:spMkLst>
            <pc:docMk/>
            <pc:sldMk cId="0" sldId="280"/>
            <ac:spMk id="102" creationId="{AE476A07-F099-EDBC-A356-CC6C3C638B8C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5" creationId="{E9AE364B-3C64-7C17-55AF-50E474B209B2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6" creationId="{CC9145AA-0DCC-2A7A-F9A5-451D0E350AFC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7" creationId="{B146ED05-6D5A-7F91-3B13-B63CBB189942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9" creationId="{6047B132-627C-0778-EFE7-6509BB4AEBAD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0" creationId="{8B62FEB8-92F2-4B1C-5095-EAAA3CF24816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3" creationId="{9BEE9FAE-79F6-56DF-2ADB-6122B5419463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4" creationId="{A09CBDAD-E178-C828-8B7C-15DF8D05F8F5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5" creationId="{3A6462D6-876B-D8F5-D325-3312A93B1F77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8" creationId="{774E1574-2373-988E-5B28-54F5FCF91A52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9" creationId="{580525E7-CE20-9E60-9FE9-B147D4BA3D1D}"/>
          </ac:spMkLst>
        </pc:spChg>
        <pc:spChg chg="mod">
          <ac:chgData name="JAEYEON KIM" userId="5fd88c3b828d6b87" providerId="LiveId" clId="{4DEEB11C-6F4E-434B-9DEA-240AA84EFB01}" dt="2026-05-26T05:30:58.105" v="730" actId="20577"/>
          <ac:spMkLst>
            <pc:docMk/>
            <pc:sldMk cId="0" sldId="280"/>
            <ac:spMk id="121" creationId="{031C87AF-CA78-2BDF-39A8-23D321CCB4F3}"/>
          </ac:spMkLst>
        </pc:spChg>
        <pc:spChg chg="mod">
          <ac:chgData name="JAEYEON KIM" userId="5fd88c3b828d6b87" providerId="LiveId" clId="{4DEEB11C-6F4E-434B-9DEA-240AA84EFB01}" dt="2026-05-26T05:26:10.809" v="680"/>
          <ac:spMkLst>
            <pc:docMk/>
            <pc:sldMk cId="0" sldId="280"/>
            <ac:spMk id="122" creationId="{1DE44D2F-5364-9C60-9100-D7C5CC64E280}"/>
          </ac:spMkLst>
        </pc:spChg>
        <pc:spChg chg="mod">
          <ac:chgData name="JAEYEON KIM" userId="5fd88c3b828d6b87" providerId="LiveId" clId="{4DEEB11C-6F4E-434B-9DEA-240AA84EFB01}" dt="2026-05-26T05:26:10.809" v="680"/>
          <ac:spMkLst>
            <pc:docMk/>
            <pc:sldMk cId="0" sldId="280"/>
            <ac:spMk id="123" creationId="{BB6AF74F-B069-3278-DC58-BEF6B98D0B5C}"/>
          </ac:spMkLst>
        </pc:spChg>
        <pc:spChg chg="mod">
          <ac:chgData name="JAEYEON KIM" userId="5fd88c3b828d6b87" providerId="LiveId" clId="{4DEEB11C-6F4E-434B-9DEA-240AA84EFB01}" dt="2026-05-26T05:31:00.992" v="732" actId="20577"/>
          <ac:spMkLst>
            <pc:docMk/>
            <pc:sldMk cId="0" sldId="280"/>
            <ac:spMk id="125" creationId="{24ACEC9F-B43B-B6D1-D7FE-332583E0A09D}"/>
          </ac:spMkLst>
        </pc:spChg>
        <pc:spChg chg="mod">
          <ac:chgData name="JAEYEON KIM" userId="5fd88c3b828d6b87" providerId="LiveId" clId="{4DEEB11C-6F4E-434B-9DEA-240AA84EFB01}" dt="2026-05-26T05:27:23.605" v="689"/>
          <ac:spMkLst>
            <pc:docMk/>
            <pc:sldMk cId="0" sldId="280"/>
            <ac:spMk id="126" creationId="{0D44B560-837F-96D9-9601-8529E0EAFD42}"/>
          </ac:spMkLst>
        </pc:spChg>
        <pc:spChg chg="mod">
          <ac:chgData name="JAEYEON KIM" userId="5fd88c3b828d6b87" providerId="LiveId" clId="{4DEEB11C-6F4E-434B-9DEA-240AA84EFB01}" dt="2026-05-26T05:27:23.605" v="689"/>
          <ac:spMkLst>
            <pc:docMk/>
            <pc:sldMk cId="0" sldId="280"/>
            <ac:spMk id="127" creationId="{E35DF528-750F-A5B0-3D48-2E6177BE0A58}"/>
          </ac:spMkLst>
        </pc:spChg>
        <pc:spChg chg="mod">
          <ac:chgData name="JAEYEON KIM" userId="5fd88c3b828d6b87" providerId="LiveId" clId="{4DEEB11C-6F4E-434B-9DEA-240AA84EFB01}" dt="2026-05-26T05:28:43.202" v="699"/>
          <ac:spMkLst>
            <pc:docMk/>
            <pc:sldMk cId="0" sldId="280"/>
            <ac:spMk id="129" creationId="{E71CBB1D-7FB8-D6C3-87F3-2E97003B42E4}"/>
          </ac:spMkLst>
        </pc:spChg>
        <pc:spChg chg="mod">
          <ac:chgData name="JAEYEON KIM" userId="5fd88c3b828d6b87" providerId="LiveId" clId="{4DEEB11C-6F4E-434B-9DEA-240AA84EFB01}" dt="2026-05-26T05:28:43.202" v="699"/>
          <ac:spMkLst>
            <pc:docMk/>
            <pc:sldMk cId="0" sldId="280"/>
            <ac:spMk id="130" creationId="{769A5865-1988-8640-1E54-02AA5EEE5AD8}"/>
          </ac:spMkLst>
        </pc:spChg>
        <pc:spChg chg="mod">
          <ac:chgData name="JAEYEON KIM" userId="5fd88c3b828d6b87" providerId="LiveId" clId="{4DEEB11C-6F4E-434B-9DEA-240AA84EFB01}" dt="2026-05-26T05:28:43.202" v="699"/>
          <ac:spMkLst>
            <pc:docMk/>
            <pc:sldMk cId="0" sldId="280"/>
            <ac:spMk id="131" creationId="{F93BBA2F-640C-9F10-1446-DE347E17EBEF}"/>
          </ac:spMkLst>
        </pc:spChg>
        <pc:spChg chg="mod">
          <ac:chgData name="JAEYEON KIM" userId="5fd88c3b828d6b87" providerId="LiveId" clId="{4DEEB11C-6F4E-434B-9DEA-240AA84EFB01}" dt="2026-05-26T05:29:31.396" v="708"/>
          <ac:spMkLst>
            <pc:docMk/>
            <pc:sldMk cId="0" sldId="280"/>
            <ac:spMk id="133" creationId="{631A2FE9-CA3B-6C16-4050-2B990220C587}"/>
          </ac:spMkLst>
        </pc:spChg>
        <pc:spChg chg="mod">
          <ac:chgData name="JAEYEON KIM" userId="5fd88c3b828d6b87" providerId="LiveId" clId="{4DEEB11C-6F4E-434B-9DEA-240AA84EFB01}" dt="2026-05-26T05:29:31.396" v="708"/>
          <ac:spMkLst>
            <pc:docMk/>
            <pc:sldMk cId="0" sldId="280"/>
            <ac:spMk id="134" creationId="{D4E5290A-9B92-C95C-2EA2-058DDDE10D1E}"/>
          </ac:spMkLst>
        </pc:spChg>
        <pc:spChg chg="mod">
          <ac:chgData name="JAEYEON KIM" userId="5fd88c3b828d6b87" providerId="LiveId" clId="{4DEEB11C-6F4E-434B-9DEA-240AA84EFB01}" dt="2026-05-26T05:29:31.396" v="708"/>
          <ac:spMkLst>
            <pc:docMk/>
            <pc:sldMk cId="0" sldId="280"/>
            <ac:spMk id="135" creationId="{72F8A5AD-A3B6-628A-8758-0C57E66AB6C6}"/>
          </ac:spMkLst>
        </pc:spChg>
        <pc:spChg chg="mod">
          <ac:chgData name="JAEYEON KIM" userId="5fd88c3b828d6b87" providerId="LiveId" clId="{4DEEB11C-6F4E-434B-9DEA-240AA84EFB01}" dt="2026-05-26T05:31:04.503" v="734" actId="20577"/>
          <ac:spMkLst>
            <pc:docMk/>
            <pc:sldMk cId="0" sldId="280"/>
            <ac:spMk id="137" creationId="{A5E421B8-BEAC-8812-3129-B21E4BB50BE1}"/>
          </ac:spMkLst>
        </pc:spChg>
        <pc:spChg chg="mod">
          <ac:chgData name="JAEYEON KIM" userId="5fd88c3b828d6b87" providerId="LiveId" clId="{4DEEB11C-6F4E-434B-9DEA-240AA84EFB01}" dt="2026-05-26T05:29:37.529" v="709" actId="571"/>
          <ac:spMkLst>
            <pc:docMk/>
            <pc:sldMk cId="0" sldId="280"/>
            <ac:spMk id="138" creationId="{4F531A43-4189-C7BD-2609-C7061D2946CF}"/>
          </ac:spMkLst>
        </pc:spChg>
        <pc:spChg chg="mod">
          <ac:chgData name="JAEYEON KIM" userId="5fd88c3b828d6b87" providerId="LiveId" clId="{4DEEB11C-6F4E-434B-9DEA-240AA84EFB01}" dt="2026-05-26T05:29:37.529" v="709" actId="571"/>
          <ac:spMkLst>
            <pc:docMk/>
            <pc:sldMk cId="0" sldId="280"/>
            <ac:spMk id="139" creationId="{32C19618-33D8-0306-8DBB-451CCBFF8AC1}"/>
          </ac:spMkLst>
        </pc:spChg>
        <pc:spChg chg="mod">
          <ac:chgData name="JAEYEON KIM" userId="5fd88c3b828d6b87" providerId="LiveId" clId="{4DEEB11C-6F4E-434B-9DEA-240AA84EFB01}" dt="2026-05-26T05:31:17.380" v="742" actId="20577"/>
          <ac:spMkLst>
            <pc:docMk/>
            <pc:sldMk cId="0" sldId="280"/>
            <ac:spMk id="141" creationId="{5B58171D-6B73-BF30-2E59-CEBC8DED180F}"/>
          </ac:spMkLst>
        </pc:spChg>
        <pc:spChg chg="mod">
          <ac:chgData name="JAEYEON KIM" userId="5fd88c3b828d6b87" providerId="LiveId" clId="{4DEEB11C-6F4E-434B-9DEA-240AA84EFB01}" dt="2026-05-26T05:29:43.247" v="710" actId="571"/>
          <ac:spMkLst>
            <pc:docMk/>
            <pc:sldMk cId="0" sldId="280"/>
            <ac:spMk id="142" creationId="{CDC5627C-08D8-A751-4081-5634D8E87701}"/>
          </ac:spMkLst>
        </pc:spChg>
        <pc:spChg chg="mod">
          <ac:chgData name="JAEYEON KIM" userId="5fd88c3b828d6b87" providerId="LiveId" clId="{4DEEB11C-6F4E-434B-9DEA-240AA84EFB01}" dt="2026-05-26T05:29:43.247" v="710" actId="571"/>
          <ac:spMkLst>
            <pc:docMk/>
            <pc:sldMk cId="0" sldId="280"/>
            <ac:spMk id="143" creationId="{EA340073-B2D4-8C3A-599F-EA7F9DA5C984}"/>
          </ac:spMkLst>
        </pc:spChg>
        <pc:spChg chg="mod">
          <ac:chgData name="JAEYEON KIM" userId="5fd88c3b828d6b87" providerId="LiveId" clId="{4DEEB11C-6F4E-434B-9DEA-240AA84EFB01}" dt="2026-05-26T05:31:26.838" v="746" actId="20577"/>
          <ac:spMkLst>
            <pc:docMk/>
            <pc:sldMk cId="0" sldId="280"/>
            <ac:spMk id="145" creationId="{F3DA9A38-19E4-7C8F-62E5-BEBB60D659B8}"/>
          </ac:spMkLst>
        </pc:spChg>
        <pc:spChg chg="mod">
          <ac:chgData name="JAEYEON KIM" userId="5fd88c3b828d6b87" providerId="LiveId" clId="{4DEEB11C-6F4E-434B-9DEA-240AA84EFB01}" dt="2026-05-26T05:29:52.442" v="712" actId="571"/>
          <ac:spMkLst>
            <pc:docMk/>
            <pc:sldMk cId="0" sldId="280"/>
            <ac:spMk id="146" creationId="{203E2C1B-517E-C0CD-AC36-C6DB9731FD22}"/>
          </ac:spMkLst>
        </pc:spChg>
        <pc:spChg chg="mod">
          <ac:chgData name="JAEYEON KIM" userId="5fd88c3b828d6b87" providerId="LiveId" clId="{4DEEB11C-6F4E-434B-9DEA-240AA84EFB01}" dt="2026-05-26T05:29:52.442" v="712" actId="571"/>
          <ac:spMkLst>
            <pc:docMk/>
            <pc:sldMk cId="0" sldId="280"/>
            <ac:spMk id="147" creationId="{A82C0E04-940B-0512-D7C8-CA0352A3A6D6}"/>
          </ac:spMkLst>
        </pc:spChg>
        <pc:spChg chg="mod">
          <ac:chgData name="JAEYEON KIM" userId="5fd88c3b828d6b87" providerId="LiveId" clId="{4DEEB11C-6F4E-434B-9DEA-240AA84EFB01}" dt="2026-05-26T05:31:31.704" v="753" actId="20577"/>
          <ac:spMkLst>
            <pc:docMk/>
            <pc:sldMk cId="0" sldId="280"/>
            <ac:spMk id="149" creationId="{87996067-B730-BC6F-3E57-35AD35B8A09A}"/>
          </ac:spMkLst>
        </pc:spChg>
        <pc:spChg chg="mod">
          <ac:chgData name="JAEYEON KIM" userId="5fd88c3b828d6b87" providerId="LiveId" clId="{4DEEB11C-6F4E-434B-9DEA-240AA84EFB01}" dt="2026-05-26T05:29:55.376" v="713" actId="571"/>
          <ac:spMkLst>
            <pc:docMk/>
            <pc:sldMk cId="0" sldId="280"/>
            <ac:spMk id="150" creationId="{AFC28912-3B6E-1BBD-C619-94AA3C9F49FE}"/>
          </ac:spMkLst>
        </pc:spChg>
        <pc:spChg chg="mod">
          <ac:chgData name="JAEYEON KIM" userId="5fd88c3b828d6b87" providerId="LiveId" clId="{4DEEB11C-6F4E-434B-9DEA-240AA84EFB01}" dt="2026-05-26T05:29:55.376" v="713" actId="571"/>
          <ac:spMkLst>
            <pc:docMk/>
            <pc:sldMk cId="0" sldId="280"/>
            <ac:spMk id="151" creationId="{18CE16D2-78FD-1A05-161F-3E58DD71DA5F}"/>
          </ac:spMkLst>
        </pc:spChg>
        <pc:spChg chg="mod">
          <ac:chgData name="JAEYEON KIM" userId="5fd88c3b828d6b87" providerId="LiveId" clId="{4DEEB11C-6F4E-434B-9DEA-240AA84EFB01}" dt="2026-05-26T05:31:36.056" v="756" actId="20577"/>
          <ac:spMkLst>
            <pc:docMk/>
            <pc:sldMk cId="0" sldId="280"/>
            <ac:spMk id="153" creationId="{262E7D3B-26D2-8BE4-44F3-620313C40710}"/>
          </ac:spMkLst>
        </pc:spChg>
        <pc:spChg chg="mod">
          <ac:chgData name="JAEYEON KIM" userId="5fd88c3b828d6b87" providerId="LiveId" clId="{4DEEB11C-6F4E-434B-9DEA-240AA84EFB01}" dt="2026-05-26T05:29:59.664" v="714" actId="571"/>
          <ac:spMkLst>
            <pc:docMk/>
            <pc:sldMk cId="0" sldId="280"/>
            <ac:spMk id="154" creationId="{3632C209-A95D-D3A3-9D1F-7E583947CD02}"/>
          </ac:spMkLst>
        </pc:spChg>
        <pc:spChg chg="mod">
          <ac:chgData name="JAEYEON KIM" userId="5fd88c3b828d6b87" providerId="LiveId" clId="{4DEEB11C-6F4E-434B-9DEA-240AA84EFB01}" dt="2026-05-26T05:29:59.664" v="714" actId="571"/>
          <ac:spMkLst>
            <pc:docMk/>
            <pc:sldMk cId="0" sldId="280"/>
            <ac:spMk id="155" creationId="{A03378A2-78A5-4773-3984-ACCE5AD30222}"/>
          </ac:spMkLst>
        </pc:spChg>
        <pc:spChg chg="mod">
          <ac:chgData name="JAEYEON KIM" userId="5fd88c3b828d6b87" providerId="LiveId" clId="{4DEEB11C-6F4E-434B-9DEA-240AA84EFB01}" dt="2026-05-26T05:31:38.834" v="759" actId="20577"/>
          <ac:spMkLst>
            <pc:docMk/>
            <pc:sldMk cId="0" sldId="280"/>
            <ac:spMk id="157" creationId="{972F6126-55DD-2A51-CDEA-4DF42A7C42D2}"/>
          </ac:spMkLst>
        </pc:spChg>
        <pc:spChg chg="mod">
          <ac:chgData name="JAEYEON KIM" userId="5fd88c3b828d6b87" providerId="LiveId" clId="{4DEEB11C-6F4E-434B-9DEA-240AA84EFB01}" dt="2026-05-26T05:30:03.593" v="715" actId="571"/>
          <ac:spMkLst>
            <pc:docMk/>
            <pc:sldMk cId="0" sldId="280"/>
            <ac:spMk id="158" creationId="{63585FF3-80C8-5D37-E738-2A39687A48CA}"/>
          </ac:spMkLst>
        </pc:spChg>
        <pc:spChg chg="mod">
          <ac:chgData name="JAEYEON KIM" userId="5fd88c3b828d6b87" providerId="LiveId" clId="{4DEEB11C-6F4E-434B-9DEA-240AA84EFB01}" dt="2026-05-26T05:30:03.593" v="715" actId="571"/>
          <ac:spMkLst>
            <pc:docMk/>
            <pc:sldMk cId="0" sldId="280"/>
            <ac:spMk id="159" creationId="{003BFE10-3237-9770-B676-A84298E01F1D}"/>
          </ac:spMkLst>
        </pc:spChg>
        <pc:spChg chg="mod">
          <ac:chgData name="JAEYEON KIM" userId="5fd88c3b828d6b87" providerId="LiveId" clId="{4DEEB11C-6F4E-434B-9DEA-240AA84EFB01}" dt="2026-05-26T05:31:07.630" v="736" actId="20577"/>
          <ac:spMkLst>
            <pc:docMk/>
            <pc:sldMk cId="0" sldId="280"/>
            <ac:spMk id="161" creationId="{0659735F-A77D-1255-D180-E72722BB7EFB}"/>
          </ac:spMkLst>
        </pc:spChg>
        <pc:spChg chg="mod">
          <ac:chgData name="JAEYEON KIM" userId="5fd88c3b828d6b87" providerId="LiveId" clId="{4DEEB11C-6F4E-434B-9DEA-240AA84EFB01}" dt="2026-05-26T05:30:30.543" v="721" actId="571"/>
          <ac:spMkLst>
            <pc:docMk/>
            <pc:sldMk cId="0" sldId="280"/>
            <ac:spMk id="162" creationId="{58F44C7A-752A-8220-12FE-8DBEC06CBB89}"/>
          </ac:spMkLst>
        </pc:spChg>
        <pc:spChg chg="mod">
          <ac:chgData name="JAEYEON KIM" userId="5fd88c3b828d6b87" providerId="LiveId" clId="{4DEEB11C-6F4E-434B-9DEA-240AA84EFB01}" dt="2026-05-26T05:30:30.543" v="721" actId="571"/>
          <ac:spMkLst>
            <pc:docMk/>
            <pc:sldMk cId="0" sldId="280"/>
            <ac:spMk id="163" creationId="{D01C1C7A-D399-FFF3-18DC-5073E1171475}"/>
          </ac:spMkLst>
        </pc:spChg>
        <pc:spChg chg="mod">
          <ac:chgData name="JAEYEON KIM" userId="5fd88c3b828d6b87" providerId="LiveId" clId="{4DEEB11C-6F4E-434B-9DEA-240AA84EFB01}" dt="2026-05-26T05:31:10.880" v="738" actId="20577"/>
          <ac:spMkLst>
            <pc:docMk/>
            <pc:sldMk cId="0" sldId="280"/>
            <ac:spMk id="165" creationId="{83188249-B466-66A6-E42A-701E7390E8A0}"/>
          </ac:spMkLst>
        </pc:spChg>
        <pc:spChg chg="mod">
          <ac:chgData name="JAEYEON KIM" userId="5fd88c3b828d6b87" providerId="LiveId" clId="{4DEEB11C-6F4E-434B-9DEA-240AA84EFB01}" dt="2026-05-26T05:30:36.727" v="722" actId="571"/>
          <ac:spMkLst>
            <pc:docMk/>
            <pc:sldMk cId="0" sldId="280"/>
            <ac:spMk id="166" creationId="{5CC62D46-30AA-EEA8-3792-DED553F7FBB5}"/>
          </ac:spMkLst>
        </pc:spChg>
        <pc:spChg chg="mod">
          <ac:chgData name="JAEYEON KIM" userId="5fd88c3b828d6b87" providerId="LiveId" clId="{4DEEB11C-6F4E-434B-9DEA-240AA84EFB01}" dt="2026-05-26T05:30:36.727" v="722" actId="571"/>
          <ac:spMkLst>
            <pc:docMk/>
            <pc:sldMk cId="0" sldId="280"/>
            <ac:spMk id="167" creationId="{ABD7DC46-FDC1-5066-4B1F-5043A8E2C9B8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69" creationId="{98DB4FF7-9CEC-139E-F021-5B42585B4A97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0" creationId="{8C657158-CD97-6A44-7C67-B8F39ADDA087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1" creationId="{9F3C9A78-66E7-7B1F-BC5F-D405DD80AE02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3" creationId="{EB37DB09-C265-6BA5-0466-0CFD6EA75EE1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4" creationId="{CDF6A574-809A-88B5-2C77-912EBCFD7215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5" creationId="{E34CA7AF-A874-8AFD-FCD4-84C6FC273B29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6" creationId="{21FF0EBE-184A-ADDF-D64F-4963969B1810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8" creationId="{9404EC8D-B8D9-01AD-ECE5-4DAE9C1D2B52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9" creationId="{5062520F-733C-80D6-7423-66E0D5E8D581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80" creationId="{94227CBB-3B5B-336B-EE24-A8CB6EA69BC2}"/>
          </ac:spMkLst>
        </pc:spChg>
        <pc:spChg chg="mod">
          <ac:chgData name="JAEYEON KIM" userId="5fd88c3b828d6b87" providerId="LiveId" clId="{4DEEB11C-6F4E-434B-9DEA-240AA84EFB01}" dt="2026-05-26T05:31:13.638" v="740" actId="20577"/>
          <ac:spMkLst>
            <pc:docMk/>
            <pc:sldMk cId="0" sldId="280"/>
            <ac:spMk id="182" creationId="{2228A1AC-EA63-375E-2FBC-F1D72795EAB8}"/>
          </ac:spMkLst>
        </pc:spChg>
        <pc:spChg chg="mod">
          <ac:chgData name="JAEYEON KIM" userId="5fd88c3b828d6b87" providerId="LiveId" clId="{4DEEB11C-6F4E-434B-9DEA-240AA84EFB01}" dt="2026-05-26T05:30:48.756" v="725" actId="571"/>
          <ac:spMkLst>
            <pc:docMk/>
            <pc:sldMk cId="0" sldId="280"/>
            <ac:spMk id="183" creationId="{2E542952-063B-87A1-F680-0EEB6CCA49EB}"/>
          </ac:spMkLst>
        </pc:spChg>
        <pc:spChg chg="mod">
          <ac:chgData name="JAEYEON KIM" userId="5fd88c3b828d6b87" providerId="LiveId" clId="{4DEEB11C-6F4E-434B-9DEA-240AA84EFB01}" dt="2026-05-26T05:30:48.756" v="725" actId="571"/>
          <ac:spMkLst>
            <pc:docMk/>
            <pc:sldMk cId="0" sldId="280"/>
            <ac:spMk id="184" creationId="{F2AB9745-1DEF-5A07-9EE4-3C108896301E}"/>
          </ac:spMkLst>
        </pc:spChg>
        <pc:spChg chg="mod">
          <ac:chgData name="JAEYEON KIM" userId="5fd88c3b828d6b87" providerId="LiveId" clId="{4DEEB11C-6F4E-434B-9DEA-240AA84EFB01}" dt="2026-05-26T05:32:06.298" v="765" actId="20577"/>
          <ac:spMkLst>
            <pc:docMk/>
            <pc:sldMk cId="0" sldId="280"/>
            <ac:spMk id="186" creationId="{7EB01A2A-FF34-A30E-6338-A7BAD6EB5685}"/>
          </ac:spMkLst>
        </pc:spChg>
        <pc:spChg chg="mod">
          <ac:chgData name="JAEYEON KIM" userId="5fd88c3b828d6b87" providerId="LiveId" clId="{4DEEB11C-6F4E-434B-9DEA-240AA84EFB01}" dt="2026-05-26T05:31:57.957" v="760" actId="571"/>
          <ac:spMkLst>
            <pc:docMk/>
            <pc:sldMk cId="0" sldId="280"/>
            <ac:spMk id="187" creationId="{5EF4BFAF-1ADD-9A8C-E1FF-A800ADF96904}"/>
          </ac:spMkLst>
        </pc:spChg>
        <pc:spChg chg="mod">
          <ac:chgData name="JAEYEON KIM" userId="5fd88c3b828d6b87" providerId="LiveId" clId="{4DEEB11C-6F4E-434B-9DEA-240AA84EFB01}" dt="2026-05-26T05:31:57.957" v="760" actId="571"/>
          <ac:spMkLst>
            <pc:docMk/>
            <pc:sldMk cId="0" sldId="280"/>
            <ac:spMk id="188" creationId="{61C39C59-0C8D-466F-5F41-C9C61BBCE086}"/>
          </ac:spMkLst>
        </pc:spChg>
        <pc:spChg chg="mod">
          <ac:chgData name="JAEYEON KIM" userId="5fd88c3b828d6b87" providerId="LiveId" clId="{4DEEB11C-6F4E-434B-9DEA-240AA84EFB01}" dt="2026-05-26T05:32:30.837" v="770" actId="20577"/>
          <ac:spMkLst>
            <pc:docMk/>
            <pc:sldMk cId="0" sldId="280"/>
            <ac:spMk id="190" creationId="{5FC406CB-AF3D-7E7E-E5E5-C92F48550B19}"/>
          </ac:spMkLst>
        </pc:spChg>
        <pc:spChg chg="mod">
          <ac:chgData name="JAEYEON KIM" userId="5fd88c3b828d6b87" providerId="LiveId" clId="{4DEEB11C-6F4E-434B-9DEA-240AA84EFB01}" dt="2026-05-26T05:32:13.419" v="766" actId="571"/>
          <ac:spMkLst>
            <pc:docMk/>
            <pc:sldMk cId="0" sldId="280"/>
            <ac:spMk id="191" creationId="{7EB1162A-AC39-43CE-D07E-4D2A4236104E}"/>
          </ac:spMkLst>
        </pc:spChg>
        <pc:spChg chg="mod">
          <ac:chgData name="JAEYEON KIM" userId="5fd88c3b828d6b87" providerId="LiveId" clId="{4DEEB11C-6F4E-434B-9DEA-240AA84EFB01}" dt="2026-05-26T05:32:13.419" v="766" actId="571"/>
          <ac:spMkLst>
            <pc:docMk/>
            <pc:sldMk cId="0" sldId="280"/>
            <ac:spMk id="192" creationId="{554C0664-AC1D-8F25-99E5-956DD15D41B3}"/>
          </ac:spMkLst>
        </pc:spChg>
        <pc:spChg chg="mod">
          <ac:chgData name="JAEYEON KIM" userId="5fd88c3b828d6b87" providerId="LiveId" clId="{4DEEB11C-6F4E-434B-9DEA-240AA84EFB01}" dt="2026-05-26T05:32:33.764" v="772" actId="20577"/>
          <ac:spMkLst>
            <pc:docMk/>
            <pc:sldMk cId="0" sldId="280"/>
            <ac:spMk id="194" creationId="{65BF69FF-D2A7-3F3C-49B8-F883F026479B}"/>
          </ac:spMkLst>
        </pc:spChg>
        <pc:spChg chg="mod">
          <ac:chgData name="JAEYEON KIM" userId="5fd88c3b828d6b87" providerId="LiveId" clId="{4DEEB11C-6F4E-434B-9DEA-240AA84EFB01}" dt="2026-05-26T05:32:24.099" v="767" actId="571"/>
          <ac:spMkLst>
            <pc:docMk/>
            <pc:sldMk cId="0" sldId="280"/>
            <ac:spMk id="195" creationId="{6F0613F8-2A5E-6925-D14D-42B021B364BB}"/>
          </ac:spMkLst>
        </pc:spChg>
        <pc:spChg chg="mod">
          <ac:chgData name="JAEYEON KIM" userId="5fd88c3b828d6b87" providerId="LiveId" clId="{4DEEB11C-6F4E-434B-9DEA-240AA84EFB01}" dt="2026-05-26T05:32:24.099" v="767" actId="571"/>
          <ac:spMkLst>
            <pc:docMk/>
            <pc:sldMk cId="0" sldId="280"/>
            <ac:spMk id="196" creationId="{2DA4B81E-3B53-B8E8-5974-67249DC98AF8}"/>
          </ac:spMkLst>
        </pc:spChg>
        <pc:spChg chg="add mod">
          <ac:chgData name="JAEYEON KIM" userId="5fd88c3b828d6b87" providerId="LiveId" clId="{4DEEB11C-6F4E-434B-9DEA-240AA84EFB01}" dt="2026-05-26T05:37:05.034" v="813" actId="164"/>
          <ac:spMkLst>
            <pc:docMk/>
            <pc:sldMk cId="0" sldId="280"/>
            <ac:spMk id="197" creationId="{54F7A37B-117C-0F3C-02ED-D8C3880504A2}"/>
          </ac:spMkLst>
        </pc:spChg>
        <pc:spChg chg="add del mod">
          <ac:chgData name="JAEYEON KIM" userId="5fd88c3b828d6b87" providerId="LiveId" clId="{4DEEB11C-6F4E-434B-9DEA-240AA84EFB01}" dt="2026-05-26T05:34:47.956" v="806" actId="21"/>
          <ac:spMkLst>
            <pc:docMk/>
            <pc:sldMk cId="0" sldId="280"/>
            <ac:spMk id="198" creationId="{53FA872E-FF37-65A2-EE55-51634F442321}"/>
          </ac:spMkLst>
        </pc:spChg>
        <pc:spChg chg="add mod">
          <ac:chgData name="JAEYEON KIM" userId="5fd88c3b828d6b87" providerId="LiveId" clId="{4DEEB11C-6F4E-434B-9DEA-240AA84EFB01}" dt="2026-05-26T05:34:53.101" v="807"/>
          <ac:spMkLst>
            <pc:docMk/>
            <pc:sldMk cId="0" sldId="280"/>
            <ac:spMk id="199" creationId="{53FA872E-FF37-65A2-EE55-51634F442321}"/>
          </ac:spMkLst>
        </pc:spChg>
        <pc:spChg chg="add mod">
          <ac:chgData name="JAEYEON KIM" userId="5fd88c3b828d6b87" providerId="LiveId" clId="{4DEEB11C-6F4E-434B-9DEA-240AA84EFB01}" dt="2026-05-26T05:37:05.034" v="813" actId="164"/>
          <ac:spMkLst>
            <pc:docMk/>
            <pc:sldMk cId="0" sldId="280"/>
            <ac:spMk id="200" creationId="{834A244B-6DED-D870-0570-4A53A2400AB7}"/>
          </ac:spMkLst>
        </pc:spChg>
        <pc:spChg chg="add mod">
          <ac:chgData name="JAEYEON KIM" userId="5fd88c3b828d6b87" providerId="LiveId" clId="{4DEEB11C-6F4E-434B-9DEA-240AA84EFB01}" dt="2026-05-26T07:40:14.887" v="1455" actId="13822"/>
          <ac:spMkLst>
            <pc:docMk/>
            <pc:sldMk cId="0" sldId="280"/>
            <ac:spMk id="201" creationId="{3BDD0210-021C-88C7-FF15-AD6714F68524}"/>
          </ac:spMkLst>
        </pc:spChg>
        <pc:grpChg chg="ord">
          <ac:chgData name="JAEYEON KIM" userId="5fd88c3b828d6b87" providerId="LiveId" clId="{4DEEB11C-6F4E-434B-9DEA-240AA84EFB01}" dt="2026-05-26T05:17:33.636" v="568" actId="167"/>
          <ac:grpSpMkLst>
            <pc:docMk/>
            <pc:sldMk cId="0" sldId="280"/>
            <ac:grpSpMk id="96" creationId="{170EA5E2-76EA-F573-E08F-CC021875B053}"/>
          </ac:grpSpMkLst>
        </pc:grpChg>
        <pc:grpChg chg="add mod ord">
          <ac:chgData name="JAEYEON KIM" userId="5fd88c3b828d6b87" providerId="LiveId" clId="{4DEEB11C-6F4E-434B-9DEA-240AA84EFB01}" dt="2026-05-26T05:32:00.502" v="762" actId="1076"/>
          <ac:grpSpMkLst>
            <pc:docMk/>
            <pc:sldMk cId="0" sldId="280"/>
            <ac:grpSpMk id="97" creationId="{668EA0F7-7A13-EC13-AD60-C142BA309EBF}"/>
          </ac:grpSpMkLst>
        </pc:grpChg>
        <pc:grpChg chg="add mod">
          <ac:chgData name="JAEYEON KIM" userId="5fd88c3b828d6b87" providerId="LiveId" clId="{4DEEB11C-6F4E-434B-9DEA-240AA84EFB01}" dt="2026-05-26T05:28:13.703" v="696" actId="1037"/>
          <ac:grpSpMkLst>
            <pc:docMk/>
            <pc:sldMk cId="0" sldId="280"/>
            <ac:grpSpMk id="98" creationId="{56767003-DE52-8540-FA67-16E609978D53}"/>
          </ac:grpSpMkLst>
        </pc:grpChg>
        <pc:grpChg chg="add del mod">
          <ac:chgData name="JAEYEON KIM" userId="5fd88c3b828d6b87" providerId="LiveId" clId="{4DEEB11C-6F4E-434B-9DEA-240AA84EFB01}" dt="2026-05-26T05:30:24.803" v="720" actId="478"/>
          <ac:grpSpMkLst>
            <pc:docMk/>
            <pc:sldMk cId="0" sldId="280"/>
            <ac:grpSpMk id="99" creationId="{31DDE933-1BC0-5951-1BB2-21EEF2A9894B}"/>
          </ac:grpSpMkLst>
        </pc:grpChg>
        <pc:grpChg chg="mod">
          <ac:chgData name="JAEYEON KIM" userId="5fd88c3b828d6b87" providerId="LiveId" clId="{4DEEB11C-6F4E-434B-9DEA-240AA84EFB01}" dt="2026-05-26T05:24:39.148" v="658" actId="14100"/>
          <ac:grpSpMkLst>
            <pc:docMk/>
            <pc:sldMk cId="0" sldId="280"/>
            <ac:grpSpMk id="103" creationId="{0587FB28-ECCF-6168-1926-F2EBF97CF021}"/>
          </ac:grpSpMkLst>
        </pc:grpChg>
        <pc:grpChg chg="del mod">
          <ac:chgData name="JAEYEON KIM" userId="5fd88c3b828d6b87" providerId="LiveId" clId="{4DEEB11C-6F4E-434B-9DEA-240AA84EFB01}" dt="2026-05-26T05:26:10.281" v="679" actId="478"/>
          <ac:grpSpMkLst>
            <pc:docMk/>
            <pc:sldMk cId="0" sldId="280"/>
            <ac:grpSpMk id="112" creationId="{C357ECFC-828B-0BFE-59BD-84C18CF282CD}"/>
          </ac:grpSpMkLst>
        </pc:grpChg>
        <pc:grpChg chg="del mod">
          <ac:chgData name="JAEYEON KIM" userId="5fd88c3b828d6b87" providerId="LiveId" clId="{4DEEB11C-6F4E-434B-9DEA-240AA84EFB01}" dt="2026-05-26T05:27:00.566" v="686" actId="478"/>
          <ac:grpSpMkLst>
            <pc:docMk/>
            <pc:sldMk cId="0" sldId="280"/>
            <ac:grpSpMk id="116" creationId="{05416CE0-B02E-ADCC-21DD-8CF3BDAD0A9C}"/>
          </ac:grpSpMkLst>
        </pc:grpChg>
        <pc:grpChg chg="add mod">
          <ac:chgData name="JAEYEON KIM" userId="5fd88c3b828d6b87" providerId="LiveId" clId="{4DEEB11C-6F4E-434B-9DEA-240AA84EFB01}" dt="2026-05-26T05:26:47.753" v="685" actId="1035"/>
          <ac:grpSpMkLst>
            <pc:docMk/>
            <pc:sldMk cId="0" sldId="280"/>
            <ac:grpSpMk id="120" creationId="{BB400681-B8C0-6051-40C3-0FB51B6E2828}"/>
          </ac:grpSpMkLst>
        </pc:grpChg>
        <pc:grpChg chg="add mod">
          <ac:chgData name="JAEYEON KIM" userId="5fd88c3b828d6b87" providerId="LiveId" clId="{4DEEB11C-6F4E-434B-9DEA-240AA84EFB01}" dt="2026-05-26T05:27:38.104" v="694" actId="1037"/>
          <ac:grpSpMkLst>
            <pc:docMk/>
            <pc:sldMk cId="0" sldId="280"/>
            <ac:grpSpMk id="124" creationId="{992D1C2F-285E-C860-02DF-AA949217B95D}"/>
          </ac:grpSpMkLst>
        </pc:grpChg>
        <pc:grpChg chg="add del mod">
          <ac:chgData name="JAEYEON KIM" userId="5fd88c3b828d6b87" providerId="LiveId" clId="{4DEEB11C-6F4E-434B-9DEA-240AA84EFB01}" dt="2026-05-26T05:29:24.955" v="707" actId="478"/>
          <ac:grpSpMkLst>
            <pc:docMk/>
            <pc:sldMk cId="0" sldId="280"/>
            <ac:grpSpMk id="128" creationId="{497A646F-C25A-BDF6-D6CE-049701CC0A9C}"/>
          </ac:grpSpMkLst>
        </pc:grpChg>
        <pc:grpChg chg="add del mod">
          <ac:chgData name="JAEYEON KIM" userId="5fd88c3b828d6b87" providerId="LiveId" clId="{4DEEB11C-6F4E-434B-9DEA-240AA84EFB01}" dt="2026-05-26T05:29:45.111" v="711" actId="478"/>
          <ac:grpSpMkLst>
            <pc:docMk/>
            <pc:sldMk cId="0" sldId="280"/>
            <ac:grpSpMk id="132" creationId="{01B6A664-C699-2F60-A3A0-5C21A7687E89}"/>
          </ac:grpSpMkLst>
        </pc:grpChg>
        <pc:grpChg chg="add mod">
          <ac:chgData name="JAEYEON KIM" userId="5fd88c3b828d6b87" providerId="LiveId" clId="{4DEEB11C-6F4E-434B-9DEA-240AA84EFB01}" dt="2026-05-26T05:29:37.529" v="709" actId="571"/>
          <ac:grpSpMkLst>
            <pc:docMk/>
            <pc:sldMk cId="0" sldId="280"/>
            <ac:grpSpMk id="136" creationId="{16028BE5-C73B-1AEC-8404-294B18A00306}"/>
          </ac:grpSpMkLst>
        </pc:grpChg>
        <pc:grpChg chg="add mod">
          <ac:chgData name="JAEYEON KIM" userId="5fd88c3b828d6b87" providerId="LiveId" clId="{4DEEB11C-6F4E-434B-9DEA-240AA84EFB01}" dt="2026-05-26T05:30:17.630" v="719" actId="1035"/>
          <ac:grpSpMkLst>
            <pc:docMk/>
            <pc:sldMk cId="0" sldId="280"/>
            <ac:grpSpMk id="140" creationId="{F5401605-FB23-0D61-62C7-70D077052B26}"/>
          </ac:grpSpMkLst>
        </pc:grpChg>
        <pc:grpChg chg="add mod">
          <ac:chgData name="JAEYEON KIM" userId="5fd88c3b828d6b87" providerId="LiveId" clId="{4DEEB11C-6F4E-434B-9DEA-240AA84EFB01}" dt="2026-05-26T05:29:52.442" v="712" actId="571"/>
          <ac:grpSpMkLst>
            <pc:docMk/>
            <pc:sldMk cId="0" sldId="280"/>
            <ac:grpSpMk id="144" creationId="{A2440CD7-D467-956E-4FE2-9D8C93458F95}"/>
          </ac:grpSpMkLst>
        </pc:grpChg>
        <pc:grpChg chg="add mod">
          <ac:chgData name="JAEYEON KIM" userId="5fd88c3b828d6b87" providerId="LiveId" clId="{4DEEB11C-6F4E-434B-9DEA-240AA84EFB01}" dt="2026-05-26T05:31:22.647" v="744" actId="1076"/>
          <ac:grpSpMkLst>
            <pc:docMk/>
            <pc:sldMk cId="0" sldId="280"/>
            <ac:grpSpMk id="148" creationId="{EF3902B6-B8C1-7A34-5DC0-644BC0586E25}"/>
          </ac:grpSpMkLst>
        </pc:grpChg>
        <pc:grpChg chg="add mod">
          <ac:chgData name="JAEYEON KIM" userId="5fd88c3b828d6b87" providerId="LiveId" clId="{4DEEB11C-6F4E-434B-9DEA-240AA84EFB01}" dt="2026-05-26T05:30:11.099" v="718" actId="1035"/>
          <ac:grpSpMkLst>
            <pc:docMk/>
            <pc:sldMk cId="0" sldId="280"/>
            <ac:grpSpMk id="152" creationId="{80FE13D5-7A8B-4D27-604D-5CC729D519AD}"/>
          </ac:grpSpMkLst>
        </pc:grpChg>
        <pc:grpChg chg="add mod">
          <ac:chgData name="JAEYEON KIM" userId="5fd88c3b828d6b87" providerId="LiveId" clId="{4DEEB11C-6F4E-434B-9DEA-240AA84EFB01}" dt="2026-05-26T05:30:03.593" v="715" actId="571"/>
          <ac:grpSpMkLst>
            <pc:docMk/>
            <pc:sldMk cId="0" sldId="280"/>
            <ac:grpSpMk id="156" creationId="{FEDAA12F-ADCC-FE47-55F3-7EC63C3240D2}"/>
          </ac:grpSpMkLst>
        </pc:grpChg>
        <pc:grpChg chg="add mod">
          <ac:chgData name="JAEYEON KIM" userId="5fd88c3b828d6b87" providerId="LiveId" clId="{4DEEB11C-6F4E-434B-9DEA-240AA84EFB01}" dt="2026-05-26T05:30:30.543" v="721" actId="571"/>
          <ac:grpSpMkLst>
            <pc:docMk/>
            <pc:sldMk cId="0" sldId="280"/>
            <ac:grpSpMk id="160" creationId="{C0AB5F6E-70F0-5769-00AA-AF12D82B6602}"/>
          </ac:grpSpMkLst>
        </pc:grpChg>
        <pc:grpChg chg="add mod">
          <ac:chgData name="JAEYEON KIM" userId="5fd88c3b828d6b87" providerId="LiveId" clId="{4DEEB11C-6F4E-434B-9DEA-240AA84EFB01}" dt="2026-05-26T05:30:36.727" v="722" actId="571"/>
          <ac:grpSpMkLst>
            <pc:docMk/>
            <pc:sldMk cId="0" sldId="280"/>
            <ac:grpSpMk id="164" creationId="{ED2CA3C0-8DC7-74E6-3E10-3E593C8F8D17}"/>
          </ac:grpSpMkLst>
        </pc:grpChg>
        <pc:grpChg chg="add mod">
          <ac:chgData name="JAEYEON KIM" userId="5fd88c3b828d6b87" providerId="LiveId" clId="{4DEEB11C-6F4E-434B-9DEA-240AA84EFB01}" dt="2026-05-26T05:30:53.406" v="728" actId="1036"/>
          <ac:grpSpMkLst>
            <pc:docMk/>
            <pc:sldMk cId="0" sldId="280"/>
            <ac:grpSpMk id="181" creationId="{61EAB46F-D39C-6A3E-7C5C-56AB9594AA9D}"/>
          </ac:grpSpMkLst>
        </pc:grpChg>
        <pc:grpChg chg="add mod">
          <ac:chgData name="JAEYEON KIM" userId="5fd88c3b828d6b87" providerId="LiveId" clId="{4DEEB11C-6F4E-434B-9DEA-240AA84EFB01}" dt="2026-05-26T05:32:00.502" v="762" actId="1076"/>
          <ac:grpSpMkLst>
            <pc:docMk/>
            <pc:sldMk cId="0" sldId="280"/>
            <ac:grpSpMk id="185" creationId="{22B71534-03CA-E0F3-4BA1-B45089B878B5}"/>
          </ac:grpSpMkLst>
        </pc:grpChg>
        <pc:grpChg chg="add mod">
          <ac:chgData name="JAEYEON KIM" userId="5fd88c3b828d6b87" providerId="LiveId" clId="{4DEEB11C-6F4E-434B-9DEA-240AA84EFB01}" dt="2026-05-26T05:32:13.419" v="766" actId="571"/>
          <ac:grpSpMkLst>
            <pc:docMk/>
            <pc:sldMk cId="0" sldId="280"/>
            <ac:grpSpMk id="189" creationId="{79FDF355-2224-CFFF-04D8-EE98664BEDA1}"/>
          </ac:grpSpMkLst>
        </pc:grpChg>
        <pc:grpChg chg="add mod">
          <ac:chgData name="JAEYEON KIM" userId="5fd88c3b828d6b87" providerId="LiveId" clId="{4DEEB11C-6F4E-434B-9DEA-240AA84EFB01}" dt="2026-05-26T05:32:27.076" v="768" actId="1036"/>
          <ac:grpSpMkLst>
            <pc:docMk/>
            <pc:sldMk cId="0" sldId="280"/>
            <ac:grpSpMk id="193" creationId="{A231B8BF-DF1E-A75E-ADC1-6872A03E1F92}"/>
          </ac:grpSpMkLst>
        </pc:grpChg>
        <pc:grpChg chg="add mod">
          <ac:chgData name="JAEYEON KIM" userId="5fd88c3b828d6b87" providerId="LiveId" clId="{4DEEB11C-6F4E-434B-9DEA-240AA84EFB01}" dt="2026-05-26T05:37:05.034" v="813" actId="164"/>
          <ac:grpSpMkLst>
            <pc:docMk/>
            <pc:sldMk cId="0" sldId="280"/>
            <ac:grpSpMk id="202" creationId="{63A0B910-F0D6-C673-4829-FC2451FE319A}"/>
          </ac:grpSpMkLst>
        </pc:grpChg>
      </pc:sldChg>
      <pc:sldChg chg="addSp modSp add del">
        <pc:chgData name="JAEYEON KIM" userId="5fd88c3b828d6b87" providerId="LiveId" clId="{4DEEB11C-6F4E-434B-9DEA-240AA84EFB01}" dt="2026-05-26T05:43:16.050" v="960" actId="47"/>
        <pc:sldMkLst>
          <pc:docMk/>
          <pc:sldMk cId="0" sldId="281"/>
        </pc:sldMkLst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9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2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3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4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6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64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7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7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91" creationId="{00000000-0000-0000-0000-000000000000}"/>
          </ac:spMkLst>
        </pc:spChg>
      </pc:sldChg>
      <pc:sldChg chg="addSp modSp new mod ord">
        <pc:chgData name="JAEYEON KIM" userId="5fd88c3b828d6b87" providerId="LiveId" clId="{4DEEB11C-6F4E-434B-9DEA-240AA84EFB01}" dt="2026-05-26T07:41:12.145" v="1457" actId="14861"/>
        <pc:sldMkLst>
          <pc:docMk/>
          <pc:sldMk cId="3900982746" sldId="282"/>
        </pc:sldMkLst>
        <pc:spChg chg="add mod">
          <ac:chgData name="JAEYEON KIM" userId="5fd88c3b828d6b87" providerId="LiveId" clId="{4DEEB11C-6F4E-434B-9DEA-240AA84EFB01}" dt="2026-05-26T05:37:30.797" v="815"/>
          <ac:spMkLst>
            <pc:docMk/>
            <pc:sldMk cId="3900982746" sldId="282"/>
            <ac:spMk id="2" creationId="{E8F39CE4-8CF4-15B9-3C8B-EFC06EBC0015}"/>
          </ac:spMkLst>
        </pc:spChg>
        <pc:spChg chg="add mod">
          <ac:chgData name="JAEYEON KIM" userId="5fd88c3b828d6b87" providerId="LiveId" clId="{4DEEB11C-6F4E-434B-9DEA-240AA84EFB01}" dt="2026-05-26T05:37:43.015" v="816"/>
          <ac:spMkLst>
            <pc:docMk/>
            <pc:sldMk cId="3900982746" sldId="282"/>
            <ac:spMk id="3" creationId="{F5FE5C15-AC11-06D4-52E2-53BF0FAD6658}"/>
          </ac:spMkLst>
        </pc:spChg>
        <pc:spChg chg="mod">
          <ac:chgData name="JAEYEON KIM" userId="5fd88c3b828d6b87" providerId="LiveId" clId="{4DEEB11C-6F4E-434B-9DEA-240AA84EFB01}" dt="2026-05-26T07:41:12.145" v="1457" actId="14861"/>
          <ac:spMkLst>
            <pc:docMk/>
            <pc:sldMk cId="3900982746" sldId="282"/>
            <ac:spMk id="5" creationId="{5E14BEDB-FF77-1BE5-392C-D1A703FD11CE}"/>
          </ac:spMkLst>
        </pc:spChg>
        <pc:spChg chg="mod">
          <ac:chgData name="JAEYEON KIM" userId="5fd88c3b828d6b87" providerId="LiveId" clId="{4DEEB11C-6F4E-434B-9DEA-240AA84EFB01}" dt="2026-05-26T05:37:55.707" v="817"/>
          <ac:spMkLst>
            <pc:docMk/>
            <pc:sldMk cId="3900982746" sldId="282"/>
            <ac:spMk id="6" creationId="{4A4242E8-86CA-F068-14AA-7E3BB61BACE9}"/>
          </ac:spMkLst>
        </pc:spChg>
        <pc:spChg chg="mod">
          <ac:chgData name="JAEYEON KIM" userId="5fd88c3b828d6b87" providerId="LiveId" clId="{4DEEB11C-6F4E-434B-9DEA-240AA84EFB01}" dt="2026-05-26T07:36:47.319" v="1439" actId="20577"/>
          <ac:spMkLst>
            <pc:docMk/>
            <pc:sldMk cId="3900982746" sldId="282"/>
            <ac:spMk id="7" creationId="{BC5FA4E7-E215-6E18-D965-B35AE7B31B97}"/>
          </ac:spMkLst>
        </pc:spChg>
        <pc:spChg chg="mod">
          <ac:chgData name="JAEYEON KIM" userId="5fd88c3b828d6b87" providerId="LiveId" clId="{4DEEB11C-6F4E-434B-9DEA-240AA84EFB01}" dt="2026-05-26T05:37:55.707" v="817"/>
          <ac:spMkLst>
            <pc:docMk/>
            <pc:sldMk cId="3900982746" sldId="282"/>
            <ac:spMk id="8" creationId="{4F22904A-369C-1481-F97E-9AC96ABBF3DF}"/>
          </ac:spMkLst>
        </pc:spChg>
        <pc:spChg chg="mod">
          <ac:chgData name="JAEYEON KIM" userId="5fd88c3b828d6b87" providerId="LiveId" clId="{4DEEB11C-6F4E-434B-9DEA-240AA84EFB01}" dt="2026-05-26T05:37:55.707" v="817"/>
          <ac:spMkLst>
            <pc:docMk/>
            <pc:sldMk cId="3900982746" sldId="282"/>
            <ac:spMk id="9" creationId="{BAB9F8DB-4285-FD37-2A69-36D523A400C3}"/>
          </ac:spMkLst>
        </pc:spChg>
        <pc:spChg chg="mod">
          <ac:chgData name="JAEYEON KIM" userId="5fd88c3b828d6b87" providerId="LiveId" clId="{4DEEB11C-6F4E-434B-9DEA-240AA84EFB01}" dt="2026-05-26T07:40:27.942" v="1456" actId="13822"/>
          <ac:spMkLst>
            <pc:docMk/>
            <pc:sldMk cId="3900982746" sldId="282"/>
            <ac:spMk id="10" creationId="{09A6229C-B54F-C774-B47E-605361D86EC5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15" creationId="{EA5F73CB-E07F-94FA-334E-0AFC5F045F1E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16" creationId="{2863B852-0480-D50A-3CB2-8FE0AA90CD27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17" creationId="{008CBC20-876C-C28B-551D-CB1F45F5CD24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18" creationId="{1A693DBD-F974-50F5-B5D3-A10970969C6D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20" creationId="{0F8B74B2-C91B-C73E-E091-B8BA03C76ABF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21" creationId="{16FC52DC-35F6-024B-02AA-5A72B9C3D90C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22" creationId="{AF99C265-7B66-9D76-4AB8-72B57053355A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23" creationId="{FCAEBCDD-9CE1-F3A8-38F8-2271AA92ED24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24" creationId="{4D224C87-C14E-75D1-2BC2-2B04A0088B9C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26" creationId="{027F9479-78CA-426B-3D3E-E63A68221B2A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27" creationId="{8788101A-4B1E-FCFE-7FDD-35E190ACDD77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29" creationId="{92B44B3F-63D6-B3A3-3279-17338B80EDF0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30" creationId="{E7B7FC20-0634-64CF-C46B-EBF629DCA665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1" creationId="{DFCCA401-5FF2-EBB2-369C-2DA37B12535A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3" creationId="{52BEC321-A2CE-F28D-2C4D-3724435E889D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5" creationId="{B409CE95-8A11-3E94-1488-26402A38A4D5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7" creationId="{3731A818-E930-38CB-4060-23847F334C4F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39" creationId="{CB515CB7-EE4F-343B-E8D6-36D1440E3D56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40" creationId="{AB253FFF-E74D-0B60-83E7-F65D91C03B54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41" creationId="{FC81D2E9-46CF-0F83-522E-BEA9EEE1844E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42" creationId="{53C4F34F-3C94-3C57-8330-B5E18D143F2A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46" creationId="{C8DFF4EF-48E2-D157-B6BD-01152816508C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47" creationId="{FFD4DEA6-8B3A-A203-8008-CF044AB65004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49" creationId="{DFCFE9BF-22DE-3C82-CA39-16253B1DC410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51" creationId="{A1D71ECD-9A91-15D5-98D9-9EF378C846D7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53" creationId="{E067CB2D-0FA9-FCD3-CB56-09E1D1907E0C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54" creationId="{14BAC5BF-692C-26E3-56D6-0AC80B47D8DC}"/>
          </ac:spMkLst>
        </pc:spChg>
        <pc:spChg chg="mod">
          <ac:chgData name="JAEYEON KIM" userId="5fd88c3b828d6b87" providerId="LiveId" clId="{4DEEB11C-6F4E-434B-9DEA-240AA84EFB01}" dt="2026-05-26T07:31:23.489" v="1409" actId="13822"/>
          <ac:spMkLst>
            <pc:docMk/>
            <pc:sldMk cId="3900982746" sldId="282"/>
            <ac:spMk id="55" creationId="{081522F8-B0A3-1140-6410-331018A59501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56" creationId="{70CDE6E1-A361-146C-8BD2-FE960A43ADC8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58" creationId="{99083556-A420-3385-C172-139B88BE6546}"/>
          </ac:spMkLst>
        </pc:spChg>
        <pc:spChg chg="mod">
          <ac:chgData name="JAEYEON KIM" userId="5fd88c3b828d6b87" providerId="LiveId" clId="{4DEEB11C-6F4E-434B-9DEA-240AA84EFB01}" dt="2026-05-26T07:30:59.926" v="1407" actId="13822"/>
          <ac:spMkLst>
            <pc:docMk/>
            <pc:sldMk cId="3900982746" sldId="282"/>
            <ac:spMk id="65" creationId="{EE0EAECD-54FB-AE9A-25FC-F579E0F9A048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69" creationId="{205EA701-6191-2201-499B-1263421A8BE9}"/>
          </ac:spMkLst>
        </pc:spChg>
        <pc:spChg chg="mod">
          <ac:chgData name="JAEYEON KIM" userId="5fd88c3b828d6b87" providerId="LiveId" clId="{4DEEB11C-6F4E-434B-9DEA-240AA84EFB01}" dt="2026-05-26T07:33:09.361" v="1417" actId="13822"/>
          <ac:spMkLst>
            <pc:docMk/>
            <pc:sldMk cId="3900982746" sldId="282"/>
            <ac:spMk id="71" creationId="{2D5FB72D-0775-7F51-355A-80D263374160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72" creationId="{BD21A8E2-CD7D-AB16-E73C-4BEE072B1712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76" creationId="{402C6D36-0FE5-4068-C940-BDAEC138EE85}"/>
          </ac:spMkLst>
        </pc:spChg>
        <pc:spChg chg="mod">
          <ac:chgData name="JAEYEON KIM" userId="5fd88c3b828d6b87" providerId="LiveId" clId="{4DEEB11C-6F4E-434B-9DEA-240AA84EFB01}" dt="2026-05-26T07:33:09.361" v="1417" actId="13822"/>
          <ac:spMkLst>
            <pc:docMk/>
            <pc:sldMk cId="3900982746" sldId="282"/>
            <ac:spMk id="80" creationId="{901E9C48-6992-0A02-DBFB-FA2A523CC017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81" creationId="{24519F33-77D7-7728-8B32-2F2CCA6E69C8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83" creationId="{747C2CAF-BB06-B73B-060E-B86F4D599EDB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87" creationId="{85AC30FD-4302-1006-CC97-C50AFE2C94FC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91" creationId="{290E7C3B-37CE-CD4B-54A7-9E9F4360E65F}"/>
          </ac:spMkLst>
        </pc:spChg>
        <pc:spChg chg="mod">
          <ac:chgData name="JAEYEON KIM" userId="5fd88c3b828d6b87" providerId="LiveId" clId="{4DEEB11C-6F4E-434B-9DEA-240AA84EFB01}" dt="2026-05-26T07:32:51.389" v="1415" actId="13822"/>
          <ac:spMkLst>
            <pc:docMk/>
            <pc:sldMk cId="3900982746" sldId="282"/>
            <ac:spMk id="92" creationId="{02BB303E-E14A-9F44-6133-FD7A44F1D298}"/>
          </ac:spMkLst>
        </pc:spChg>
        <pc:spChg chg="mod">
          <ac:chgData name="JAEYEON KIM" userId="5fd88c3b828d6b87" providerId="LiveId" clId="{4DEEB11C-6F4E-434B-9DEA-240AA84EFB01}" dt="2026-05-26T07:32:57.021" v="1416" actId="13822"/>
          <ac:spMkLst>
            <pc:docMk/>
            <pc:sldMk cId="3900982746" sldId="282"/>
            <ac:spMk id="94" creationId="{205168D8-371B-D364-2BB4-51398B0DBF1E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95" creationId="{C637C852-3618-B033-B8E9-92449B3914D7}"/>
          </ac:spMkLst>
        </pc:spChg>
        <pc:spChg chg="add mod">
          <ac:chgData name="JAEYEON KIM" userId="5fd88c3b828d6b87" providerId="LiveId" clId="{4DEEB11C-6F4E-434B-9DEA-240AA84EFB01}" dt="2026-05-26T07:31:17.152" v="1408" actId="13822"/>
          <ac:spMkLst>
            <pc:docMk/>
            <pc:sldMk cId="3900982746" sldId="282"/>
            <ac:spMk id="96" creationId="{44FE9B33-5532-80B4-20EC-4546F9885D26}"/>
          </ac:spMkLst>
        </pc:spChg>
        <pc:spChg chg="add mod">
          <ac:chgData name="JAEYEON KIM" userId="5fd88c3b828d6b87" providerId="LiveId" clId="{4DEEB11C-6F4E-434B-9DEA-240AA84EFB01}" dt="2026-05-26T07:37:02.845" v="1440"/>
          <ac:spMkLst>
            <pc:docMk/>
            <pc:sldMk cId="3900982746" sldId="282"/>
            <ac:spMk id="97" creationId="{EF03DBB0-374A-B912-71BE-7CB8B237CA13}"/>
          </ac:spMkLst>
        </pc:spChg>
        <pc:grpChg chg="add mod">
          <ac:chgData name="JAEYEON KIM" userId="5fd88c3b828d6b87" providerId="LiveId" clId="{4DEEB11C-6F4E-434B-9DEA-240AA84EFB01}" dt="2026-05-26T05:37:55.707" v="817"/>
          <ac:grpSpMkLst>
            <pc:docMk/>
            <pc:sldMk cId="3900982746" sldId="282"/>
            <ac:grpSpMk id="4" creationId="{92E14CEB-1C75-58BE-8FDC-7EAC8A37071C}"/>
          </ac:grpSpMkLst>
        </pc:grpChg>
      </pc:sldChg>
      <pc:sldChg chg="delSp modSp add del mod">
        <pc:chgData name="JAEYEON KIM" userId="5fd88c3b828d6b87" providerId="LiveId" clId="{4DEEB11C-6F4E-434B-9DEA-240AA84EFB01}" dt="2026-05-26T08:18:56.367" v="2070" actId="2696"/>
        <pc:sldMkLst>
          <pc:docMk/>
          <pc:sldMk cId="0" sldId="283"/>
        </pc:sldMkLst>
        <pc:spChg chg="mod">
          <ac:chgData name="JAEYEON KIM" userId="5fd88c3b828d6b87" providerId="LiveId" clId="{4DEEB11C-6F4E-434B-9DEA-240AA84EFB01}" dt="2026-05-26T08:08:27.891" v="1929" actId="1076"/>
          <ac:spMkLst>
            <pc:docMk/>
            <pc:sldMk cId="0" sldId="283"/>
            <ac:spMk id="2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5.516" v="1931" actId="478"/>
          <ac:spMkLst>
            <pc:docMk/>
            <pc:sldMk cId="0" sldId="283"/>
            <ac:spMk id="85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4.493" v="1930" actId="478"/>
          <ac:spMkLst>
            <pc:docMk/>
            <pc:sldMk cId="0" sldId="283"/>
            <ac:spMk id="86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40.364" v="1936" actId="478"/>
          <ac:spMkLst>
            <pc:docMk/>
            <pc:sldMk cId="0" sldId="283"/>
            <ac:spMk id="87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8:08:37.254" v="1933" actId="478"/>
          <ac:spMkLst>
            <pc:docMk/>
            <pc:sldMk cId="0" sldId="283"/>
            <ac:spMk id="88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8.017" v="1934" actId="478"/>
          <ac:spMkLst>
            <pc:docMk/>
            <pc:sldMk cId="0" sldId="283"/>
            <ac:spMk id="89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9.687" v="1935" actId="478"/>
          <ac:spMkLst>
            <pc:docMk/>
            <pc:sldMk cId="0" sldId="283"/>
            <ac:spMk id="90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41.954" v="1938" actId="478"/>
          <ac:spMkLst>
            <pc:docMk/>
            <pc:sldMk cId="0" sldId="283"/>
            <ac:spMk id="91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41.356" v="1937" actId="478"/>
          <ac:spMkLst>
            <pc:docMk/>
            <pc:sldMk cId="0" sldId="283"/>
            <ac:spMk id="92" creationId="{00000000-0000-0000-0000-000000000000}"/>
          </ac:spMkLst>
        </pc:spChg>
      </pc:sldChg>
      <pc:sldChg chg="modSp add mod modShow">
        <pc:chgData name="JAEYEON KIM" userId="5fd88c3b828d6b87" providerId="LiveId" clId="{4DEEB11C-6F4E-434B-9DEA-240AA84EFB01}" dt="2026-05-27T05:43:11.639" v="5471" actId="729"/>
        <pc:sldMkLst>
          <pc:docMk/>
          <pc:sldMk cId="0" sldId="284"/>
        </pc:sldMkLst>
        <pc:spChg chg="mod">
          <ac:chgData name="JAEYEON KIM" userId="5fd88c3b828d6b87" providerId="LiveId" clId="{4DEEB11C-6F4E-434B-9DEA-240AA84EFB01}" dt="2026-05-26T08:07:44.326" v="1927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39.664" v="1389" actId="208"/>
          <ac:spMkLst>
            <pc:docMk/>
            <pc:sldMk cId="0" sldId="284"/>
            <ac:spMk id="20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34.025" v="1388" actId="1076"/>
          <ac:spMkLst>
            <pc:docMk/>
            <pc:sldMk cId="0" sldId="284"/>
            <ac:spMk id="21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32.036" v="1387" actId="208"/>
          <ac:spMkLst>
            <pc:docMk/>
            <pc:sldMk cId="0" sldId="284"/>
            <ac:spMk id="2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56.116" v="1390" actId="207"/>
          <ac:spMkLst>
            <pc:docMk/>
            <pc:sldMk cId="0" sldId="284"/>
            <ac:spMk id="27" creationId="{00000000-0000-0000-0000-000000000000}"/>
          </ac:spMkLst>
        </pc:spChg>
      </pc:sldChg>
      <pc:sldChg chg="addSp modSp add del mod">
        <pc:chgData name="JAEYEON KIM" userId="5fd88c3b828d6b87" providerId="LiveId" clId="{4DEEB11C-6F4E-434B-9DEA-240AA84EFB01}" dt="2026-05-27T01:45:30.720" v="3114" actId="2696"/>
        <pc:sldMkLst>
          <pc:docMk/>
          <pc:sldMk cId="0" sldId="285"/>
        </pc:sldMkLst>
        <pc:spChg chg="mod">
          <ac:chgData name="JAEYEON KIM" userId="5fd88c3b828d6b87" providerId="LiveId" clId="{4DEEB11C-6F4E-434B-9DEA-240AA84EFB01}" dt="2026-05-27T01:28:23.822" v="2620" actId="14100"/>
          <ac:spMkLst>
            <pc:docMk/>
            <pc:sldMk cId="0" sldId="285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1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18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21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25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26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3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9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4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4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51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52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3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6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7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72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52:16.230" v="1050" actId="47"/>
        <pc:sldMkLst>
          <pc:docMk/>
          <pc:sldMk cId="0" sldId="286"/>
        </pc:sldMkLst>
      </pc:sldChg>
      <pc:sldChg chg="add">
        <pc:chgData name="JAEYEON KIM" userId="5fd88c3b828d6b87" providerId="LiveId" clId="{4DEEB11C-6F4E-434B-9DEA-240AA84EFB01}" dt="2026-05-26T05:51:20.777" v="972"/>
        <pc:sldMkLst>
          <pc:docMk/>
          <pc:sldMk cId="0" sldId="287"/>
        </pc:sldMkLst>
      </pc:sldChg>
      <pc:sldChg chg="delSp modSp add mod">
        <pc:chgData name="JAEYEON KIM" userId="5fd88c3b828d6b87" providerId="LiveId" clId="{4DEEB11C-6F4E-434B-9DEA-240AA84EFB01}" dt="2026-05-26T05:51:42.153" v="980" actId="478"/>
        <pc:sldMkLst>
          <pc:docMk/>
          <pc:sldMk cId="0" sldId="288"/>
        </pc:sldMkLst>
        <pc:spChg chg="del">
          <ac:chgData name="JAEYEON KIM" userId="5fd88c3b828d6b87" providerId="LiveId" clId="{4DEEB11C-6F4E-434B-9DEA-240AA84EFB01}" dt="2026-05-26T05:51:41.140" v="979" actId="478"/>
          <ac:spMkLst>
            <pc:docMk/>
            <pc:sldMk cId="0" sldId="288"/>
            <ac:spMk id="62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34.885" v="974" actId="478"/>
          <ac:spMkLst>
            <pc:docMk/>
            <pc:sldMk cId="0" sldId="288"/>
            <ac:spMk id="6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40.085" v="978" actId="478"/>
          <ac:spMkLst>
            <pc:docMk/>
            <pc:sldMk cId="0" sldId="288"/>
            <ac:spMk id="6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36.096" v="975" actId="478"/>
          <ac:spMkLst>
            <pc:docMk/>
            <pc:sldMk cId="0" sldId="288"/>
            <ac:spMk id="65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42.153" v="980" actId="478"/>
          <ac:spMkLst>
            <pc:docMk/>
            <pc:sldMk cId="0" sldId="288"/>
            <ac:spMk id="66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51:38.468" v="977" actId="478"/>
          <ac:spMkLst>
            <pc:docMk/>
            <pc:sldMk cId="0" sldId="288"/>
            <ac:spMk id="67" creationId="{00000000-0000-0000-0000-000000000000}"/>
          </ac:spMkLst>
        </pc:spChg>
      </pc:sldChg>
      <pc:sldChg chg="modSp add mod">
        <pc:chgData name="JAEYEON KIM" userId="5fd88c3b828d6b87" providerId="LiveId" clId="{4DEEB11C-6F4E-434B-9DEA-240AA84EFB01}" dt="2026-05-26T05:52:13.867" v="1049"/>
        <pc:sldMkLst>
          <pc:docMk/>
          <pc:sldMk cId="62528329" sldId="289"/>
        </pc:sldMkLst>
        <pc:spChg chg="mod">
          <ac:chgData name="JAEYEON KIM" userId="5fd88c3b828d6b87" providerId="LiveId" clId="{4DEEB11C-6F4E-434B-9DEA-240AA84EFB01}" dt="2026-05-26T05:52:03.993" v="1048" actId="20577"/>
          <ac:spMkLst>
            <pc:docMk/>
            <pc:sldMk cId="62528329" sldId="289"/>
            <ac:spMk id="6" creationId="{5D0B5FF8-465E-4CFA-C57B-9E18DD7F63D3}"/>
          </ac:spMkLst>
        </pc:spChg>
        <pc:spChg chg="mod">
          <ac:chgData name="JAEYEON KIM" userId="5fd88c3b828d6b87" providerId="LiveId" clId="{4DEEB11C-6F4E-434B-9DEA-240AA84EFB01}" dt="2026-05-26T05:52:13.867" v="1049"/>
          <ac:spMkLst>
            <pc:docMk/>
            <pc:sldMk cId="62528329" sldId="289"/>
            <ac:spMk id="7" creationId="{5266FDA1-90EB-522A-44CE-CF9A8688A54F}"/>
          </ac:spMkLst>
        </pc:spChg>
      </pc:sldChg>
      <pc:sldChg chg="addSp delSp modSp new mod ord">
        <pc:chgData name="JAEYEON KIM" userId="5fd88c3b828d6b87" providerId="LiveId" clId="{4DEEB11C-6F4E-434B-9DEA-240AA84EFB01}" dt="2026-05-27T04:27:34.924" v="5025" actId="1076"/>
        <pc:sldMkLst>
          <pc:docMk/>
          <pc:sldMk cId="2299891925" sldId="290"/>
        </pc:sldMkLst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3" creationId="{7E5EDCE6-6763-7A88-48DB-FBF4B70E433E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4" creationId="{C4B715A6-9E5E-2F4C-0E30-689FA7D7F67E}"/>
          </ac:spMkLst>
        </pc:spChg>
        <pc:spChg chg="del mod">
          <ac:chgData name="JAEYEON KIM" userId="5fd88c3b828d6b87" providerId="LiveId" clId="{4DEEB11C-6F4E-434B-9DEA-240AA84EFB01}" dt="2026-05-27T02:07:26.162" v="3406" actId="478"/>
          <ac:spMkLst>
            <pc:docMk/>
            <pc:sldMk cId="2299891925" sldId="290"/>
            <ac:spMk id="5" creationId="{6EA881B6-DBB1-BE91-3EA6-91216AAEEBB1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6" creationId="{67E90BC6-E16D-A051-415C-79D27F5B0BB2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7" creationId="{1E314C49-154B-B89D-AED6-809DFF7CA61A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8" creationId="{6BB39C6C-B7B6-D5C0-2E3D-3C9D382EFB47}"/>
          </ac:spMkLst>
        </pc:spChg>
        <pc:spChg chg="add mod">
          <ac:chgData name="JAEYEON KIM" userId="5fd88c3b828d6b87" providerId="LiveId" clId="{4DEEB11C-6F4E-434B-9DEA-240AA84EFB01}" dt="2026-05-27T02:08:42.931" v="3428" actId="1076"/>
          <ac:spMkLst>
            <pc:docMk/>
            <pc:sldMk cId="2299891925" sldId="290"/>
            <ac:spMk id="9" creationId="{F46C3698-1E8F-9F10-8A40-1275585E1DEF}"/>
          </ac:spMkLst>
        </pc:spChg>
        <pc:spChg chg="add del mod">
          <ac:chgData name="JAEYEON KIM" userId="5fd88c3b828d6b87" providerId="LiveId" clId="{4DEEB11C-6F4E-434B-9DEA-240AA84EFB01}" dt="2026-05-27T02:08:49.584" v="3430" actId="478"/>
          <ac:spMkLst>
            <pc:docMk/>
            <pc:sldMk cId="2299891925" sldId="290"/>
            <ac:spMk id="10" creationId="{1817B735-130E-5617-1A88-E11C8FFF482D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0" creationId="{23D7D3E2-C5F6-3543-3FFB-A9E8BE7000F7}"/>
          </ac:spMkLst>
        </pc:spChg>
        <pc:spChg chg="add del mod">
          <ac:chgData name="JAEYEON KIM" userId="5fd88c3b828d6b87" providerId="LiveId" clId="{4DEEB11C-6F4E-434B-9DEA-240AA84EFB01}" dt="2026-05-27T02:08:47.723" v="3429" actId="478"/>
          <ac:spMkLst>
            <pc:docMk/>
            <pc:sldMk cId="2299891925" sldId="290"/>
            <ac:spMk id="11" creationId="{00F8AC69-DE36-A5EF-9660-4D4C644F2925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1" creationId="{932B6E95-83FB-9D2C-B437-D0A4DA7D9ECD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2" creationId="{D9E12E67-08B2-4C10-E46B-EDFA9AA4F99A}"/>
          </ac:spMkLst>
        </pc:spChg>
        <pc:spChg chg="mod">
          <ac:chgData name="JAEYEON KIM" userId="5fd88c3b828d6b87" providerId="LiveId" clId="{4DEEB11C-6F4E-434B-9DEA-240AA84EFB01}" dt="2026-05-27T04:27:30.846" v="5024"/>
          <ac:spMkLst>
            <pc:docMk/>
            <pc:sldMk cId="2299891925" sldId="290"/>
            <ac:spMk id="13" creationId="{9F016E9F-E6C2-D624-E0DA-3CD6E49475CD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3" creationId="{F3CFDBED-547C-1D3C-FDBF-3AE000A3DDC2}"/>
          </ac:spMkLst>
        </pc:spChg>
        <pc:spChg chg="mod">
          <ac:chgData name="JAEYEON KIM" userId="5fd88c3b828d6b87" providerId="LiveId" clId="{4DEEB11C-6F4E-434B-9DEA-240AA84EFB01}" dt="2026-05-27T04:27:30.846" v="5024"/>
          <ac:spMkLst>
            <pc:docMk/>
            <pc:sldMk cId="2299891925" sldId="290"/>
            <ac:spMk id="14" creationId="{097D71CF-0E52-411C-D7DA-360DDA9B998A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4" creationId="{8AE19762-4F1B-AA34-F5A4-CCB621B6925E}"/>
          </ac:spMkLst>
        </pc:spChg>
        <pc:spChg chg="mod">
          <ac:chgData name="JAEYEON KIM" userId="5fd88c3b828d6b87" providerId="LiveId" clId="{4DEEB11C-6F4E-434B-9DEA-240AA84EFB01}" dt="2026-05-27T04:27:30.846" v="5024"/>
          <ac:spMkLst>
            <pc:docMk/>
            <pc:sldMk cId="2299891925" sldId="290"/>
            <ac:spMk id="15" creationId="{7592A8B4-0249-6240-793E-795CCFF0D9FA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5" creationId="{BDA4A81E-BCD3-FC3A-ED89-36E3B580754E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17" creationId="{69A75C03-4F2E-3BDE-AE3E-BCE4263F35A8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18" creationId="{8C6A2A1F-6132-1631-7C9D-6D29E7C45B5E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19" creationId="{8CEC03A6-2970-4432-AC66-A6E874DE53AB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20" creationId="{A2FC74F2-B793-4306-18F5-F6AB0973043B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21" creationId="{680321F2-F2BE-6063-1D5C-0E8A6680DBE9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22" creationId="{2DA0E0B5-D46E-3CE6-9CFB-5A9959673F95}"/>
          </ac:spMkLst>
        </pc:spChg>
        <pc:spChg chg="add 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23" creationId="{5335EB80-B3CF-6B49-C16E-8E765D70906B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25" creationId="{5F883E39-06B0-FE89-2010-D2975CDA3AF4}"/>
          </ac:spMkLst>
        </pc:spChg>
        <pc:spChg chg="mod">
          <ac:chgData name="JAEYEON KIM" userId="5fd88c3b828d6b87" providerId="LiveId" clId="{4DEEB11C-6F4E-434B-9DEA-240AA84EFB01}" dt="2026-05-26T08:10:13.961" v="1945" actId="13822"/>
          <ac:spMkLst>
            <pc:docMk/>
            <pc:sldMk cId="2299891925" sldId="290"/>
            <ac:spMk id="26" creationId="{25CFFD86-959E-EC84-F078-ADB447E22E5A}"/>
          </ac:spMkLst>
        </pc:spChg>
        <pc:spChg chg="del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27" creationId="{24ED980B-D56D-8896-2999-856FDBB15C35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28" creationId="{29A776A1-03C5-934A-7069-1D5F8C979C60}"/>
          </ac:spMkLst>
        </pc:spChg>
        <pc:spChg chg="mod">
          <ac:chgData name="JAEYEON KIM" userId="5fd88c3b828d6b87" providerId="LiveId" clId="{4DEEB11C-6F4E-434B-9DEA-240AA84EFB01}" dt="2026-05-26T08:10:20.251" v="1946" actId="207"/>
          <ac:spMkLst>
            <pc:docMk/>
            <pc:sldMk cId="2299891925" sldId="290"/>
            <ac:spMk id="29" creationId="{2D3A482E-F280-81EF-A360-9B301BDAC40B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30" creationId="{47206E91-B750-7C36-10E8-5390636BC55E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1" creationId="{8CDCF73A-43ED-F076-E167-DFB50FD9EDDA}"/>
          </ac:spMkLst>
        </pc:spChg>
        <pc:spChg chg="add mod">
          <ac:chgData name="JAEYEON KIM" userId="5fd88c3b828d6b87" providerId="LiveId" clId="{4DEEB11C-6F4E-434B-9DEA-240AA84EFB01}" dt="2026-05-26T08:10:28.662" v="1948" actId="207"/>
          <ac:spMkLst>
            <pc:docMk/>
            <pc:sldMk cId="2299891925" sldId="290"/>
            <ac:spMk id="32" creationId="{2DE34014-F839-5336-4A53-4937FC9DAEA2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4" creationId="{A05D5426-4095-B303-4A54-CE7826344CBB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5" creationId="{7672DDBE-02CE-B3F4-1A14-13FCD904B66B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7" creationId="{CEF7990E-34E0-5019-A63C-F7943F3DC69C}"/>
          </ac:spMkLst>
        </pc:spChg>
        <pc:spChg chg="mod">
          <ac:chgData name="JAEYEON KIM" userId="5fd88c3b828d6b87" providerId="LiveId" clId="{4DEEB11C-6F4E-434B-9DEA-240AA84EFB01}" dt="2026-05-26T08:10:45.971" v="1949" actId="207"/>
          <ac:spMkLst>
            <pc:docMk/>
            <pc:sldMk cId="2299891925" sldId="290"/>
            <ac:spMk id="38" creationId="{27EB80B5-63D5-C281-C0C5-8557ED31E91B}"/>
          </ac:spMkLst>
        </pc:spChg>
        <pc:spChg chg="del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9" creationId="{3B5C82AC-6B74-C448-8C1A-78075C807546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0" creationId="{7D5C5E25-D43C-0407-00D8-21B8C9558F94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1" creationId="{313A11A4-0144-17DC-068A-D0B58AC5EBEE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2" creationId="{0CC9A6AC-D133-61D7-6120-74CCF6542663}"/>
          </ac:spMkLst>
        </pc:spChg>
        <pc:spChg chg="add 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43" creationId="{10A88AA7-7E94-66AA-096F-DC024C9320FF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4" creationId="{7E104B68-B157-D57D-5288-117D01C1ECFC}"/>
          </ac:spMkLst>
        </pc:spChg>
        <pc:spChg chg="mod">
          <ac:chgData name="JAEYEON KIM" userId="5fd88c3b828d6b87" providerId="LiveId" clId="{4DEEB11C-6F4E-434B-9DEA-240AA84EFB01}" dt="2026-05-26T08:13:26.435" v="1969" actId="207"/>
          <ac:spMkLst>
            <pc:docMk/>
            <pc:sldMk cId="2299891925" sldId="290"/>
            <ac:spMk id="45" creationId="{723D14C1-90EF-8478-CD7A-D2321D27F42E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46" creationId="{A11B8E7F-7C83-1063-FA27-CC36D595F52D}"/>
          </ac:spMkLst>
        </pc:spChg>
        <pc:spChg chg="del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47" creationId="{55F385A7-6D6F-7930-DD27-EC7BEE03C345}"/>
          </ac:spMkLst>
        </pc:spChg>
        <pc:spChg chg="add mod">
          <ac:chgData name="JAEYEON KIM" userId="5fd88c3b828d6b87" providerId="LiveId" clId="{4DEEB11C-6F4E-434B-9DEA-240AA84EFB01}" dt="2026-05-26T08:13:26.435" v="1969" actId="207"/>
          <ac:spMkLst>
            <pc:docMk/>
            <pc:sldMk cId="2299891925" sldId="290"/>
            <ac:spMk id="48" creationId="{0BBB5E3D-3387-D842-B3B4-BD93F68DC316}"/>
          </ac:spMkLst>
        </pc:spChg>
        <pc:spChg chg="add mod">
          <ac:chgData name="JAEYEON KIM" userId="5fd88c3b828d6b87" providerId="LiveId" clId="{4DEEB11C-6F4E-434B-9DEA-240AA84EFB01}" dt="2026-05-26T08:10:45.971" v="1949" actId="207"/>
          <ac:spMkLst>
            <pc:docMk/>
            <pc:sldMk cId="2299891925" sldId="290"/>
            <ac:spMk id="49" creationId="{0C89A45F-6536-201A-407B-551281B75A83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51" creationId="{879FB780-2E54-DEB7-534B-5739483F0C62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52" creationId="{0BD9C1D3-EC7E-03BA-C313-DA61286C956C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54" creationId="{E22C65F3-FE3E-59EF-6D59-A37A56E781C8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55" creationId="{AA01ACDA-392B-7A96-A734-725680885627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56" creationId="{A30558A7-16C1-40F5-D8A5-D9BAF5090973}"/>
          </ac:spMkLst>
        </pc:spChg>
        <pc:spChg chg="add mod">
          <ac:chgData name="JAEYEON KIM" userId="5fd88c3b828d6b87" providerId="LiveId" clId="{4DEEB11C-6F4E-434B-9DEA-240AA84EFB01}" dt="2026-05-26T08:16:02.819" v="1994" actId="164"/>
          <ac:spMkLst>
            <pc:docMk/>
            <pc:sldMk cId="2299891925" sldId="290"/>
            <ac:spMk id="57" creationId="{4838AFE6-EDEA-10FF-7C5F-1B5F48444996}"/>
          </ac:spMkLst>
        </pc:spChg>
        <pc:spChg chg="add mod">
          <ac:chgData name="JAEYEON KIM" userId="5fd88c3b828d6b87" providerId="LiveId" clId="{4DEEB11C-6F4E-434B-9DEA-240AA84EFB01}" dt="2026-05-26T08:16:02.819" v="1994" actId="164"/>
          <ac:spMkLst>
            <pc:docMk/>
            <pc:sldMk cId="2299891925" sldId="290"/>
            <ac:spMk id="58" creationId="{4CFDFE81-87D9-9362-459C-63F25C6EAB90}"/>
          </ac:spMkLst>
        </pc:spChg>
        <pc:spChg chg="mod">
          <ac:chgData name="JAEYEON KIM" userId="5fd88c3b828d6b87" providerId="LiveId" clId="{4DEEB11C-6F4E-434B-9DEA-240AA84EFB01}" dt="2026-05-26T08:16:02.819" v="1994" actId="164"/>
          <ac:spMkLst>
            <pc:docMk/>
            <pc:sldMk cId="2299891925" sldId="290"/>
            <ac:spMk id="59" creationId="{F0476E1A-1269-B97F-D777-7ECEC96BCFDE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0" creationId="{FDFB595C-D2DB-CB72-6F06-EE46FB3C3D78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61" creationId="{CE70FBC4-06AF-3D64-06B4-15002F6ABF73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2" creationId="{40503DAE-0EDF-078B-1268-21724D3EB624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4" creationId="{8402C7B2-12C9-A762-A4A4-C3F582184BBF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6" creationId="{1A9F923C-BAEC-0220-1A8C-83CD3A9132B8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70" creationId="{CFC72561-DBEF-0EC7-94EB-ABF63BADE8D1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76" creationId="{9EC9815A-68BE-F0FA-F327-239DB05A4884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78" creationId="{A4BC3500-238B-5D37-CF3A-9C27FDB2A35E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81" creationId="{E76C4467-C5FC-0670-9EC1-AD0CE5B83EB5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82" creationId="{8AD1B785-2D48-E6D5-3EF0-21EF02C5B582}"/>
          </ac:spMkLst>
        </pc:spChg>
        <pc:spChg chg="mod">
          <ac:chgData name="JAEYEON KIM" userId="5fd88c3b828d6b87" providerId="LiveId" clId="{4DEEB11C-6F4E-434B-9DEA-240AA84EFB01}" dt="2026-05-26T08:16:28.566" v="2009" actId="2711"/>
          <ac:spMkLst>
            <pc:docMk/>
            <pc:sldMk cId="2299891925" sldId="290"/>
            <ac:spMk id="83" creationId="{BA221D02-FCE3-0782-5DF2-B5ED08ED7849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88" creationId="{49C28B25-F98F-1730-E6E6-37D4DEE0ACCA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89" creationId="{682E8967-DAB6-6F7D-96C7-9ABE51ADAA1F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91" creationId="{00CC7CC8-6895-1DEF-492A-B48554472F63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5" creationId="{965128B4-456D-D5D0-369F-4C43D1DBBBBB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6" creationId="{A39B36C5-EEF9-6F8D-6DF8-AB0020DDA944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7" creationId="{703E45B7-985B-CE2A-D42A-F2BC655482F5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8" creationId="{72A30B98-76F1-BBCA-6ACB-591B2B9AEB2A}"/>
          </ac:spMkLst>
        </pc:spChg>
        <pc:spChg chg="add mod">
          <ac:chgData name="JAEYEON KIM" userId="5fd88c3b828d6b87" providerId="LiveId" clId="{4DEEB11C-6F4E-434B-9DEA-240AA84EFB01}" dt="2026-05-26T08:12:15.664" v="1959" actId="571"/>
          <ac:spMkLst>
            <pc:docMk/>
            <pc:sldMk cId="2299891925" sldId="290"/>
            <ac:spMk id="100" creationId="{C3FAA0B5-F704-CA05-CBF9-64460E3A5FB4}"/>
          </ac:spMkLst>
        </pc:spChg>
        <pc:spChg chg="add mod">
          <ac:chgData name="JAEYEON KIM" userId="5fd88c3b828d6b87" providerId="LiveId" clId="{4DEEB11C-6F4E-434B-9DEA-240AA84EFB01}" dt="2026-05-26T08:12:15.664" v="1959" actId="571"/>
          <ac:spMkLst>
            <pc:docMk/>
            <pc:sldMk cId="2299891925" sldId="290"/>
            <ac:spMk id="101" creationId="{7162244A-0BDC-C8FB-CCCD-991EB3ACF86A}"/>
          </ac:spMkLst>
        </pc:spChg>
        <pc:spChg chg="add mod">
          <ac:chgData name="JAEYEON KIM" userId="5fd88c3b828d6b87" providerId="LiveId" clId="{4DEEB11C-6F4E-434B-9DEA-240AA84EFB01}" dt="2026-05-26T08:17:06.570" v="2036" actId="2711"/>
          <ac:spMkLst>
            <pc:docMk/>
            <pc:sldMk cId="2299891925" sldId="290"/>
            <ac:spMk id="107" creationId="{874DEE47-99D8-21B1-C4C0-B70302CEA327}"/>
          </ac:spMkLst>
        </pc:spChg>
        <pc:grpChg chg="add mod">
          <ac:chgData name="JAEYEON KIM" userId="5fd88c3b828d6b87" providerId="LiveId" clId="{4DEEB11C-6F4E-434B-9DEA-240AA84EFB01}" dt="2026-05-26T08:18:08.809" v="2063"/>
          <ac:grpSpMkLst>
            <pc:docMk/>
            <pc:sldMk cId="2299891925" sldId="290"/>
            <ac:grpSpMk id="2" creationId="{9C0E5109-7054-86E4-3AFD-28E17CD24589}"/>
          </ac:grpSpMkLst>
        </pc:grpChg>
        <pc:grpChg chg="add mod">
          <ac:chgData name="JAEYEON KIM" userId="5fd88c3b828d6b87" providerId="LiveId" clId="{4DEEB11C-6F4E-434B-9DEA-240AA84EFB01}" dt="2026-05-26T05:53:10.410" v="1060"/>
          <ac:grpSpMkLst>
            <pc:docMk/>
            <pc:sldMk cId="2299891925" sldId="290"/>
            <ac:grpSpMk id="9" creationId="{0560A047-699D-32BB-2089-3C8CB2427361}"/>
          </ac:grpSpMkLst>
        </pc:grpChg>
        <pc:grpChg chg="add mod">
          <ac:chgData name="JAEYEON KIM" userId="5fd88c3b828d6b87" providerId="LiveId" clId="{4DEEB11C-6F4E-434B-9DEA-240AA84EFB01}" dt="2026-05-27T04:27:34.924" v="5025" actId="1076"/>
          <ac:grpSpMkLst>
            <pc:docMk/>
            <pc:sldMk cId="2299891925" sldId="290"/>
            <ac:grpSpMk id="12" creationId="{64274B11-2565-4676-83AF-F9441236E95D}"/>
          </ac:grpSpMkLst>
        </pc:grpChg>
        <pc:grpChg chg="add mod">
          <ac:chgData name="JAEYEON KIM" userId="5fd88c3b828d6b87" providerId="LiveId" clId="{4DEEB11C-6F4E-434B-9DEA-240AA84EFB01}" dt="2026-05-26T05:54:18.531" v="1083"/>
          <ac:grpSpMkLst>
            <pc:docMk/>
            <pc:sldMk cId="2299891925" sldId="290"/>
            <ac:grpSpMk id="16" creationId="{81356284-FC1B-DE4E-B860-D250A0897534}"/>
          </ac:grpSpMkLst>
        </pc:grpChg>
        <pc:grpChg chg="add mod">
          <ac:chgData name="JAEYEON KIM" userId="5fd88c3b828d6b87" providerId="LiveId" clId="{4DEEB11C-6F4E-434B-9DEA-240AA84EFB01}" dt="2026-05-26T08:18:08.809" v="2063"/>
          <ac:grpSpMkLst>
            <pc:docMk/>
            <pc:sldMk cId="2299891925" sldId="290"/>
            <ac:grpSpMk id="24" creationId="{EACA3E2C-1A21-06BB-E364-0667988F1E01}"/>
          </ac:grpSpMkLst>
        </pc:grpChg>
        <pc:grpChg chg="mod">
          <ac:chgData name="JAEYEON KIM" userId="5fd88c3b828d6b87" providerId="LiveId" clId="{4DEEB11C-6F4E-434B-9DEA-240AA84EFB01}" dt="2026-05-26T08:15:41.894" v="1992" actId="164"/>
          <ac:grpSpMkLst>
            <pc:docMk/>
            <pc:sldMk cId="2299891925" sldId="290"/>
            <ac:grpSpMk id="102" creationId="{6DB9E25B-F52E-6ED2-4E2B-CCBC677EFAE8}"/>
          </ac:grpSpMkLst>
        </pc:grpChg>
        <pc:grpChg chg="add mod">
          <ac:chgData name="JAEYEON KIM" userId="5fd88c3b828d6b87" providerId="LiveId" clId="{4DEEB11C-6F4E-434B-9DEA-240AA84EFB01}" dt="2026-05-26T08:14:55.377" v="1988" actId="14100"/>
          <ac:grpSpMkLst>
            <pc:docMk/>
            <pc:sldMk cId="2299891925" sldId="290"/>
            <ac:grpSpMk id="103" creationId="{591F0CB5-5A88-A93F-AC85-E90765E19048}"/>
          </ac:grpSpMkLst>
        </pc:grpChg>
        <pc:grpChg chg="add mod">
          <ac:chgData name="JAEYEON KIM" userId="5fd88c3b828d6b87" providerId="LiveId" clId="{4DEEB11C-6F4E-434B-9DEA-240AA84EFB01}" dt="2026-05-26T08:15:41.894" v="1992" actId="164"/>
          <ac:grpSpMkLst>
            <pc:docMk/>
            <pc:sldMk cId="2299891925" sldId="290"/>
            <ac:grpSpMk id="104" creationId="{97A4B9A9-A1C7-7A1B-7FC5-2D72C1A9801A}"/>
          </ac:grpSpMkLst>
        </pc:grpChg>
        <pc:grpChg chg="add mod">
          <ac:chgData name="JAEYEON KIM" userId="5fd88c3b828d6b87" providerId="LiveId" clId="{4DEEB11C-6F4E-434B-9DEA-240AA84EFB01}" dt="2026-05-26T08:16:17.818" v="1998" actId="14100"/>
          <ac:grpSpMkLst>
            <pc:docMk/>
            <pc:sldMk cId="2299891925" sldId="290"/>
            <ac:grpSpMk id="105" creationId="{558E2B36-C51F-3805-28CA-E2221C66C29B}"/>
          </ac:grpSpMkLst>
        </pc:grpChg>
        <pc:grpChg chg="add mod">
          <ac:chgData name="JAEYEON KIM" userId="5fd88c3b828d6b87" providerId="LiveId" clId="{4DEEB11C-6F4E-434B-9DEA-240AA84EFB01}" dt="2026-05-26T08:16:08.896" v="1996" actId="1076"/>
          <ac:grpSpMkLst>
            <pc:docMk/>
            <pc:sldMk cId="2299891925" sldId="290"/>
            <ac:grpSpMk id="106" creationId="{361270F6-A7E8-E889-E192-2BE757187D87}"/>
          </ac:grpSpMkLst>
        </pc:grpChg>
      </pc:sldChg>
      <pc:sldChg chg="addSp delSp modSp new mod">
        <pc:chgData name="JAEYEON KIM" userId="5fd88c3b828d6b87" providerId="LiveId" clId="{4DEEB11C-6F4E-434B-9DEA-240AA84EFB01}" dt="2026-05-27T02:03:21.938" v="3378" actId="20577"/>
        <pc:sldMkLst>
          <pc:docMk/>
          <pc:sldMk cId="2440519381" sldId="291"/>
        </pc:sldMkLst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3" creationId="{2030B6CF-2AE7-7E41-0C70-26D58E71DD2D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4" creationId="{D3B74D89-4250-497D-03A5-C9AF2360B64C}"/>
          </ac:spMkLst>
        </pc:spChg>
        <pc:spChg chg="mod">
          <ac:chgData name="JAEYEON KIM" userId="5fd88c3b828d6b87" providerId="LiveId" clId="{4DEEB11C-6F4E-434B-9DEA-240AA84EFB01}" dt="2026-05-26T05:53:55.076" v="1076" actId="1036"/>
          <ac:spMkLst>
            <pc:docMk/>
            <pc:sldMk cId="2440519381" sldId="291"/>
            <ac:spMk id="5" creationId="{B2CD8548-ADB3-7B6E-D7F5-6E1053990DE3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6" creationId="{1FF3685F-0005-D835-F940-E7F7AB3BD638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7" creationId="{0AF96AAF-42BB-1A6E-C513-8B58B145D979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8" creationId="{D5DF2464-E490-7159-9BCF-E643074ECC2F}"/>
          </ac:spMkLst>
        </pc:spChg>
        <pc:spChg chg="mod topLvl">
          <ac:chgData name="JAEYEON KIM" userId="5fd88c3b828d6b87" providerId="LiveId" clId="{4DEEB11C-6F4E-434B-9DEA-240AA84EFB01}" dt="2026-05-27T02:02:31.527" v="3333" actId="20577"/>
          <ac:spMkLst>
            <pc:docMk/>
            <pc:sldMk cId="2440519381" sldId="291"/>
            <ac:spMk id="11" creationId="{535AA3E6-37B6-04EB-494F-062990F6F3F2}"/>
          </ac:spMkLst>
        </pc:spChg>
        <pc:spChg chg="del mod">
          <ac:chgData name="JAEYEON KIM" userId="5fd88c3b828d6b87" providerId="LiveId" clId="{4DEEB11C-6F4E-434B-9DEA-240AA84EFB01}" dt="2026-05-27T02:01:23.036" v="3280" actId="478"/>
          <ac:spMkLst>
            <pc:docMk/>
            <pc:sldMk cId="2440519381" sldId="291"/>
            <ac:spMk id="12" creationId="{6734761D-6402-1AE4-2C92-13666C466DB4}"/>
          </ac:spMkLst>
        </pc:spChg>
        <pc:spChg chg="mod">
          <ac:chgData name="JAEYEON KIM" userId="5fd88c3b828d6b87" providerId="LiveId" clId="{4DEEB11C-6F4E-434B-9DEA-240AA84EFB01}" dt="2026-05-27T02:01:18.331" v="3279" actId="165"/>
          <ac:spMkLst>
            <pc:docMk/>
            <pc:sldMk cId="2440519381" sldId="291"/>
            <ac:spMk id="13" creationId="{B5F9F651-FF4B-6C12-1203-E2E9F69E5B8D}"/>
          </ac:spMkLst>
        </pc:spChg>
        <pc:spChg chg="mod">
          <ac:chgData name="JAEYEON KIM" userId="5fd88c3b828d6b87" providerId="LiveId" clId="{4DEEB11C-6F4E-434B-9DEA-240AA84EFB01}" dt="2026-05-27T02:01:18.331" v="3279" actId="165"/>
          <ac:spMkLst>
            <pc:docMk/>
            <pc:sldMk cId="2440519381" sldId="291"/>
            <ac:spMk id="14" creationId="{97F67B29-3506-708B-414A-D25D923C177C}"/>
          </ac:spMkLst>
        </pc:spChg>
        <pc:spChg chg="mod">
          <ac:chgData name="JAEYEON KIM" userId="5fd88c3b828d6b87" providerId="LiveId" clId="{4DEEB11C-6F4E-434B-9DEA-240AA84EFB01}" dt="2026-05-27T02:01:18.331" v="3279" actId="165"/>
          <ac:spMkLst>
            <pc:docMk/>
            <pc:sldMk cId="2440519381" sldId="291"/>
            <ac:spMk id="15" creationId="{A1D18FBD-47BB-C40E-E3CB-4D6F970DDCB9}"/>
          </ac:spMkLst>
        </pc:spChg>
        <pc:spChg chg="del mod">
          <ac:chgData name="JAEYEON KIM" userId="5fd88c3b828d6b87" providerId="LiveId" clId="{4DEEB11C-6F4E-434B-9DEA-240AA84EFB01}" dt="2026-05-27T02:01:33.203" v="3282" actId="478"/>
          <ac:spMkLst>
            <pc:docMk/>
            <pc:sldMk cId="2440519381" sldId="291"/>
            <ac:spMk id="16" creationId="{8D6B953E-BA35-6D62-3901-9CA4EBB14600}"/>
          </ac:spMkLst>
        </pc:spChg>
        <pc:spChg chg="add del mod topLvl">
          <ac:chgData name="JAEYEON KIM" userId="5fd88c3b828d6b87" providerId="LiveId" clId="{4DEEB11C-6F4E-434B-9DEA-240AA84EFB01}" dt="2026-05-27T02:02:21.706" v="3298" actId="20577"/>
          <ac:spMkLst>
            <pc:docMk/>
            <pc:sldMk cId="2440519381" sldId="291"/>
            <ac:spMk id="19" creationId="{354C8F56-C059-0380-4B1D-C40BEC327F89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0" creationId="{0CF81F53-3E93-3F37-D73F-34C5B1E110D0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1" creationId="{7FFA42B2-FDF8-EE89-B831-DDCB88281D9D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2" creationId="{6B446BCF-189E-374C-C5B4-CB9359B34305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3" creationId="{865CB097-A34B-4257-2808-AA6DF3CECCF9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4" creationId="{560DE6E0-8F2D-C83D-D73E-52596ED70E6D}"/>
          </ac:spMkLst>
        </pc:spChg>
        <pc:spChg chg="del mod topLvl">
          <ac:chgData name="JAEYEON KIM" userId="5fd88c3b828d6b87" providerId="LiveId" clId="{4DEEB11C-6F4E-434B-9DEA-240AA84EFB01}" dt="2026-05-27T02:02:49.647" v="3337" actId="478"/>
          <ac:spMkLst>
            <pc:docMk/>
            <pc:sldMk cId="2440519381" sldId="291"/>
            <ac:spMk id="27" creationId="{BC2EA9D9-4964-EA28-0C9C-6704409BABCC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28" creationId="{92F4B050-8EC0-8E08-98FC-039AB785EEBF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29" creationId="{859AAE00-E04B-9B3D-E5E7-65EC34ABD75C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30" creationId="{32EED348-001B-4401-735F-BD2C4AF0527A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31" creationId="{00998006-C6AF-DAC9-7A8A-70DA28005D7A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32" creationId="{C7CCBE30-C91B-01A5-2C4B-93AC6D684EE3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5" creationId="{DD78FDD4-2C31-15DC-805F-C70717339139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6" creationId="{ACFA9B3F-DA37-8661-C657-4C62DB9A148F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7" creationId="{67666FEF-C80F-55FA-3E90-BBCE4DF80C74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8" creationId="{7D6643C7-42C4-7584-DB7F-F81F75107BB2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9" creationId="{7AF2349F-1D81-A3CC-0C6B-CB55649C15FA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40" creationId="{EE15E1CA-7ED0-57F9-B70C-BF01F7B7CFF4}"/>
          </ac:spMkLst>
        </pc:spChg>
        <pc:spChg chg="add mod">
          <ac:chgData name="JAEYEON KIM" userId="5fd88c3b828d6b87" providerId="LiveId" clId="{4DEEB11C-6F4E-434B-9DEA-240AA84EFB01}" dt="2026-05-27T02:03:21.938" v="3378" actId="20577"/>
          <ac:spMkLst>
            <pc:docMk/>
            <pc:sldMk cId="2440519381" sldId="291"/>
            <ac:spMk id="41" creationId="{325019C2-64EA-8C13-D88C-64FC8A582EB0}"/>
          </ac:spMkLst>
        </pc:spChg>
        <pc:grpChg chg="add del mod">
          <ac:chgData name="JAEYEON KIM" userId="5fd88c3b828d6b87" providerId="LiveId" clId="{4DEEB11C-6F4E-434B-9DEA-240AA84EFB01}" dt="2026-05-27T02:01:27.849" v="3281" actId="478"/>
          <ac:grpSpMkLst>
            <pc:docMk/>
            <pc:sldMk cId="2440519381" sldId="291"/>
            <ac:grpSpMk id="2" creationId="{808760D6-ABD9-8C4F-36E6-853D66F8247C}"/>
          </ac:grpSpMkLst>
        </pc:grpChg>
        <pc:grpChg chg="add del mod">
          <ac:chgData name="JAEYEON KIM" userId="5fd88c3b828d6b87" providerId="LiveId" clId="{4DEEB11C-6F4E-434B-9DEA-240AA84EFB01}" dt="2026-05-27T02:01:18.331" v="3279" actId="165"/>
          <ac:grpSpMkLst>
            <pc:docMk/>
            <pc:sldMk cId="2440519381" sldId="291"/>
            <ac:grpSpMk id="9" creationId="{562E9A11-B4E6-A20D-098E-BCE9F88B455D}"/>
          </ac:grpSpMkLst>
        </pc:grpChg>
        <pc:grpChg chg="mod topLvl">
          <ac:chgData name="JAEYEON KIM" userId="5fd88c3b828d6b87" providerId="LiveId" clId="{4DEEB11C-6F4E-434B-9DEA-240AA84EFB01}" dt="2026-05-27T02:01:18.331" v="3279" actId="165"/>
          <ac:grpSpMkLst>
            <pc:docMk/>
            <pc:sldMk cId="2440519381" sldId="291"/>
            <ac:grpSpMk id="10" creationId="{40ACD2EE-228B-939C-1E8C-BEBA841D1870}"/>
          </ac:grpSpMkLst>
        </pc:grpChg>
        <pc:grpChg chg="add del mod">
          <ac:chgData name="JAEYEON KIM" userId="5fd88c3b828d6b87" providerId="LiveId" clId="{4DEEB11C-6F4E-434B-9DEA-240AA84EFB01}" dt="2026-05-27T02:02:21.346" v="3296" actId="478"/>
          <ac:grpSpMkLst>
            <pc:docMk/>
            <pc:sldMk cId="2440519381" sldId="291"/>
            <ac:grpSpMk id="17" creationId="{F75619C5-C64E-ADF6-4234-95E6591F5513}"/>
          </ac:grpSpMkLst>
        </pc:grpChg>
        <pc:grpChg chg="add del mod topLvl">
          <ac:chgData name="JAEYEON KIM" userId="5fd88c3b828d6b87" providerId="LiveId" clId="{4DEEB11C-6F4E-434B-9DEA-240AA84EFB01}" dt="2026-05-27T02:02:21.141" v="3295" actId="165"/>
          <ac:grpSpMkLst>
            <pc:docMk/>
            <pc:sldMk cId="2440519381" sldId="291"/>
            <ac:grpSpMk id="18" creationId="{308543FA-2ED4-A539-0843-F3693F8A2918}"/>
          </ac:grpSpMkLst>
        </pc:grpChg>
        <pc:grpChg chg="add del mod">
          <ac:chgData name="JAEYEON KIM" userId="5fd88c3b828d6b87" providerId="LiveId" clId="{4DEEB11C-6F4E-434B-9DEA-240AA84EFB01}" dt="2026-05-27T02:02:45.657" v="3335" actId="165"/>
          <ac:grpSpMkLst>
            <pc:docMk/>
            <pc:sldMk cId="2440519381" sldId="291"/>
            <ac:grpSpMk id="25" creationId="{1A642DDC-729D-3453-41B1-9B03C654ABB0}"/>
          </ac:grpSpMkLst>
        </pc:grpChg>
        <pc:grpChg chg="mod topLvl">
          <ac:chgData name="JAEYEON KIM" userId="5fd88c3b828d6b87" providerId="LiveId" clId="{4DEEB11C-6F4E-434B-9DEA-240AA84EFB01}" dt="2026-05-27T02:02:45.657" v="3335" actId="165"/>
          <ac:grpSpMkLst>
            <pc:docMk/>
            <pc:sldMk cId="2440519381" sldId="291"/>
            <ac:grpSpMk id="26" creationId="{3CB4550F-5C4F-16C2-A9F3-736D5EB5C7F7}"/>
          </ac:grpSpMkLst>
        </pc:grpChg>
        <pc:grpChg chg="add mod">
          <ac:chgData name="JAEYEON KIM" userId="5fd88c3b828d6b87" providerId="LiveId" clId="{4DEEB11C-6F4E-434B-9DEA-240AA84EFB01}" dt="2026-05-27T02:03:00.510" v="3338"/>
          <ac:grpSpMkLst>
            <pc:docMk/>
            <pc:sldMk cId="2440519381" sldId="291"/>
            <ac:grpSpMk id="33" creationId="{34D8ADB0-2602-DEB4-194F-4959F500A3FC}"/>
          </ac:grpSpMkLst>
        </pc:grpChg>
        <pc:grpChg chg="mod">
          <ac:chgData name="JAEYEON KIM" userId="5fd88c3b828d6b87" providerId="LiveId" clId="{4DEEB11C-6F4E-434B-9DEA-240AA84EFB01}" dt="2026-05-27T02:03:00.510" v="3338"/>
          <ac:grpSpMkLst>
            <pc:docMk/>
            <pc:sldMk cId="2440519381" sldId="291"/>
            <ac:grpSpMk id="34" creationId="{C153850B-0268-B159-AB1E-67CE4AB91F31}"/>
          </ac:grpSpMkLst>
        </pc:grpChg>
      </pc:sldChg>
      <pc:sldChg chg="addSp delSp modSp new mod">
        <pc:chgData name="JAEYEON KIM" userId="5fd88c3b828d6b87" providerId="LiveId" clId="{4DEEB11C-6F4E-434B-9DEA-240AA84EFB01}" dt="2026-05-27T07:12:13.564" v="6343" actId="208"/>
        <pc:sldMkLst>
          <pc:docMk/>
          <pc:sldMk cId="2852640427" sldId="292"/>
        </pc:sldMkLst>
        <pc:spChg chg="del mod">
          <ac:chgData name="JAEYEON KIM" userId="5fd88c3b828d6b87" providerId="LiveId" clId="{4DEEB11C-6F4E-434B-9DEA-240AA84EFB01}" dt="2026-05-27T02:04:07.546" v="3380" actId="21"/>
          <ac:spMkLst>
            <pc:docMk/>
            <pc:sldMk cId="2852640427" sldId="292"/>
            <ac:spMk id="3" creationId="{3796C2EB-6906-898A-8BDB-33AF01410B89}"/>
          </ac:spMkLst>
        </pc:spChg>
        <pc:spChg chg="mod">
          <ac:chgData name="JAEYEON KIM" userId="5fd88c3b828d6b87" providerId="LiveId" clId="{4DEEB11C-6F4E-434B-9DEA-240AA84EFB01}" dt="2026-05-26T05:53:41.532" v="1064"/>
          <ac:spMkLst>
            <pc:docMk/>
            <pc:sldMk cId="2852640427" sldId="292"/>
            <ac:spMk id="4" creationId="{F822FEA0-C22A-E6BB-4245-DC77B5D99452}"/>
          </ac:spMkLst>
        </pc:spChg>
        <pc:spChg chg="mod">
          <ac:chgData name="JAEYEON KIM" userId="5fd88c3b828d6b87" providerId="LiveId" clId="{4DEEB11C-6F4E-434B-9DEA-240AA84EFB01}" dt="2026-05-27T02:05:56.725" v="3398" actId="207"/>
          <ac:spMkLst>
            <pc:docMk/>
            <pc:sldMk cId="2852640427" sldId="292"/>
            <ac:spMk id="5" creationId="{C7A64D33-BB3A-AE86-00D7-5C12D0751EC6}"/>
          </ac:spMkLst>
        </pc:spChg>
        <pc:spChg chg="del mod">
          <ac:chgData name="JAEYEON KIM" userId="5fd88c3b828d6b87" providerId="LiveId" clId="{4DEEB11C-6F4E-434B-9DEA-240AA84EFB01}" dt="2026-05-27T02:04:30.242" v="3387" actId="478"/>
          <ac:spMkLst>
            <pc:docMk/>
            <pc:sldMk cId="2852640427" sldId="292"/>
            <ac:spMk id="6" creationId="{06552854-8D5E-66A6-5A51-8B9928B78EC5}"/>
          </ac:spMkLst>
        </pc:spChg>
        <pc:spChg chg="del mod">
          <ac:chgData name="JAEYEON KIM" userId="5fd88c3b828d6b87" providerId="LiveId" clId="{4DEEB11C-6F4E-434B-9DEA-240AA84EFB01}" dt="2026-05-27T02:04:32.638" v="3388" actId="478"/>
          <ac:spMkLst>
            <pc:docMk/>
            <pc:sldMk cId="2852640427" sldId="292"/>
            <ac:spMk id="7" creationId="{C081DBBA-E86C-AB74-C71B-91F017DE95CA}"/>
          </ac:spMkLst>
        </pc:spChg>
        <pc:spChg chg="del mod">
          <ac:chgData name="JAEYEON KIM" userId="5fd88c3b828d6b87" providerId="LiveId" clId="{4DEEB11C-6F4E-434B-9DEA-240AA84EFB01}" dt="2026-05-27T02:04:11.541" v="3381" actId="478"/>
          <ac:spMkLst>
            <pc:docMk/>
            <pc:sldMk cId="2852640427" sldId="292"/>
            <ac:spMk id="8" creationId="{83C6512C-9F5E-434D-87EA-C41EE61326EE}"/>
          </ac:spMkLst>
        </pc:spChg>
        <pc:spChg chg="add del">
          <ac:chgData name="JAEYEON KIM" userId="5fd88c3b828d6b87" providerId="LiveId" clId="{4DEEB11C-6F4E-434B-9DEA-240AA84EFB01}" dt="2026-05-26T06:28:04.024" v="1345" actId="22"/>
          <ac:spMkLst>
            <pc:docMk/>
            <pc:sldMk cId="2852640427" sldId="292"/>
            <ac:spMk id="10" creationId="{2760B3A8-4989-19FE-5165-E0BC46E423E1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1" creationId="{833CE4E2-B067-2151-EBF0-F60F62E5AA1B}"/>
          </ac:spMkLst>
        </pc:spChg>
        <pc:spChg chg="add del">
          <ac:chgData name="JAEYEON KIM" userId="5fd88c3b828d6b87" providerId="LiveId" clId="{4DEEB11C-6F4E-434B-9DEA-240AA84EFB01}" dt="2026-05-26T06:28:38.545" v="1347" actId="22"/>
          <ac:spMkLst>
            <pc:docMk/>
            <pc:sldMk cId="2852640427" sldId="292"/>
            <ac:spMk id="12" creationId="{25D8FD70-B2DE-D0D8-C265-161F545F0847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2" creationId="{DEF36D59-09D0-6594-8AE5-255F8EAF4541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3" creationId="{2AD32710-BA8E-9DA8-0657-939C3EBB441B}"/>
          </ac:spMkLst>
        </pc:spChg>
        <pc:spChg chg="add del">
          <ac:chgData name="JAEYEON KIM" userId="5fd88c3b828d6b87" providerId="LiveId" clId="{4DEEB11C-6F4E-434B-9DEA-240AA84EFB01}" dt="2026-05-26T06:29:12.578" v="1350" actId="22"/>
          <ac:spMkLst>
            <pc:docMk/>
            <pc:sldMk cId="2852640427" sldId="292"/>
            <ac:spMk id="14" creationId="{621D0051-56F8-E9B1-F072-38EB34522630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4" creationId="{7463B799-9188-63DE-FB24-EE965A951177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5" creationId="{BA1FE15C-D949-0A89-F4D9-49571FA475F7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6" creationId="{6170BB51-93B8-6A42-C5B7-F82FE15F535A}"/>
          </ac:spMkLst>
        </pc:spChg>
        <pc:spChg chg="add del">
          <ac:chgData name="JAEYEON KIM" userId="5fd88c3b828d6b87" providerId="LiveId" clId="{4DEEB11C-6F4E-434B-9DEA-240AA84EFB01}" dt="2026-05-26T06:29:27.878" v="1353" actId="22"/>
          <ac:spMkLst>
            <pc:docMk/>
            <pc:sldMk cId="2852640427" sldId="292"/>
            <ac:spMk id="16" creationId="{D534B86F-CDF1-950D-8CAF-6FB42DBCD5A3}"/>
          </ac:spMkLst>
        </pc:spChg>
        <pc:spChg chg="add 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7" creationId="{C8BEB3C5-2621-75CC-42D4-710FB878D6E1}"/>
          </ac:spMkLst>
        </pc:spChg>
        <pc:spChg chg="mod topLvl">
          <ac:chgData name="JAEYEON KIM" userId="5fd88c3b828d6b87" providerId="LiveId" clId="{4DEEB11C-6F4E-434B-9DEA-240AA84EFB01}" dt="2026-05-27T02:06:14.699" v="3401" actId="164"/>
          <ac:spMkLst>
            <pc:docMk/>
            <pc:sldMk cId="2852640427" sldId="292"/>
            <ac:spMk id="20" creationId="{AD02B28B-3F4D-F4D7-0DA9-1C9620391BAA}"/>
          </ac:spMkLst>
        </pc:spChg>
        <pc:spChg chg="mod topLvl">
          <ac:chgData name="JAEYEON KIM" userId="5fd88c3b828d6b87" providerId="LiveId" clId="{4DEEB11C-6F4E-434B-9DEA-240AA84EFB01}" dt="2026-05-27T02:06:14.699" v="3401" actId="164"/>
          <ac:spMkLst>
            <pc:docMk/>
            <pc:sldMk cId="2852640427" sldId="292"/>
            <ac:spMk id="21" creationId="{80BC1E3C-0EB6-D17D-8BBD-EE3A75FE872F}"/>
          </ac:spMkLst>
        </pc:spChg>
        <pc:spChg chg="del mod">
          <ac:chgData name="JAEYEON KIM" userId="5fd88c3b828d6b87" providerId="LiveId" clId="{4DEEB11C-6F4E-434B-9DEA-240AA84EFB01}" dt="2026-05-27T02:04:41.627" v="3389" actId="478"/>
          <ac:spMkLst>
            <pc:docMk/>
            <pc:sldMk cId="2852640427" sldId="292"/>
            <ac:spMk id="22" creationId="{CE20ADDA-5585-5BE4-90B9-D160E4BBA2A5}"/>
          </ac:spMkLst>
        </pc:spChg>
        <pc:spChg chg="mod topLvl">
          <ac:chgData name="JAEYEON KIM" userId="5fd88c3b828d6b87" providerId="LiveId" clId="{4DEEB11C-6F4E-434B-9DEA-240AA84EFB01}" dt="2026-05-27T05:49:57.823" v="5543" actId="164"/>
          <ac:spMkLst>
            <pc:docMk/>
            <pc:sldMk cId="2852640427" sldId="292"/>
            <ac:spMk id="23" creationId="{F2C435A0-B9C4-4154-6993-22DAF93A432F}"/>
          </ac:spMkLst>
        </pc:spChg>
        <pc:spChg chg="mod topLvl">
          <ac:chgData name="JAEYEON KIM" userId="5fd88c3b828d6b87" providerId="LiveId" clId="{4DEEB11C-6F4E-434B-9DEA-240AA84EFB01}" dt="2026-05-27T05:49:57.823" v="5543" actId="164"/>
          <ac:spMkLst>
            <pc:docMk/>
            <pc:sldMk cId="2852640427" sldId="292"/>
            <ac:spMk id="24" creationId="{014ADC8A-831B-2127-6F11-F25D5C933141}"/>
          </ac:spMkLst>
        </pc:spChg>
        <pc:spChg chg="mod topLvl">
          <ac:chgData name="JAEYEON KIM" userId="5fd88c3b828d6b87" providerId="LiveId" clId="{4DEEB11C-6F4E-434B-9DEA-240AA84EFB01}" dt="2026-05-27T02:06:14.699" v="3401" actId="164"/>
          <ac:spMkLst>
            <pc:docMk/>
            <pc:sldMk cId="2852640427" sldId="292"/>
            <ac:spMk id="25" creationId="{E3704170-C38F-D0E5-B12F-96D42015C571}"/>
          </ac:spMkLst>
        </pc:spChg>
        <pc:spChg chg="add del mod">
          <ac:chgData name="JAEYEON KIM" userId="5fd88c3b828d6b87" providerId="LiveId" clId="{4DEEB11C-6F4E-434B-9DEA-240AA84EFB01}" dt="2026-05-27T05:49:57.823" v="5543" actId="164"/>
          <ac:spMkLst>
            <pc:docMk/>
            <pc:sldMk cId="2852640427" sldId="292"/>
            <ac:spMk id="26" creationId="{8EE63C21-94E1-425A-20D6-19DE3C7A6E2C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55" creationId="{562EC21F-B024-D3D1-B3B9-80E54ED10FE2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56" creationId="{76C44627-8644-9EB4-C3CA-0A42EDC82FDD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60" creationId="{807826FD-B3AB-0D35-8E2B-29C4E4C8680D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61" creationId="{BFCA4CEA-FA45-0415-B634-5E22AFAFC37A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69" creationId="{15ACC63C-2700-4E5F-D6B7-3DA614063ABC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72" creationId="{699FD04F-0B03-14C7-CB41-15C53224F499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74" creationId="{0AA68E48-3233-EB5E-6B76-83BB3E737CB0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87" creationId="{DF4469EC-41BB-664B-BC24-4812A835AE92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89" creationId="{665A0FFF-9AE8-B79C-5E3F-4086079C108D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91" creationId="{146DF902-A7A2-17CA-8D45-B7FB58C8B013}"/>
          </ac:spMkLst>
        </pc:spChg>
        <pc:spChg chg="add mod">
          <ac:chgData name="JAEYEON KIM" userId="5fd88c3b828d6b87" providerId="LiveId" clId="{4DEEB11C-6F4E-434B-9DEA-240AA84EFB01}" dt="2026-05-27T05:46:05.871" v="5475"/>
          <ac:spMkLst>
            <pc:docMk/>
            <pc:sldMk cId="2852640427" sldId="292"/>
            <ac:spMk id="94" creationId="{DD682066-FDA0-C033-7531-1A37E3E4DDD9}"/>
          </ac:spMkLst>
        </pc:spChg>
        <pc:spChg chg="mod">
          <ac:chgData name="JAEYEON KIM" userId="5fd88c3b828d6b87" providerId="LiveId" clId="{4DEEB11C-6F4E-434B-9DEA-240AA84EFB01}" dt="2026-05-27T05:48:20.255" v="5505" actId="14100"/>
          <ac:spMkLst>
            <pc:docMk/>
            <pc:sldMk cId="2852640427" sldId="292"/>
            <ac:spMk id="96" creationId="{F79E83D6-DF5A-1060-1D4E-4689CA105942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05" creationId="{FADB6D26-3F61-9B95-9E8B-B090CA549C52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07" creationId="{366EF71B-DAAF-395B-B5D1-0C72C59FA424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08" creationId="{7C736324-BB8D-A671-642D-7C0B4F1BD3B0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09" creationId="{7A11CC07-08E8-492A-C5E6-6EF21896884F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18" creationId="{31158981-6E74-1D9F-5D94-F2689DEF430E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26" creationId="{FCB1C4F1-9D98-89D8-E2F1-DE5851FEA19D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27" creationId="{82D5487E-C4CD-6C1C-A0CF-5EED9D0C00DE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31" creationId="{ED0F9D9A-75CA-58EA-BE06-9A7F68C46ADE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36" creationId="{AC894332-05F5-8288-B45C-1DF2F7302C47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39" creationId="{7C4F97DC-2AD6-4F9D-5F5D-369D277636FD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48" creationId="{FF039294-D597-46B5-FE41-B6161E2AB7AC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52" creationId="{D8A69D1C-F27B-8360-3F4D-8D5962BFFFE1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55" creationId="{A4535E0A-FCB7-783F-73DF-CB7912FC0659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61" creationId="{D836FBDC-2E03-7713-532B-DD17B3DA3A42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71" creationId="{ABFB8F31-E118-B7AF-6EE0-F6C68B77F2BD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75" creationId="{786CE2BA-7658-16C2-33F3-367D5A8247BA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89" creationId="{95E10D53-D4C7-A034-8DCA-D23B277452DC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95" creationId="{C2FC52CD-6EF1-9694-2CFE-AF7CE3F92530}"/>
          </ac:spMkLst>
        </pc:spChg>
        <pc:spChg chg="del">
          <ac:chgData name="JAEYEON KIM" userId="5fd88c3b828d6b87" providerId="LiveId" clId="{4DEEB11C-6F4E-434B-9DEA-240AA84EFB01}" dt="2026-05-27T05:47:51.213" v="5495" actId="478"/>
          <ac:spMkLst>
            <pc:docMk/>
            <pc:sldMk cId="2852640427" sldId="292"/>
            <ac:spMk id="200" creationId="{21BBF361-60C8-894B-9347-21CD5CAF35BA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210" creationId="{231351AC-4398-4F4D-AE50-4814E25B7ACC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215" creationId="{BB8FFBB8-355D-E43E-A842-E5EE3D77632D}"/>
          </ac:spMkLst>
        </pc:spChg>
        <pc:spChg chg="del">
          <ac:chgData name="JAEYEON KIM" userId="5fd88c3b828d6b87" providerId="LiveId" clId="{4DEEB11C-6F4E-434B-9DEA-240AA84EFB01}" dt="2026-05-27T05:47:46.579" v="5493" actId="478"/>
          <ac:spMkLst>
            <pc:docMk/>
            <pc:sldMk cId="2852640427" sldId="292"/>
            <ac:spMk id="217" creationId="{C493705B-D237-7918-5CF5-9BC896F4476D}"/>
          </ac:spMkLst>
        </pc:spChg>
        <pc:spChg chg="del">
          <ac:chgData name="JAEYEON KIM" userId="5fd88c3b828d6b87" providerId="LiveId" clId="{4DEEB11C-6F4E-434B-9DEA-240AA84EFB01}" dt="2026-05-27T05:47:41.545" v="5490" actId="478"/>
          <ac:spMkLst>
            <pc:docMk/>
            <pc:sldMk cId="2852640427" sldId="292"/>
            <ac:spMk id="218" creationId="{7C30F16A-B3B2-2B04-9D0E-C368D7D17CD5}"/>
          </ac:spMkLst>
        </pc:spChg>
        <pc:spChg chg="del">
          <ac:chgData name="JAEYEON KIM" userId="5fd88c3b828d6b87" providerId="LiveId" clId="{4DEEB11C-6F4E-434B-9DEA-240AA84EFB01}" dt="2026-05-27T05:47:43.899" v="5491" actId="478"/>
          <ac:spMkLst>
            <pc:docMk/>
            <pc:sldMk cId="2852640427" sldId="292"/>
            <ac:spMk id="220" creationId="{91296158-DD15-2D9C-B4B2-A3AE3200ABA1}"/>
          </ac:spMkLst>
        </pc:spChg>
        <pc:spChg chg="del">
          <ac:chgData name="JAEYEON KIM" userId="5fd88c3b828d6b87" providerId="LiveId" clId="{4DEEB11C-6F4E-434B-9DEA-240AA84EFB01}" dt="2026-05-27T05:47:48.513" v="5494" actId="478"/>
          <ac:spMkLst>
            <pc:docMk/>
            <pc:sldMk cId="2852640427" sldId="292"/>
            <ac:spMk id="221" creationId="{846A701C-4143-91DC-9D60-8EF6E69B5092}"/>
          </ac:spMkLst>
        </pc:spChg>
        <pc:spChg chg="add mod">
          <ac:chgData name="JAEYEON KIM" userId="5fd88c3b828d6b87" providerId="LiveId" clId="{4DEEB11C-6F4E-434B-9DEA-240AA84EFB01}" dt="2026-05-27T06:32:38.844" v="5799" actId="1076"/>
          <ac:spMkLst>
            <pc:docMk/>
            <pc:sldMk cId="2852640427" sldId="292"/>
            <ac:spMk id="227" creationId="{E71027A2-02FB-5EAD-2E11-29D94BA7ECA8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29" creationId="{4795A24E-1CB7-AD3D-2119-548FA8E9AE88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0" creationId="{69FB0D16-EC63-9EC7-4D9A-AE93C9591088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1" creationId="{F620AF8D-3B04-D279-B2A2-10D44FB5E581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2" creationId="{B4BE778D-AE92-DFBB-A27A-6349821DF243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3" creationId="{21A8E89B-044C-F1B9-4EE0-0A0CA65852DF}"/>
          </ac:spMkLst>
        </pc:spChg>
        <pc:spChg chg="mod">
          <ac:chgData name="JAEYEON KIM" userId="5fd88c3b828d6b87" providerId="LiveId" clId="{4DEEB11C-6F4E-434B-9DEA-240AA84EFB01}" dt="2026-05-27T06:25:59.441" v="5687" actId="2711"/>
          <ac:spMkLst>
            <pc:docMk/>
            <pc:sldMk cId="2852640427" sldId="292"/>
            <ac:spMk id="234" creationId="{278F6BFE-EC4F-9FBB-6342-7574AAA90E38}"/>
          </ac:spMkLst>
        </pc:spChg>
        <pc:spChg chg="mod">
          <ac:chgData name="JAEYEON KIM" userId="5fd88c3b828d6b87" providerId="LiveId" clId="{4DEEB11C-6F4E-434B-9DEA-240AA84EFB01}" dt="2026-05-27T06:26:16.517" v="5707" actId="2711"/>
          <ac:spMkLst>
            <pc:docMk/>
            <pc:sldMk cId="2852640427" sldId="292"/>
            <ac:spMk id="235" creationId="{024C7E07-E270-92C5-D3F7-D98E9742C867}"/>
          </ac:spMkLst>
        </pc:spChg>
        <pc:spChg chg="add mod">
          <ac:chgData name="JAEYEON KIM" userId="5fd88c3b828d6b87" providerId="LiveId" clId="{4DEEB11C-6F4E-434B-9DEA-240AA84EFB01}" dt="2026-05-27T06:26:28.699" v="5722" actId="2711"/>
          <ac:spMkLst>
            <pc:docMk/>
            <pc:sldMk cId="2852640427" sldId="292"/>
            <ac:spMk id="236" creationId="{858B094B-7E97-3413-B28C-2BE8A465F396}"/>
          </ac:spMkLst>
        </pc:spChg>
        <pc:spChg chg="add mod">
          <ac:chgData name="JAEYEON KIM" userId="5fd88c3b828d6b87" providerId="LiveId" clId="{4DEEB11C-6F4E-434B-9DEA-240AA84EFB01}" dt="2026-05-27T06:26:46.177" v="5740" actId="2711"/>
          <ac:spMkLst>
            <pc:docMk/>
            <pc:sldMk cId="2852640427" sldId="292"/>
            <ac:spMk id="237" creationId="{8B4FB39A-5CC2-8BED-FEF5-CB733BF96221}"/>
          </ac:spMkLst>
        </pc:spChg>
        <pc:spChg chg="add mod">
          <ac:chgData name="JAEYEON KIM" userId="5fd88c3b828d6b87" providerId="LiveId" clId="{4DEEB11C-6F4E-434B-9DEA-240AA84EFB01}" dt="2026-05-27T06:27:09.734" v="5777" actId="2711"/>
          <ac:spMkLst>
            <pc:docMk/>
            <pc:sldMk cId="2852640427" sldId="292"/>
            <ac:spMk id="238" creationId="{D698AED8-0F6B-4915-11B2-4F726D7F331A}"/>
          </ac:spMkLst>
        </pc:spChg>
        <pc:spChg chg="add mod">
          <ac:chgData name="JAEYEON KIM" userId="5fd88c3b828d6b87" providerId="LiveId" clId="{4DEEB11C-6F4E-434B-9DEA-240AA84EFB01}" dt="2026-05-27T06:27:09.734" v="5777" actId="2711"/>
          <ac:spMkLst>
            <pc:docMk/>
            <pc:sldMk cId="2852640427" sldId="292"/>
            <ac:spMk id="239" creationId="{B8188093-9770-2E87-67D2-6548C7198124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46" creationId="{693731CD-2E81-9A14-C2B2-D65E12D321A1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48" creationId="{DFA188BC-981C-AE8C-8F48-722B44A02900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0" creationId="{1CFB2A2C-F7E9-E6D5-65E0-D8D26B800149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1" creationId="{1AAB3263-6F38-59BF-09B2-A4BEEEE93629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2" creationId="{2B5D159F-CCD1-2ADE-7CF6-D00A48196758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3" creationId="{6092076C-03B2-885D-9B52-5BC9A2636DF2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4" creationId="{69159219-5897-65E2-E87B-8C6113B243F6}"/>
          </ac:spMkLst>
        </pc:spChg>
        <pc:spChg chg="mod">
          <ac:chgData name="JAEYEON KIM" userId="5fd88c3b828d6b87" providerId="LiveId" clId="{4DEEB11C-6F4E-434B-9DEA-240AA84EFB01}" dt="2026-05-27T07:10:11.364" v="6322" actId="17032"/>
          <ac:spMkLst>
            <pc:docMk/>
            <pc:sldMk cId="2852640427" sldId="292"/>
            <ac:spMk id="255" creationId="{DC099B50-842D-A39E-4EEF-BFAD0F6A7B15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6" creationId="{6E4C560A-12BF-03B5-A95B-B7ACAB4E0F41}"/>
          </ac:spMkLst>
        </pc:spChg>
        <pc:spChg chg="del mod">
          <ac:chgData name="JAEYEON KIM" userId="5fd88c3b828d6b87" providerId="LiveId" clId="{4DEEB11C-6F4E-434B-9DEA-240AA84EFB01}" dt="2026-05-27T07:10:33.070" v="6327" actId="478"/>
          <ac:spMkLst>
            <pc:docMk/>
            <pc:sldMk cId="2852640427" sldId="292"/>
            <ac:spMk id="257" creationId="{76FF7F90-2932-04AD-D26E-00B0F89F1338}"/>
          </ac:spMkLst>
        </pc:spChg>
        <pc:spChg chg="add mod">
          <ac:chgData name="JAEYEON KIM" userId="5fd88c3b828d6b87" providerId="LiveId" clId="{4DEEB11C-6F4E-434B-9DEA-240AA84EFB01}" dt="2026-05-27T06:29:04.296" v="5784"/>
          <ac:spMkLst>
            <pc:docMk/>
            <pc:sldMk cId="2852640427" sldId="292"/>
            <ac:spMk id="258" creationId="{B19D03D2-168A-7B68-7FF0-7EBDFA28D946}"/>
          </ac:spMkLst>
        </pc:spChg>
        <pc:spChg chg="add mod">
          <ac:chgData name="JAEYEON KIM" userId="5fd88c3b828d6b87" providerId="LiveId" clId="{4DEEB11C-6F4E-434B-9DEA-240AA84EFB01}" dt="2026-05-27T06:29:04.296" v="5784"/>
          <ac:spMkLst>
            <pc:docMk/>
            <pc:sldMk cId="2852640427" sldId="292"/>
            <ac:spMk id="259" creationId="{57191C47-475C-BE3B-6D30-459FBE68ECF7}"/>
          </ac:spMkLst>
        </pc:spChg>
        <pc:spChg chg="add mod">
          <ac:chgData name="JAEYEON KIM" userId="5fd88c3b828d6b87" providerId="LiveId" clId="{4DEEB11C-6F4E-434B-9DEA-240AA84EFB01}" dt="2026-05-27T06:29:27.225" v="5785"/>
          <ac:spMkLst>
            <pc:docMk/>
            <pc:sldMk cId="2852640427" sldId="292"/>
            <ac:spMk id="260" creationId="{B28FD74A-2216-F1A5-6484-E6D8A6EDC1A4}"/>
          </ac:spMkLst>
        </pc:spChg>
        <pc:spChg chg="add mod">
          <ac:chgData name="JAEYEON KIM" userId="5fd88c3b828d6b87" providerId="LiveId" clId="{4DEEB11C-6F4E-434B-9DEA-240AA84EFB01}" dt="2026-05-27T06:29:27.225" v="5785"/>
          <ac:spMkLst>
            <pc:docMk/>
            <pc:sldMk cId="2852640427" sldId="292"/>
            <ac:spMk id="261" creationId="{DAD4A197-14F8-A0ED-82B3-C7507A263205}"/>
          </ac:spMkLst>
        </pc:spChg>
        <pc:spChg chg="add mod">
          <ac:chgData name="JAEYEON KIM" userId="5fd88c3b828d6b87" providerId="LiveId" clId="{4DEEB11C-6F4E-434B-9DEA-240AA84EFB01}" dt="2026-05-27T06:30:56.679" v="5791" actId="1076"/>
          <ac:spMkLst>
            <pc:docMk/>
            <pc:sldMk cId="2852640427" sldId="292"/>
            <ac:spMk id="262" creationId="{450E56CA-8091-BC20-193A-856198AC4C3B}"/>
          </ac:spMkLst>
        </pc:spChg>
        <pc:spChg chg="add mod">
          <ac:chgData name="JAEYEON KIM" userId="5fd88c3b828d6b87" providerId="LiveId" clId="{4DEEB11C-6F4E-434B-9DEA-240AA84EFB01}" dt="2026-05-27T06:30:56.679" v="5791" actId="1076"/>
          <ac:spMkLst>
            <pc:docMk/>
            <pc:sldMk cId="2852640427" sldId="292"/>
            <ac:spMk id="263" creationId="{9ADFD51F-F72C-02F2-C937-405718B720E4}"/>
          </ac:spMkLst>
        </pc:spChg>
        <pc:spChg chg="add 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64" creationId="{D6ED80E1-964A-3B91-2E96-99E6293A2BFC}"/>
          </ac:spMkLst>
        </pc:spChg>
        <pc:spChg chg="add mod topLvl">
          <ac:chgData name="JAEYEON KIM" userId="5fd88c3b828d6b87" providerId="LiveId" clId="{4DEEB11C-6F4E-434B-9DEA-240AA84EFB01}" dt="2026-05-27T07:12:13.564" v="6343" actId="208"/>
          <ac:spMkLst>
            <pc:docMk/>
            <pc:sldMk cId="2852640427" sldId="292"/>
            <ac:spMk id="265" creationId="{BDA0924E-37FE-D04D-22A8-06AB992ACC59}"/>
          </ac:spMkLst>
        </pc:spChg>
        <pc:spChg chg="add mod">
          <ac:chgData name="JAEYEON KIM" userId="5fd88c3b828d6b87" providerId="LiveId" clId="{4DEEB11C-6F4E-434B-9DEA-240AA84EFB01}" dt="2026-05-27T06:32:42.081" v="5801" actId="1076"/>
          <ac:spMkLst>
            <pc:docMk/>
            <pc:sldMk cId="2852640427" sldId="292"/>
            <ac:spMk id="267" creationId="{65790490-B548-7178-E82B-9222629140FF}"/>
          </ac:spMkLst>
        </pc:spChg>
        <pc:spChg chg="add mod">
          <ac:chgData name="JAEYEON KIM" userId="5fd88c3b828d6b87" providerId="LiveId" clId="{4DEEB11C-6F4E-434B-9DEA-240AA84EFB01}" dt="2026-05-27T06:32:35.369" v="5797"/>
          <ac:spMkLst>
            <pc:docMk/>
            <pc:sldMk cId="2852640427" sldId="292"/>
            <ac:spMk id="268" creationId="{6756753D-C9E7-1843-FC3B-A9F38C022D5A}"/>
          </ac:spMkLst>
        </pc:spChg>
        <pc:spChg chg="add mod">
          <ac:chgData name="JAEYEON KIM" userId="5fd88c3b828d6b87" providerId="LiveId" clId="{4DEEB11C-6F4E-434B-9DEA-240AA84EFB01}" dt="2026-05-27T06:32:35.369" v="5797"/>
          <ac:spMkLst>
            <pc:docMk/>
            <pc:sldMk cId="2852640427" sldId="292"/>
            <ac:spMk id="269" creationId="{5C2378EF-FC5C-D506-AE53-9BC53F0D635F}"/>
          </ac:spMkLst>
        </pc:spChg>
        <pc:spChg chg="add mod">
          <ac:chgData name="JAEYEON KIM" userId="5fd88c3b828d6b87" providerId="LiveId" clId="{4DEEB11C-6F4E-434B-9DEA-240AA84EFB01}" dt="2026-05-27T06:32:35.369" v="5797"/>
          <ac:spMkLst>
            <pc:docMk/>
            <pc:sldMk cId="2852640427" sldId="292"/>
            <ac:spMk id="270" creationId="{15917E8E-8E94-D004-1B40-0A167141E4A9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72" creationId="{8D4C500A-B079-5A26-486E-83A32CD6AB6C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73" creationId="{DE80C504-D7B9-3472-C649-FF570618FC56}"/>
          </ac:spMkLst>
        </pc:spChg>
        <pc:spChg chg="mod topLvl">
          <ac:chgData name="JAEYEON KIM" userId="5fd88c3b828d6b87" providerId="LiveId" clId="{4DEEB11C-6F4E-434B-9DEA-240AA84EFB01}" dt="2026-05-27T07:00:03.649" v="6020" actId="17032"/>
          <ac:spMkLst>
            <pc:docMk/>
            <pc:sldMk cId="2852640427" sldId="292"/>
            <ac:spMk id="274" creationId="{6ED788DE-890E-3174-D939-AAEDA6E6AD5A}"/>
          </ac:spMkLst>
        </pc:spChg>
        <pc:spChg chg="del mod topLvl">
          <ac:chgData name="JAEYEON KIM" userId="5fd88c3b828d6b87" providerId="LiveId" clId="{4DEEB11C-6F4E-434B-9DEA-240AA84EFB01}" dt="2026-05-27T06:49:55.122" v="5923" actId="478"/>
          <ac:spMkLst>
            <pc:docMk/>
            <pc:sldMk cId="2852640427" sldId="292"/>
            <ac:spMk id="275" creationId="{D69D84F5-A9B6-F000-B3EB-B5949ED05DBE}"/>
          </ac:spMkLst>
        </pc:spChg>
        <pc:spChg chg="add mod ord">
          <ac:chgData name="JAEYEON KIM" userId="5fd88c3b828d6b87" providerId="LiveId" clId="{4DEEB11C-6F4E-434B-9DEA-240AA84EFB01}" dt="2026-05-27T06:46:05.348" v="5907" actId="1076"/>
          <ac:spMkLst>
            <pc:docMk/>
            <pc:sldMk cId="2852640427" sldId="292"/>
            <ac:spMk id="276" creationId="{25598EF4-D1A5-31FF-C394-E14D970B096C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80" creationId="{E5BC5AFC-A844-78E6-5A2F-990EB6E64D85}"/>
          </ac:spMkLst>
        </pc:spChg>
        <pc:spChg chg="del mod topLvl">
          <ac:chgData name="JAEYEON KIM" userId="5fd88c3b828d6b87" providerId="LiveId" clId="{4DEEB11C-6F4E-434B-9DEA-240AA84EFB01}" dt="2026-05-27T06:53:05.855" v="5983" actId="478"/>
          <ac:spMkLst>
            <pc:docMk/>
            <pc:sldMk cId="2852640427" sldId="292"/>
            <ac:spMk id="281" creationId="{DCED6EC8-5B6C-F29F-AD1D-04B6EEC47416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82" creationId="{CE2D6A36-33CC-4806-0549-4AB466A0E63C}"/>
          </ac:spMkLst>
        </pc:spChg>
        <pc:spChg chg="mod topLvl">
          <ac:chgData name="JAEYEON KIM" userId="5fd88c3b828d6b87" providerId="LiveId" clId="{4DEEB11C-6F4E-434B-9DEA-240AA84EFB01}" dt="2026-05-27T06:44:21.661" v="5896" actId="165"/>
          <ac:spMkLst>
            <pc:docMk/>
            <pc:sldMk cId="2852640427" sldId="292"/>
            <ac:spMk id="285" creationId="{A08F9E09-21CA-D9BB-5E44-BEFED3EDD9D4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86" creationId="{4438FB86-5F81-EA74-0CD8-11FD914A3A97}"/>
          </ac:spMkLst>
        </pc:spChg>
        <pc:spChg chg="mod topLvl">
          <ac:chgData name="JAEYEON KIM" userId="5fd88c3b828d6b87" providerId="LiveId" clId="{4DEEB11C-6F4E-434B-9DEA-240AA84EFB01}" dt="2026-05-27T06:54:10.288" v="5998" actId="164"/>
          <ac:spMkLst>
            <pc:docMk/>
            <pc:sldMk cId="2852640427" sldId="292"/>
            <ac:spMk id="287" creationId="{C1067CE4-D1EA-DDEC-B165-FB113CE12BFF}"/>
          </ac:spMkLst>
        </pc:spChg>
        <pc:spChg chg="mod">
          <ac:chgData name="JAEYEON KIM" userId="5fd88c3b828d6b87" providerId="LiveId" clId="{4DEEB11C-6F4E-434B-9DEA-240AA84EFB01}" dt="2026-05-27T07:01:08.653" v="6061" actId="1076"/>
          <ac:spMkLst>
            <pc:docMk/>
            <pc:sldMk cId="2852640427" sldId="292"/>
            <ac:spMk id="288" creationId="{778E931B-16DB-7A2C-7985-39AFEA4D9EFB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89" creationId="{06DF7981-AFCD-99DB-CB62-0D6628186BBB}"/>
          </ac:spMkLst>
        </pc:spChg>
        <pc:spChg chg="mod topLvl">
          <ac:chgData name="JAEYEON KIM" userId="5fd88c3b828d6b87" providerId="LiveId" clId="{4DEEB11C-6F4E-434B-9DEA-240AA84EFB01}" dt="2026-05-27T06:54:10.288" v="5998" actId="164"/>
          <ac:spMkLst>
            <pc:docMk/>
            <pc:sldMk cId="2852640427" sldId="292"/>
            <ac:spMk id="290" creationId="{CF32DF9C-8125-ED13-5679-4476E4BC94D3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1" creationId="{204B948F-06F3-D431-7023-A5E248F0B446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2" creationId="{205BB5FC-C3D8-E591-57D9-CB411BC2BC34}"/>
          </ac:spMkLst>
        </pc:spChg>
        <pc:spChg chg="mod topLvl">
          <ac:chgData name="JAEYEON KIM" userId="5fd88c3b828d6b87" providerId="LiveId" clId="{4DEEB11C-6F4E-434B-9DEA-240AA84EFB01}" dt="2026-05-27T06:54:12.034" v="5999" actId="164"/>
          <ac:spMkLst>
            <pc:docMk/>
            <pc:sldMk cId="2852640427" sldId="292"/>
            <ac:spMk id="293" creationId="{85E7BD19-E343-1C84-5F7D-CA984D3ADD8B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5" creationId="{07519874-A619-8E74-2A31-DBB0823280F2}"/>
          </ac:spMkLst>
        </pc:spChg>
        <pc:spChg chg="mod topLvl">
          <ac:chgData name="JAEYEON KIM" userId="5fd88c3b828d6b87" providerId="LiveId" clId="{4DEEB11C-6F4E-434B-9DEA-240AA84EFB01}" dt="2026-05-27T06:54:12.034" v="5999" actId="164"/>
          <ac:spMkLst>
            <pc:docMk/>
            <pc:sldMk cId="2852640427" sldId="292"/>
            <ac:spMk id="296" creationId="{ED776EB0-2149-7C2E-4C39-B8D9882CFD6B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7" creationId="{C1338FCE-D8FC-E5BE-BFD0-70C527693CED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8" creationId="{BAC01A13-4608-9EBF-8323-01E3042AC8D4}"/>
          </ac:spMkLst>
        </pc:spChg>
        <pc:spChg chg="mod topLvl">
          <ac:chgData name="JAEYEON KIM" userId="5fd88c3b828d6b87" providerId="LiveId" clId="{4DEEB11C-6F4E-434B-9DEA-240AA84EFB01}" dt="2026-05-27T06:54:13.277" v="6000" actId="164"/>
          <ac:spMkLst>
            <pc:docMk/>
            <pc:sldMk cId="2852640427" sldId="292"/>
            <ac:spMk id="299" creationId="{8BF9C7BF-B25C-6D92-417C-CF5119945F84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300" creationId="{67DC967D-1084-6613-24F4-311F281651B6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301" creationId="{4C8CF36A-3E2A-86CB-3361-EB390A4E785F}"/>
          </ac:spMkLst>
        </pc:spChg>
        <pc:spChg chg="mod topLvl">
          <ac:chgData name="JAEYEON KIM" userId="5fd88c3b828d6b87" providerId="LiveId" clId="{4DEEB11C-6F4E-434B-9DEA-240AA84EFB01}" dt="2026-05-27T06:54:13.277" v="6000" actId="164"/>
          <ac:spMkLst>
            <pc:docMk/>
            <pc:sldMk cId="2852640427" sldId="292"/>
            <ac:spMk id="302" creationId="{0DE20E52-FE11-EFE6-984C-2AE6ADE1F9A6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4" creationId="{8C39B1D5-405F-BEE3-494E-7C825653B766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6" creationId="{6413C2DB-682A-3517-6350-6994761BBB6F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7" creationId="{344D15F2-03E3-1A15-FFB0-6802A6459917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9" creationId="{4D360E3F-EDAE-4A0C-030C-52C302A4AADD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0" creationId="{6AA4F770-3693-60C5-92B8-CDC399220BC6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2" creationId="{DD0B9E47-2B08-8166-63AF-A6AFE6B642DB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3" creationId="{5BC9AB1C-920B-5680-EC44-6C8A5F8A9C9C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4" creationId="{C895DC86-5FCB-1FB4-C2C5-433AE9E84CFC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5" creationId="{C9CE52A6-481B-889A-576F-CD0C424405DA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7" creationId="{F8CE54F2-5788-77FB-0678-1830596C887A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3" creationId="{AAC4F322-930F-3309-F28D-4CEE9FCB59FD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4" creationId="{1CACD308-7172-1440-1FDC-FCD444C02085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6" creationId="{58BC73E0-D053-65BB-21C3-3454A5A81350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7" creationId="{C32EB422-3795-D1FB-C327-DFE37F2EA8EE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8" creationId="{D4AE7E2D-4D50-A445-DF09-A8AEBADEA92B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9" creationId="{3006D0DE-36E4-6E42-9C54-376BDC3FF4F7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0" creationId="{D5252726-2767-9350-AABD-54F838588A5A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1" creationId="{6641450D-063B-612B-C1C2-1CA602BD90FA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3" creationId="{639C8ED0-C099-7D9E-40C3-5D11B24D0487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4" creationId="{E9D4F2A6-7909-18EB-D84B-61BF0596F2A5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6" creationId="{FEB9BB4C-B7F6-9B73-B381-ABB98791BDDD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7" creationId="{10932BB8-EA32-0373-64C3-9FB2FA08269E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8" creationId="{9FB8A48D-94E1-B48E-4785-B01B3F469DDD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9" creationId="{11C27C3C-4C9E-DF6A-55CB-4E465A260475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0" creationId="{FCF79F32-ED6E-2DE3-1B9E-1D860CFF0014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3" creationId="{1D442C95-D312-19B4-1D92-BC524DA8D01A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4" creationId="{1226CCA9-F614-6AC3-1037-73547E3EF541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6" creationId="{A9C8734F-237F-DC04-E2A4-87777B3E5A7F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8" creationId="{0949C94A-7163-FEF0-AACC-C8B6EC007568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9" creationId="{B5978CA9-486B-81EE-1049-AA1AC3E21E80}"/>
          </ac:spMkLst>
        </pc:spChg>
        <pc:spChg chg="add del">
          <ac:chgData name="JAEYEON KIM" userId="5fd88c3b828d6b87" providerId="LiveId" clId="{4DEEB11C-6F4E-434B-9DEA-240AA84EFB01}" dt="2026-05-27T06:50:26.524" v="5925" actId="478"/>
          <ac:spMkLst>
            <pc:docMk/>
            <pc:sldMk cId="2852640427" sldId="292"/>
            <ac:spMk id="357" creationId="{3C5997D6-B126-9FE0-888E-9AAE3D63E672}"/>
          </ac:spMkLst>
        </pc:spChg>
        <pc:spChg chg="add del mod ord">
          <ac:chgData name="JAEYEON KIM" userId="5fd88c3b828d6b87" providerId="LiveId" clId="{4DEEB11C-6F4E-434B-9DEA-240AA84EFB01}" dt="2026-05-27T06:52:18.005" v="5959" actId="478"/>
          <ac:spMkLst>
            <pc:docMk/>
            <pc:sldMk cId="2852640427" sldId="292"/>
            <ac:spMk id="358" creationId="{D7CBB56C-2981-DEF2-A785-F5A2ECE98325}"/>
          </ac:spMkLst>
        </pc:spChg>
        <pc:spChg chg="add mod">
          <ac:chgData name="JAEYEON KIM" userId="5fd88c3b828d6b87" providerId="LiveId" clId="{4DEEB11C-6F4E-434B-9DEA-240AA84EFB01}" dt="2026-05-27T07:00:07.967" v="6021" actId="1076"/>
          <ac:spMkLst>
            <pc:docMk/>
            <pc:sldMk cId="2852640427" sldId="292"/>
            <ac:spMk id="359" creationId="{1AD00F32-FC9D-A12B-1A4C-BB12DF564FDE}"/>
          </ac:spMkLst>
        </pc:spChg>
        <pc:spChg chg="add mod">
          <ac:chgData name="JAEYEON KIM" userId="5fd88c3b828d6b87" providerId="LiveId" clId="{4DEEB11C-6F4E-434B-9DEA-240AA84EFB01}" dt="2026-05-27T06:53:43.649" v="5996" actId="1076"/>
          <ac:spMkLst>
            <pc:docMk/>
            <pc:sldMk cId="2852640427" sldId="292"/>
            <ac:spMk id="360" creationId="{CC7ABB31-0237-7CFF-44D1-E04FC81133D9}"/>
          </ac:spMkLst>
        </pc:spChg>
        <pc:spChg chg="add mod topLvl">
          <ac:chgData name="JAEYEON KIM" userId="5fd88c3b828d6b87" providerId="LiveId" clId="{4DEEB11C-6F4E-434B-9DEA-240AA84EFB01}" dt="2026-05-27T07:10:43.944" v="6329" actId="207"/>
          <ac:spMkLst>
            <pc:docMk/>
            <pc:sldMk cId="2852640427" sldId="292"/>
            <ac:spMk id="364" creationId="{89EFD36E-6D43-8AE0-C8EE-5722B2B973DD}"/>
          </ac:spMkLst>
        </pc:spChg>
        <pc:spChg chg="add del mod">
          <ac:chgData name="JAEYEON KIM" userId="5fd88c3b828d6b87" providerId="LiveId" clId="{4DEEB11C-6F4E-434B-9DEA-240AA84EFB01}" dt="2026-05-27T07:06:13.497" v="6164" actId="478"/>
          <ac:spMkLst>
            <pc:docMk/>
            <pc:sldMk cId="2852640427" sldId="292"/>
            <ac:spMk id="365" creationId="{99A65727-3247-CDC0-7074-B956B8641F4F}"/>
          </ac:spMkLst>
        </pc:spChg>
        <pc:spChg chg="add mod topLvl">
          <ac:chgData name="JAEYEON KIM" userId="5fd88c3b828d6b87" providerId="LiveId" clId="{4DEEB11C-6F4E-434B-9DEA-240AA84EFB01}" dt="2026-05-27T07:10:43.944" v="6329" actId="207"/>
          <ac:spMkLst>
            <pc:docMk/>
            <pc:sldMk cId="2852640427" sldId="292"/>
            <ac:spMk id="366" creationId="{01432DDB-A224-84C5-DB90-0A6A23B19E45}"/>
          </ac:spMkLst>
        </pc:spChg>
        <pc:spChg chg="mod">
          <ac:chgData name="JAEYEON KIM" userId="5fd88c3b828d6b87" providerId="LiveId" clId="{4DEEB11C-6F4E-434B-9DEA-240AA84EFB01}" dt="2026-05-27T07:07:57.606" v="6211"/>
          <ac:spMkLst>
            <pc:docMk/>
            <pc:sldMk cId="2852640427" sldId="292"/>
            <ac:spMk id="369" creationId="{D869C90F-D863-FDA3-5028-F5ABEEBA8B2E}"/>
          </ac:spMkLst>
        </pc:spChg>
        <pc:spChg chg="mod">
          <ac:chgData name="JAEYEON KIM" userId="5fd88c3b828d6b87" providerId="LiveId" clId="{4DEEB11C-6F4E-434B-9DEA-240AA84EFB01}" dt="2026-05-27T07:08:29.735" v="6294"/>
          <ac:spMkLst>
            <pc:docMk/>
            <pc:sldMk cId="2852640427" sldId="292"/>
            <ac:spMk id="370" creationId="{F6B173C2-5735-FCA4-2DF2-7B0A46811F4F}"/>
          </ac:spMkLst>
        </pc:spChg>
        <pc:spChg chg="mod topLvl">
          <ac:chgData name="JAEYEON KIM" userId="5fd88c3b828d6b87" providerId="LiveId" clId="{4DEEB11C-6F4E-434B-9DEA-240AA84EFB01}" dt="2026-05-27T07:09:04.818" v="6315" actId="164"/>
          <ac:spMkLst>
            <pc:docMk/>
            <pc:sldMk cId="2852640427" sldId="292"/>
            <ac:spMk id="372" creationId="{01D90DC3-E4F7-A8BE-9D27-4F0509EF1D5C}"/>
          </ac:spMkLst>
        </pc:spChg>
        <pc:spChg chg="mod topLvl">
          <ac:chgData name="JAEYEON KIM" userId="5fd88c3b828d6b87" providerId="LiveId" clId="{4DEEB11C-6F4E-434B-9DEA-240AA84EFB01}" dt="2026-05-27T07:09:04.818" v="6315" actId="164"/>
          <ac:spMkLst>
            <pc:docMk/>
            <pc:sldMk cId="2852640427" sldId="292"/>
            <ac:spMk id="373" creationId="{12D88F44-ED9B-54CA-9DCF-257A8074E333}"/>
          </ac:spMkLst>
        </pc:spChg>
        <pc:spChg chg="mod">
          <ac:chgData name="JAEYEON KIM" userId="5fd88c3b828d6b87" providerId="LiveId" clId="{4DEEB11C-6F4E-434B-9DEA-240AA84EFB01}" dt="2026-05-27T07:08:03.263" v="6216"/>
          <ac:spMkLst>
            <pc:docMk/>
            <pc:sldMk cId="2852640427" sldId="292"/>
            <ac:spMk id="375" creationId="{55C83340-A8A3-44B6-456A-9053CAB1440B}"/>
          </ac:spMkLst>
        </pc:spChg>
        <pc:spChg chg="mod">
          <ac:chgData name="JAEYEON KIM" userId="5fd88c3b828d6b87" providerId="LiveId" clId="{4DEEB11C-6F4E-434B-9DEA-240AA84EFB01}" dt="2026-05-27T07:08:22.816" v="6270" actId="20577"/>
          <ac:spMkLst>
            <pc:docMk/>
            <pc:sldMk cId="2852640427" sldId="292"/>
            <ac:spMk id="376" creationId="{DBF9E2E2-51A3-77DC-18EC-C7536DA67C6D}"/>
          </ac:spMkLst>
        </pc:spChg>
        <pc:grpChg chg="add mod">
          <ac:chgData name="JAEYEON KIM" userId="5fd88c3b828d6b87" providerId="LiveId" clId="{4DEEB11C-6F4E-434B-9DEA-240AA84EFB01}" dt="2026-05-27T02:06:14.699" v="3401" actId="164"/>
          <ac:grpSpMkLst>
            <pc:docMk/>
            <pc:sldMk cId="2852640427" sldId="292"/>
            <ac:grpSpMk id="2" creationId="{115499C5-7064-DB58-909F-632914CC2ECA}"/>
          </ac:grpSpMkLst>
        </pc:grpChg>
        <pc:grpChg chg="add mod">
          <ac:chgData name="JAEYEON KIM" userId="5fd88c3b828d6b87" providerId="LiveId" clId="{4DEEB11C-6F4E-434B-9DEA-240AA84EFB01}" dt="2026-05-27T01:59:49.399" v="3210"/>
          <ac:grpSpMkLst>
            <pc:docMk/>
            <pc:sldMk cId="2852640427" sldId="292"/>
            <ac:grpSpMk id="9" creationId="{9E10DE8F-1C6C-1B93-9564-68F8581C5BE1}"/>
          </ac:grpSpMkLst>
        </pc:grpChg>
        <pc:grpChg chg="mod">
          <ac:chgData name="JAEYEON KIM" userId="5fd88c3b828d6b87" providerId="LiveId" clId="{4DEEB11C-6F4E-434B-9DEA-240AA84EFB01}" dt="2026-05-27T01:59:49.399" v="3210"/>
          <ac:grpSpMkLst>
            <pc:docMk/>
            <pc:sldMk cId="2852640427" sldId="292"/>
            <ac:grpSpMk id="10" creationId="{4AEEE7BE-BDCA-90BD-F112-512939E04FD3}"/>
          </ac:grpSpMkLst>
        </pc:grpChg>
        <pc:grpChg chg="add del mod">
          <ac:chgData name="JAEYEON KIM" userId="5fd88c3b828d6b87" providerId="LiveId" clId="{4DEEB11C-6F4E-434B-9DEA-240AA84EFB01}" dt="2026-05-27T02:05:35.176" v="3395" actId="165"/>
          <ac:grpSpMkLst>
            <pc:docMk/>
            <pc:sldMk cId="2852640427" sldId="292"/>
            <ac:grpSpMk id="18" creationId="{7B0B87C3-7253-4321-6249-6A1E347580E8}"/>
          </ac:grpSpMkLst>
        </pc:grpChg>
        <pc:grpChg chg="del mod topLvl">
          <ac:chgData name="JAEYEON KIM" userId="5fd88c3b828d6b87" providerId="LiveId" clId="{4DEEB11C-6F4E-434B-9DEA-240AA84EFB01}" dt="2026-05-27T02:05:41.544" v="3396" actId="165"/>
          <ac:grpSpMkLst>
            <pc:docMk/>
            <pc:sldMk cId="2852640427" sldId="292"/>
            <ac:grpSpMk id="19" creationId="{FA16C71E-BD7D-3B36-2015-E2D9DA38F3A6}"/>
          </ac:grpSpMkLst>
        </pc:grpChg>
        <pc:grpChg chg="add mod">
          <ac:chgData name="JAEYEON KIM" userId="5fd88c3b828d6b87" providerId="LiveId" clId="{4DEEB11C-6F4E-434B-9DEA-240AA84EFB01}" dt="2026-05-27T05:49:57.823" v="5543" actId="164"/>
          <ac:grpSpMkLst>
            <pc:docMk/>
            <pc:sldMk cId="2852640427" sldId="292"/>
            <ac:grpSpMk id="27" creationId="{8A44CB7D-38A8-5138-C233-9E2D87A8A8CA}"/>
          </ac:grpSpMkLst>
        </pc:grpChg>
        <pc:grpChg chg="mod">
          <ac:chgData name="JAEYEON KIM" userId="5fd88c3b828d6b87" providerId="LiveId" clId="{4DEEB11C-6F4E-434B-9DEA-240AA84EFB01}" dt="2026-05-27T05:49:45.881" v="5542" actId="164"/>
          <ac:grpSpMkLst>
            <pc:docMk/>
            <pc:sldMk cId="2852640427" sldId="292"/>
            <ac:grpSpMk id="28" creationId="{93D034E3-C7CD-828C-A6E4-5B7F1B61C5AF}"/>
          </ac:grpSpMkLst>
        </pc:grpChg>
        <pc:grpChg chg="mod">
          <ac:chgData name="JAEYEON KIM" userId="5fd88c3b828d6b87" providerId="LiveId" clId="{4DEEB11C-6F4E-434B-9DEA-240AA84EFB01}" dt="2026-05-27T05:47:44.450" v="5492" actId="1076"/>
          <ac:grpSpMkLst>
            <pc:docMk/>
            <pc:sldMk cId="2852640427" sldId="292"/>
            <ac:grpSpMk id="95" creationId="{5D2FE8DE-8607-0441-CB2D-302E5F77D466}"/>
          </ac:grpSpMkLst>
        </pc:grpChg>
        <pc:grpChg chg="del">
          <ac:chgData name="JAEYEON KIM" userId="5fd88c3b828d6b87" providerId="LiveId" clId="{4DEEB11C-6F4E-434B-9DEA-240AA84EFB01}" dt="2026-05-27T05:48:07.343" v="5497" actId="478"/>
          <ac:grpSpMkLst>
            <pc:docMk/>
            <pc:sldMk cId="2852640427" sldId="292"/>
            <ac:grpSpMk id="97" creationId="{CB4FB925-6703-2610-A5C1-A2D050FC7D58}"/>
          </ac:grpSpMkLst>
        </pc:grpChg>
        <pc:grpChg chg="del">
          <ac:chgData name="JAEYEON KIM" userId="5fd88c3b828d6b87" providerId="LiveId" clId="{4DEEB11C-6F4E-434B-9DEA-240AA84EFB01}" dt="2026-05-27T05:48:08.946" v="5498" actId="478"/>
          <ac:grpSpMkLst>
            <pc:docMk/>
            <pc:sldMk cId="2852640427" sldId="292"/>
            <ac:grpSpMk id="98" creationId="{0F1867B7-A17C-CD07-79D5-13E30BB9AE4F}"/>
          </ac:grpSpMkLst>
        </pc:grpChg>
        <pc:grpChg chg="del">
          <ac:chgData name="JAEYEON KIM" userId="5fd88c3b828d6b87" providerId="LiveId" clId="{4DEEB11C-6F4E-434B-9DEA-240AA84EFB01}" dt="2026-05-27T05:48:10.141" v="5499" actId="478"/>
          <ac:grpSpMkLst>
            <pc:docMk/>
            <pc:sldMk cId="2852640427" sldId="292"/>
            <ac:grpSpMk id="99" creationId="{7A28A1DD-9251-B358-A9AB-1EC09F78856F}"/>
          </ac:grpSpMkLst>
        </pc:grpChg>
        <pc:grpChg chg="del">
          <ac:chgData name="JAEYEON KIM" userId="5fd88c3b828d6b87" providerId="LiveId" clId="{4DEEB11C-6F4E-434B-9DEA-240AA84EFB01}" dt="2026-05-27T05:48:13.252" v="5502" actId="478"/>
          <ac:grpSpMkLst>
            <pc:docMk/>
            <pc:sldMk cId="2852640427" sldId="292"/>
            <ac:grpSpMk id="100" creationId="{7E6D5568-CFD5-25D2-1DC3-AACEEBF91945}"/>
          </ac:grpSpMkLst>
        </pc:grpChg>
        <pc:grpChg chg="del">
          <ac:chgData name="JAEYEON KIM" userId="5fd88c3b828d6b87" providerId="LiveId" clId="{4DEEB11C-6F4E-434B-9DEA-240AA84EFB01}" dt="2026-05-27T05:48:11.684" v="5500" actId="478"/>
          <ac:grpSpMkLst>
            <pc:docMk/>
            <pc:sldMk cId="2852640427" sldId="292"/>
            <ac:grpSpMk id="101" creationId="{08991CE5-3E56-379B-F3CB-3851095BE632}"/>
          </ac:grpSpMkLst>
        </pc:grpChg>
        <pc:grpChg chg="del">
          <ac:chgData name="JAEYEON KIM" userId="5fd88c3b828d6b87" providerId="LiveId" clId="{4DEEB11C-6F4E-434B-9DEA-240AA84EFB01}" dt="2026-05-27T05:48:12.374" v="5501" actId="478"/>
          <ac:grpSpMkLst>
            <pc:docMk/>
            <pc:sldMk cId="2852640427" sldId="292"/>
            <ac:grpSpMk id="102" creationId="{49E81CA0-209E-539D-9730-626B39FB23E2}"/>
          </ac:grpSpMkLst>
        </pc:grpChg>
        <pc:grpChg chg="del">
          <ac:chgData name="JAEYEON KIM" userId="5fd88c3b828d6b87" providerId="LiveId" clId="{4DEEB11C-6F4E-434B-9DEA-240AA84EFB01}" dt="2026-05-27T05:48:14.258" v="5503" actId="478"/>
          <ac:grpSpMkLst>
            <pc:docMk/>
            <pc:sldMk cId="2852640427" sldId="292"/>
            <ac:grpSpMk id="103" creationId="{106E0FAF-D1F0-841D-04D5-E77679C19164}"/>
          </ac:grpSpMkLst>
        </pc:grpChg>
        <pc:grpChg chg="del">
          <ac:chgData name="JAEYEON KIM" userId="5fd88c3b828d6b87" providerId="LiveId" clId="{4DEEB11C-6F4E-434B-9DEA-240AA84EFB01}" dt="2026-05-27T05:48:15.042" v="5504" actId="478"/>
          <ac:grpSpMkLst>
            <pc:docMk/>
            <pc:sldMk cId="2852640427" sldId="292"/>
            <ac:grpSpMk id="104" creationId="{F12DBA7D-4C26-7F1F-E43D-F8B3348E9FFF}"/>
          </ac:grpSpMkLst>
        </pc:grpChg>
        <pc:grpChg chg="mod">
          <ac:chgData name="JAEYEON KIM" userId="5fd88c3b828d6b87" providerId="LiveId" clId="{4DEEB11C-6F4E-434B-9DEA-240AA84EFB01}" dt="2026-05-27T05:49:45.881" v="5542" actId="164"/>
          <ac:grpSpMkLst>
            <pc:docMk/>
            <pc:sldMk cId="2852640427" sldId="292"/>
            <ac:grpSpMk id="224" creationId="{0C6BF943-8177-350F-D55C-756E2F0EF301}"/>
          </ac:grpSpMkLst>
        </pc:grpChg>
        <pc:grpChg chg="add mod">
          <ac:chgData name="JAEYEON KIM" userId="5fd88c3b828d6b87" providerId="LiveId" clId="{4DEEB11C-6F4E-434B-9DEA-240AA84EFB01}" dt="2026-05-27T05:49:57.823" v="5543" actId="164"/>
          <ac:grpSpMkLst>
            <pc:docMk/>
            <pc:sldMk cId="2852640427" sldId="292"/>
            <ac:grpSpMk id="225" creationId="{1BC2DFAD-11B8-2D99-7157-92A3DA63311A}"/>
          </ac:grpSpMkLst>
        </pc:grpChg>
        <pc:grpChg chg="add mod">
          <ac:chgData name="JAEYEON KIM" userId="5fd88c3b828d6b87" providerId="LiveId" clId="{4DEEB11C-6F4E-434B-9DEA-240AA84EFB01}" dt="2026-05-27T06:43:04.674" v="5887" actId="1076"/>
          <ac:grpSpMkLst>
            <pc:docMk/>
            <pc:sldMk cId="2852640427" sldId="292"/>
            <ac:grpSpMk id="226" creationId="{3B39B061-9EDD-8A79-CC8D-8E2E37DC29E1}"/>
          </ac:grpSpMkLst>
        </pc:grpChg>
        <pc:grpChg chg="add mod">
          <ac:chgData name="JAEYEON KIM" userId="5fd88c3b828d6b87" providerId="LiveId" clId="{4DEEB11C-6F4E-434B-9DEA-240AA84EFB01}" dt="2026-05-27T06:25:40.300" v="5657" actId="164"/>
          <ac:grpSpMkLst>
            <pc:docMk/>
            <pc:sldMk cId="2852640427" sldId="292"/>
            <ac:grpSpMk id="228" creationId="{C774B3D5-D415-7B43-ED7E-10DBF8166243}"/>
          </ac:grpSpMkLst>
        </pc:grpChg>
        <pc:grpChg chg="add mod">
          <ac:chgData name="JAEYEON KIM" userId="5fd88c3b828d6b87" providerId="LiveId" clId="{4DEEB11C-6F4E-434B-9DEA-240AA84EFB01}" dt="2026-05-27T06:25:40.300" v="5657" actId="164"/>
          <ac:grpSpMkLst>
            <pc:docMk/>
            <pc:sldMk cId="2852640427" sldId="292"/>
            <ac:grpSpMk id="240" creationId="{64C18759-0A15-9FCA-2970-2D1778CD3703}"/>
          </ac:grpSpMkLst>
        </pc:grpChg>
        <pc:grpChg chg="mod">
          <ac:chgData name="JAEYEON KIM" userId="5fd88c3b828d6b87" providerId="LiveId" clId="{4DEEB11C-6F4E-434B-9DEA-240AA84EFB01}" dt="2026-05-27T06:38:04.196" v="5858" actId="1076"/>
          <ac:grpSpMkLst>
            <pc:docMk/>
            <pc:sldMk cId="2852640427" sldId="292"/>
            <ac:grpSpMk id="241" creationId="{E41C60CC-493B-1A0C-B14E-C395A9CA3986}"/>
          </ac:grpSpMkLst>
        </pc:grpChg>
        <pc:grpChg chg="add del mod ord">
          <ac:chgData name="JAEYEON KIM" userId="5fd88c3b828d6b87" providerId="LiveId" clId="{4DEEB11C-6F4E-434B-9DEA-240AA84EFB01}" dt="2026-05-27T06:46:54.829" v="5910" actId="165"/>
          <ac:grpSpMkLst>
            <pc:docMk/>
            <pc:sldMk cId="2852640427" sldId="292"/>
            <ac:grpSpMk id="266" creationId="{1408FCD2-E6D8-F22D-0339-91ED6DF523A7}"/>
          </ac:grpSpMkLst>
        </pc:grpChg>
        <pc:grpChg chg="add del mod">
          <ac:chgData name="JAEYEON KIM" userId="5fd88c3b828d6b87" providerId="LiveId" clId="{4DEEB11C-6F4E-434B-9DEA-240AA84EFB01}" dt="2026-05-27T06:34:50.821" v="5825" actId="165"/>
          <ac:grpSpMkLst>
            <pc:docMk/>
            <pc:sldMk cId="2852640427" sldId="292"/>
            <ac:grpSpMk id="271" creationId="{BE33BD16-0FC0-167F-7B0E-6B8A6D29AB35}"/>
          </ac:grpSpMkLst>
        </pc:grpChg>
        <pc:grpChg chg="add mod ord">
          <ac:chgData name="JAEYEON KIM" userId="5fd88c3b828d6b87" providerId="LiveId" clId="{4DEEB11C-6F4E-434B-9DEA-240AA84EFB01}" dt="2026-05-27T06:47:29.446" v="5915" actId="164"/>
          <ac:grpSpMkLst>
            <pc:docMk/>
            <pc:sldMk cId="2852640427" sldId="292"/>
            <ac:grpSpMk id="277" creationId="{E8477A06-DD80-6238-9F50-EFB6E50AE39D}"/>
          </ac:grpSpMkLst>
        </pc:grpChg>
        <pc:grpChg chg="add del mod">
          <ac:chgData name="JAEYEON KIM" userId="5fd88c3b828d6b87" providerId="LiveId" clId="{4DEEB11C-6F4E-434B-9DEA-240AA84EFB01}" dt="2026-05-27T06:47:43.145" v="5917" actId="165"/>
          <ac:grpSpMkLst>
            <pc:docMk/>
            <pc:sldMk cId="2852640427" sldId="292"/>
            <ac:grpSpMk id="278" creationId="{2D5FDB6D-86D0-6045-37C4-9BA2E5AE70F8}"/>
          </ac:grpSpMkLst>
        </pc:grpChg>
        <pc:grpChg chg="add del mod ord">
          <ac:chgData name="JAEYEON KIM" userId="5fd88c3b828d6b87" providerId="LiveId" clId="{4DEEB11C-6F4E-434B-9DEA-240AA84EFB01}" dt="2026-05-27T06:36:31.266" v="5844" actId="165"/>
          <ac:grpSpMkLst>
            <pc:docMk/>
            <pc:sldMk cId="2852640427" sldId="292"/>
            <ac:grpSpMk id="279" creationId="{700C81AB-7921-C4D1-60DE-D9AB03A4333D}"/>
          </ac:grpSpMkLst>
        </pc:grpChg>
        <pc:grpChg chg="add mod">
          <ac:chgData name="JAEYEON KIM" userId="5fd88c3b828d6b87" providerId="LiveId" clId="{4DEEB11C-6F4E-434B-9DEA-240AA84EFB01}" dt="2026-05-27T06:47:33.319" v="5916" actId="164"/>
          <ac:grpSpMkLst>
            <pc:docMk/>
            <pc:sldMk cId="2852640427" sldId="292"/>
            <ac:grpSpMk id="283" creationId="{8061059A-61BE-ADAB-83C5-1B72881AE5D9}"/>
          </ac:grpSpMkLst>
        </pc:grpChg>
        <pc:grpChg chg="mod">
          <ac:chgData name="JAEYEON KIM" userId="5fd88c3b828d6b87" providerId="LiveId" clId="{4DEEB11C-6F4E-434B-9DEA-240AA84EFB01}" dt="2026-05-27T06:43:47.541" v="5895" actId="14100"/>
          <ac:grpSpMkLst>
            <pc:docMk/>
            <pc:sldMk cId="2852640427" sldId="292"/>
            <ac:grpSpMk id="284" creationId="{9F9D9921-F13C-FC29-AC4D-FA78ED1B849F}"/>
          </ac:grpSpMkLst>
        </pc:grpChg>
        <pc:grpChg chg="mod">
          <ac:chgData name="JAEYEON KIM" userId="5fd88c3b828d6b87" providerId="LiveId" clId="{4DEEB11C-6F4E-434B-9DEA-240AA84EFB01}" dt="2026-05-27T06:43:40.726" v="5894" actId="1076"/>
          <ac:grpSpMkLst>
            <pc:docMk/>
            <pc:sldMk cId="2852640427" sldId="292"/>
            <ac:grpSpMk id="335" creationId="{0EA79A1D-27DB-D009-D8E7-692D4AEC2790}"/>
          </ac:grpSpMkLst>
        </pc:grpChg>
        <pc:grpChg chg="add del mod">
          <ac:chgData name="JAEYEON KIM" userId="5fd88c3b828d6b87" providerId="LiveId" clId="{4DEEB11C-6F4E-434B-9DEA-240AA84EFB01}" dt="2026-05-27T06:54:05.918" v="5997" actId="165"/>
          <ac:grpSpMkLst>
            <pc:docMk/>
            <pc:sldMk cId="2852640427" sldId="292"/>
            <ac:grpSpMk id="351" creationId="{9F679BD6-1D83-8952-B86F-8913D74BB1E7}"/>
          </ac:grpSpMkLst>
        </pc:grpChg>
        <pc:grpChg chg="mod">
          <ac:chgData name="JAEYEON KIM" userId="5fd88c3b828d6b87" providerId="LiveId" clId="{4DEEB11C-6F4E-434B-9DEA-240AA84EFB01}" dt="2026-05-27T06:45:44.886" v="5902" actId="14100"/>
          <ac:grpSpMkLst>
            <pc:docMk/>
            <pc:sldMk cId="2852640427" sldId="292"/>
            <ac:grpSpMk id="352" creationId="{4F70B5EA-ECFF-BF0C-93C1-D53DC66AA7BB}"/>
          </ac:grpSpMkLst>
        </pc:grpChg>
        <pc:grpChg chg="add mod">
          <ac:chgData name="JAEYEON KIM" userId="5fd88c3b828d6b87" providerId="LiveId" clId="{4DEEB11C-6F4E-434B-9DEA-240AA84EFB01}" dt="2026-05-27T06:47:29.446" v="5915" actId="164"/>
          <ac:grpSpMkLst>
            <pc:docMk/>
            <pc:sldMk cId="2852640427" sldId="292"/>
            <ac:grpSpMk id="353" creationId="{C1B3A4FF-D15A-CC6E-074A-A4F70453B8F5}"/>
          </ac:grpSpMkLst>
        </pc:grpChg>
        <pc:grpChg chg="add mod">
          <ac:chgData name="JAEYEON KIM" userId="5fd88c3b828d6b87" providerId="LiveId" clId="{4DEEB11C-6F4E-434B-9DEA-240AA84EFB01}" dt="2026-05-27T06:47:33.319" v="5916" actId="164"/>
          <ac:grpSpMkLst>
            <pc:docMk/>
            <pc:sldMk cId="2852640427" sldId="292"/>
            <ac:grpSpMk id="354" creationId="{589E8F67-22F5-FEAD-70EC-604990499080}"/>
          </ac:grpSpMkLst>
        </pc:grpChg>
        <pc:grpChg chg="add mod">
          <ac:chgData name="JAEYEON KIM" userId="5fd88c3b828d6b87" providerId="LiveId" clId="{4DEEB11C-6F4E-434B-9DEA-240AA84EFB01}" dt="2026-05-27T06:47:29.446" v="5915" actId="164"/>
          <ac:grpSpMkLst>
            <pc:docMk/>
            <pc:sldMk cId="2852640427" sldId="292"/>
            <ac:grpSpMk id="355" creationId="{1FC4B5FF-E336-6B2E-7A9B-14CA531628DD}"/>
          </ac:grpSpMkLst>
        </pc:grpChg>
        <pc:grpChg chg="add mod">
          <ac:chgData name="JAEYEON KIM" userId="5fd88c3b828d6b87" providerId="LiveId" clId="{4DEEB11C-6F4E-434B-9DEA-240AA84EFB01}" dt="2026-05-27T06:47:33.319" v="5916" actId="164"/>
          <ac:grpSpMkLst>
            <pc:docMk/>
            <pc:sldMk cId="2852640427" sldId="292"/>
            <ac:grpSpMk id="356" creationId="{BE776EB4-EBAD-8B91-39C5-8AD5B03BC1EF}"/>
          </ac:grpSpMkLst>
        </pc:grpChg>
        <pc:grpChg chg="add mod">
          <ac:chgData name="JAEYEON KIM" userId="5fd88c3b828d6b87" providerId="LiveId" clId="{4DEEB11C-6F4E-434B-9DEA-240AA84EFB01}" dt="2026-05-27T07:01:26.094" v="6063" actId="14100"/>
          <ac:grpSpMkLst>
            <pc:docMk/>
            <pc:sldMk cId="2852640427" sldId="292"/>
            <ac:grpSpMk id="361" creationId="{C914FC15-F07F-6F51-1446-D909AAB8B364}"/>
          </ac:grpSpMkLst>
        </pc:grpChg>
        <pc:grpChg chg="add mod">
          <ac:chgData name="JAEYEON KIM" userId="5fd88c3b828d6b87" providerId="LiveId" clId="{4DEEB11C-6F4E-434B-9DEA-240AA84EFB01}" dt="2026-05-27T07:01:35.205" v="6064" actId="14100"/>
          <ac:grpSpMkLst>
            <pc:docMk/>
            <pc:sldMk cId="2852640427" sldId="292"/>
            <ac:grpSpMk id="362" creationId="{9C7DBAA4-BFB9-FFBD-3864-713DE8CFC853}"/>
          </ac:grpSpMkLst>
        </pc:grpChg>
        <pc:grpChg chg="add mod">
          <ac:chgData name="JAEYEON KIM" userId="5fd88c3b828d6b87" providerId="LiveId" clId="{4DEEB11C-6F4E-434B-9DEA-240AA84EFB01}" dt="2026-05-27T07:01:41.255" v="6065" actId="14100"/>
          <ac:grpSpMkLst>
            <pc:docMk/>
            <pc:sldMk cId="2852640427" sldId="292"/>
            <ac:grpSpMk id="363" creationId="{109FA85D-4AF1-BAD1-3546-82D464E581F8}"/>
          </ac:grpSpMkLst>
        </pc:grpChg>
        <pc:grpChg chg="add del mod">
          <ac:chgData name="JAEYEON KIM" userId="5fd88c3b828d6b87" providerId="LiveId" clId="{4DEEB11C-6F4E-434B-9DEA-240AA84EFB01}" dt="2026-05-27T07:09:48.380" v="6321" actId="165"/>
          <ac:grpSpMkLst>
            <pc:docMk/>
            <pc:sldMk cId="2852640427" sldId="292"/>
            <ac:grpSpMk id="367" creationId="{DE3C6A11-7586-557A-2F20-193D97927BFC}"/>
          </ac:grpSpMkLst>
        </pc:grpChg>
        <pc:grpChg chg="add mod">
          <ac:chgData name="JAEYEON KIM" userId="5fd88c3b828d6b87" providerId="LiveId" clId="{4DEEB11C-6F4E-434B-9DEA-240AA84EFB01}" dt="2026-05-27T07:09:20.045" v="6318" actId="1038"/>
          <ac:grpSpMkLst>
            <pc:docMk/>
            <pc:sldMk cId="2852640427" sldId="292"/>
            <ac:grpSpMk id="368" creationId="{04B25F27-598C-5730-D798-836FB9060B36}"/>
          </ac:grpSpMkLst>
        </pc:grpChg>
        <pc:grpChg chg="add del mod">
          <ac:chgData name="JAEYEON KIM" userId="5fd88c3b828d6b87" providerId="LiveId" clId="{4DEEB11C-6F4E-434B-9DEA-240AA84EFB01}" dt="2026-05-27T07:08:45.066" v="6297" actId="165"/>
          <ac:grpSpMkLst>
            <pc:docMk/>
            <pc:sldMk cId="2852640427" sldId="292"/>
            <ac:grpSpMk id="371" creationId="{23175E23-DB46-CE9C-4C8A-612D3900C299}"/>
          </ac:grpSpMkLst>
        </pc:grpChg>
        <pc:grpChg chg="add mod">
          <ac:chgData name="JAEYEON KIM" userId="5fd88c3b828d6b87" providerId="LiveId" clId="{4DEEB11C-6F4E-434B-9DEA-240AA84EFB01}" dt="2026-05-27T07:09:33.530" v="6320" actId="1076"/>
          <ac:grpSpMkLst>
            <pc:docMk/>
            <pc:sldMk cId="2852640427" sldId="292"/>
            <ac:grpSpMk id="374" creationId="{3542252E-C8BB-6E06-2A68-1964205D935A}"/>
          </ac:grpSpMkLst>
        </pc:grpChg>
        <pc:grpChg chg="add mod">
          <ac:chgData name="JAEYEON KIM" userId="5fd88c3b828d6b87" providerId="LiveId" clId="{4DEEB11C-6F4E-434B-9DEA-240AA84EFB01}" dt="2026-05-27T07:09:28.092" v="6319" actId="1076"/>
          <ac:grpSpMkLst>
            <pc:docMk/>
            <pc:sldMk cId="2852640427" sldId="292"/>
            <ac:grpSpMk id="377" creationId="{0983FFDE-0A9D-1B27-5E79-D20E6E717D34}"/>
          </ac:grpSpMkLst>
        </pc:grpChg>
        <pc:grpChg chg="add mod">
          <ac:chgData name="JAEYEON KIM" userId="5fd88c3b828d6b87" providerId="LiveId" clId="{4DEEB11C-6F4E-434B-9DEA-240AA84EFB01}" dt="2026-05-27T07:10:49.424" v="6330" actId="1076"/>
          <ac:grpSpMkLst>
            <pc:docMk/>
            <pc:sldMk cId="2852640427" sldId="292"/>
            <ac:grpSpMk id="378" creationId="{7650144D-7599-A3C1-252C-E031C87BF27F}"/>
          </ac:grpSpMkLst>
        </pc:grpChg>
      </pc:sldChg>
      <pc:sldChg chg="addSp delSp modSp new mod">
        <pc:chgData name="JAEYEON KIM" userId="5fd88c3b828d6b87" providerId="LiveId" clId="{4DEEB11C-6F4E-434B-9DEA-240AA84EFB01}" dt="2026-05-26T07:57:35.730" v="1870" actId="113"/>
        <pc:sldMkLst>
          <pc:docMk/>
          <pc:sldMk cId="1205999006" sldId="293"/>
        </pc:sldMkLst>
        <pc:spChg chg="mod">
          <ac:chgData name="JAEYEON KIM" userId="5fd88c3b828d6b87" providerId="LiveId" clId="{4DEEB11C-6F4E-434B-9DEA-240AA84EFB01}" dt="2026-05-26T05:57:37.202" v="1217"/>
          <ac:spMkLst>
            <pc:docMk/>
            <pc:sldMk cId="1205999006" sldId="293"/>
            <ac:spMk id="4" creationId="{1204A809-9055-BA62-A703-93B54102304E}"/>
          </ac:spMkLst>
        </pc:spChg>
        <pc:spChg chg="mod">
          <ac:chgData name="JAEYEON KIM" userId="5fd88c3b828d6b87" providerId="LiveId" clId="{4DEEB11C-6F4E-434B-9DEA-240AA84EFB01}" dt="2026-05-26T07:41:37.934" v="1459" actId="14861"/>
          <ac:spMkLst>
            <pc:docMk/>
            <pc:sldMk cId="1205999006" sldId="293"/>
            <ac:spMk id="5" creationId="{ABADDEDB-5CDB-184B-34AA-47E0F2CD8AB7}"/>
          </ac:spMkLst>
        </pc:spChg>
        <pc:spChg chg="mod">
          <ac:chgData name="JAEYEON KIM" userId="5fd88c3b828d6b87" providerId="LiveId" clId="{4DEEB11C-6F4E-434B-9DEA-240AA84EFB01}" dt="2026-05-26T05:57:37.202" v="1217"/>
          <ac:spMkLst>
            <pc:docMk/>
            <pc:sldMk cId="1205999006" sldId="293"/>
            <ac:spMk id="6" creationId="{F7E52268-5E81-F5B8-E358-13409A8E47D4}"/>
          </ac:spMkLst>
        </pc:spChg>
        <pc:spChg chg="mod">
          <ac:chgData name="JAEYEON KIM" userId="5fd88c3b828d6b87" providerId="LiveId" clId="{4DEEB11C-6F4E-434B-9DEA-240AA84EFB01}" dt="2026-05-26T06:00:47.221" v="1301" actId="2711"/>
          <ac:spMkLst>
            <pc:docMk/>
            <pc:sldMk cId="1205999006" sldId="293"/>
            <ac:spMk id="7" creationId="{BA403787-C5E3-9F9D-7A76-4DE4F1687665}"/>
          </ac:spMkLst>
        </pc:spChg>
        <pc:spChg chg="mod">
          <ac:chgData name="JAEYEON KIM" userId="5fd88c3b828d6b87" providerId="LiveId" clId="{4DEEB11C-6F4E-434B-9DEA-240AA84EFB01}" dt="2026-05-26T05:57:37.202" v="1217"/>
          <ac:spMkLst>
            <pc:docMk/>
            <pc:sldMk cId="1205999006" sldId="293"/>
            <ac:spMk id="8" creationId="{F00FEF66-5A4C-71B9-C706-7CDFBCC86436}"/>
          </ac:spMkLst>
        </pc:spChg>
        <pc:spChg chg="mod">
          <ac:chgData name="JAEYEON KIM" userId="5fd88c3b828d6b87" providerId="LiveId" clId="{4DEEB11C-6F4E-434B-9DEA-240AA84EFB01}" dt="2026-05-26T06:03:02.383" v="1338" actId="207"/>
          <ac:spMkLst>
            <pc:docMk/>
            <pc:sldMk cId="1205999006" sldId="293"/>
            <ac:spMk id="9" creationId="{6F9E04AE-DFBB-8FFC-6F38-5B700AD2FBE0}"/>
          </ac:spMkLst>
        </pc:spChg>
        <pc:spChg chg="mod">
          <ac:chgData name="JAEYEON KIM" userId="5fd88c3b828d6b87" providerId="LiveId" clId="{4DEEB11C-6F4E-434B-9DEA-240AA84EFB01}" dt="2026-05-26T07:40:04.992" v="1454" actId="13822"/>
          <ac:spMkLst>
            <pc:docMk/>
            <pc:sldMk cId="1205999006" sldId="293"/>
            <ac:spMk id="10" creationId="{60EB542A-E854-F09B-6A87-F2E806BC2685}"/>
          </ac:spMkLst>
        </pc:spChg>
        <pc:spChg chg="add mod">
          <ac:chgData name="JAEYEON KIM" userId="5fd88c3b828d6b87" providerId="LiveId" clId="{4DEEB11C-6F4E-434B-9DEA-240AA84EFB01}" dt="2026-05-26T06:02:55.939" v="1337" actId="207"/>
          <ac:spMkLst>
            <pc:docMk/>
            <pc:sldMk cId="1205999006" sldId="293"/>
            <ac:spMk id="11" creationId="{E69039E4-8284-DD3D-5C05-CCA995B30799}"/>
          </ac:spMkLst>
        </pc:spChg>
        <pc:spChg chg="add mod">
          <ac:chgData name="JAEYEON KIM" userId="5fd88c3b828d6b87" providerId="LiveId" clId="{4DEEB11C-6F4E-434B-9DEA-240AA84EFB01}" dt="2026-05-26T07:44:47.733" v="1548" actId="164"/>
          <ac:spMkLst>
            <pc:docMk/>
            <pc:sldMk cId="1205999006" sldId="293"/>
            <ac:spMk id="12" creationId="{699D2C9F-3704-B9F4-A863-14648C4241D7}"/>
          </ac:spMkLst>
        </pc:spChg>
        <pc:spChg chg="add mod">
          <ac:chgData name="JAEYEON KIM" userId="5fd88c3b828d6b87" providerId="LiveId" clId="{4DEEB11C-6F4E-434B-9DEA-240AA84EFB01}" dt="2026-05-26T07:44:47.733" v="1548" actId="164"/>
          <ac:spMkLst>
            <pc:docMk/>
            <pc:sldMk cId="1205999006" sldId="293"/>
            <ac:spMk id="13" creationId="{6FA56C31-DEFB-4108-83DF-0DC6D00D6405}"/>
          </ac:spMkLst>
        </pc:spChg>
        <pc:spChg chg="add mod">
          <ac:chgData name="JAEYEON KIM" userId="5fd88c3b828d6b87" providerId="LiveId" clId="{4DEEB11C-6F4E-434B-9DEA-240AA84EFB01}" dt="2026-05-26T07:44:47.733" v="1548" actId="164"/>
          <ac:spMkLst>
            <pc:docMk/>
            <pc:sldMk cId="1205999006" sldId="293"/>
            <ac:spMk id="14" creationId="{CF43E3E7-9C43-6691-600F-13485E63A456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5" creationId="{5B00FCB3-6AA9-EE62-758D-19D2B129D774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6" creationId="{E741A21A-0EBB-7322-5A4D-9E6D698E23F6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7" creationId="{C1F0DAFA-7B61-D53F-AE2B-2678609C8719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8" creationId="{2C525E5B-6DA3-7570-D812-8F22B44E6CB4}"/>
          </ac:spMkLst>
        </pc:spChg>
        <pc:spChg chg="add 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9" creationId="{6B21A873-C3BF-B20D-42F8-A4B0D296E7D4}"/>
          </ac:spMkLst>
        </pc:spChg>
        <pc:spChg chg="add 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20" creationId="{4D0CE5A4-9083-4581-A9A1-EF8C0B0C7916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21" creationId="{11C8482A-2E30-CED0-7566-9275D9BCAD0D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22" creationId="{FE6C26C9-6EB2-91D7-2076-F5A1F02C0B59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25" creationId="{0D813E6D-3DCC-954C-1101-0B38ACEEF436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26" creationId="{5710675B-0783-3611-99D3-A721C23C7AD8}"/>
          </ac:spMkLst>
        </pc:spChg>
        <pc:spChg chg="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0" creationId="{FF63523C-FDC6-9624-9D4F-8CA76FEC1ADE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1" creationId="{5FD00F6B-D7EF-D564-015F-72B1BEBD1CE2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3" creationId="{FC4671ED-FB18-AE6F-5555-446BF294FAA8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4" creationId="{43E1D500-E3C9-20D2-12E6-FDBAF4A0516C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5" creationId="{4CAE10E3-6FE8-12E3-FF39-FF5258670B58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6" creationId="{5845B1D7-0872-A780-D800-061C7F5E80DA}"/>
          </ac:spMkLst>
        </pc:spChg>
        <pc:spChg chg="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7" creationId="{DFFD4D17-1A01-C3BE-01C5-FF7772F7336F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40" creationId="{43A73FE1-6026-A3CD-CDBA-5709E7CCF00A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53" creationId="{611E78B8-D6C5-0256-CEC9-295B741CCE03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54" creationId="{2EFF16F8-BBE6-5164-FC1D-8B3E2797B834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61" creationId="{79B79C00-BE85-5C59-8C6D-7C8C3A572D66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68" creationId="{ABF21BCB-AA6A-E8E6-70C9-27DF793E6E93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2" creationId="{5FA323A8-CAB6-4DE6-B2C8-A5C937F98145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3" creationId="{63D8F6FA-5F31-4797-23A7-29965190434C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7" creationId="{44F5694D-CBF0-98D8-B19B-B90DBBE39F4B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8" creationId="{3D5BC242-D655-B299-0F68-A376B9636D82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9" creationId="{3A0CFCE3-F870-1F84-FECE-1B4BCD0FE527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80" creationId="{D42C0EA2-0811-732A-E884-545F6320D149}"/>
          </ac:spMkLst>
        </pc:spChg>
        <pc:spChg chg="mod">
          <ac:chgData name="JAEYEON KIM" userId="5fd88c3b828d6b87" providerId="LiveId" clId="{4DEEB11C-6F4E-434B-9DEA-240AA84EFB01}" dt="2026-05-26T07:45:06.349" v="1583" actId="20577"/>
          <ac:spMkLst>
            <pc:docMk/>
            <pc:sldMk cId="1205999006" sldId="293"/>
            <ac:spMk id="85" creationId="{1C68ACA2-450F-8E5C-5927-58064A96193C}"/>
          </ac:spMkLst>
        </pc:spChg>
        <pc:spChg chg="mod">
          <ac:chgData name="JAEYEON KIM" userId="5fd88c3b828d6b87" providerId="LiveId" clId="{4DEEB11C-6F4E-434B-9DEA-240AA84EFB01}" dt="2026-05-26T07:53:38.928" v="1730" actId="1035"/>
          <ac:spMkLst>
            <pc:docMk/>
            <pc:sldMk cId="1205999006" sldId="293"/>
            <ac:spMk id="91" creationId="{0EC90167-384B-794C-515B-8DBC1CBF1225}"/>
          </ac:spMkLst>
        </pc:spChg>
        <pc:spChg chg="del mod">
          <ac:chgData name="JAEYEON KIM" userId="5fd88c3b828d6b87" providerId="LiveId" clId="{4DEEB11C-6F4E-434B-9DEA-240AA84EFB01}" dt="2026-05-26T07:54:30.850" v="1772" actId="478"/>
          <ac:spMkLst>
            <pc:docMk/>
            <pc:sldMk cId="1205999006" sldId="293"/>
            <ac:spMk id="93" creationId="{F74BCFFF-D4CB-4BD9-B61C-00622E66975A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4" creationId="{1913CA0F-2CAD-2DFA-40CE-FEAEA75B1778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5" creationId="{69F943AB-7541-EE9B-C89A-CDCBF226D23D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7" creationId="{A398F74C-BDDC-98E6-0FE1-1F30C76AC441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8" creationId="{824E3832-0CCD-9EC9-0DD2-DE31B804AD55}"/>
          </ac:spMkLst>
        </pc:spChg>
        <pc:spChg chg="del">
          <ac:chgData name="JAEYEON KIM" userId="5fd88c3b828d6b87" providerId="LiveId" clId="{4DEEB11C-6F4E-434B-9DEA-240AA84EFB01}" dt="2026-05-26T07:52:55.554" v="1708" actId="478"/>
          <ac:spMkLst>
            <pc:docMk/>
            <pc:sldMk cId="1205999006" sldId="293"/>
            <ac:spMk id="99" creationId="{A8FE42D3-2401-546C-C3F0-160BBB63CD99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00" creationId="{7A671265-8F5F-3F71-FC17-AA42587F045C}"/>
          </ac:spMkLst>
        </pc:spChg>
        <pc:spChg chg="del">
          <ac:chgData name="JAEYEON KIM" userId="5fd88c3b828d6b87" providerId="LiveId" clId="{4DEEB11C-6F4E-434B-9DEA-240AA84EFB01}" dt="2026-05-26T07:52:50.753" v="1706" actId="478"/>
          <ac:spMkLst>
            <pc:docMk/>
            <pc:sldMk cId="1205999006" sldId="293"/>
            <ac:spMk id="101" creationId="{E58AD342-0505-1726-142D-A5AAA249B7D1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03" creationId="{5CF3CFEC-CA13-02E1-DF90-A791AA80D6EF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06" creationId="{0D0A5D89-F815-15F2-FB73-590B2B455E13}"/>
          </ac:spMkLst>
        </pc:spChg>
        <pc:spChg chg="del mod">
          <ac:chgData name="JAEYEON KIM" userId="5fd88c3b828d6b87" providerId="LiveId" clId="{4DEEB11C-6F4E-434B-9DEA-240AA84EFB01}" dt="2026-05-26T07:52:57.359" v="1709" actId="478"/>
          <ac:spMkLst>
            <pc:docMk/>
            <pc:sldMk cId="1205999006" sldId="293"/>
            <ac:spMk id="107" creationId="{00B39501-21E8-F3B9-C6E3-D2612791E559}"/>
          </ac:spMkLst>
        </pc:spChg>
        <pc:spChg chg="del">
          <ac:chgData name="JAEYEON KIM" userId="5fd88c3b828d6b87" providerId="LiveId" clId="{4DEEB11C-6F4E-434B-9DEA-240AA84EFB01}" dt="2026-05-26T07:52:52.784" v="1707" actId="478"/>
          <ac:spMkLst>
            <pc:docMk/>
            <pc:sldMk cId="1205999006" sldId="293"/>
            <ac:spMk id="109" creationId="{FF3E7BED-8B84-58F9-A5B9-51ADEAFD04CE}"/>
          </ac:spMkLst>
        </pc:spChg>
        <pc:spChg chg="mod">
          <ac:chgData name="JAEYEON KIM" userId="5fd88c3b828d6b87" providerId="LiveId" clId="{4DEEB11C-6F4E-434B-9DEA-240AA84EFB01}" dt="2026-05-26T07:51:51.938" v="1676" actId="2711"/>
          <ac:spMkLst>
            <pc:docMk/>
            <pc:sldMk cId="1205999006" sldId="293"/>
            <ac:spMk id="111" creationId="{D23DB748-C898-A733-7BE6-78CDDC36F2E4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13" creationId="{648DB4C2-4661-9EB1-FEAD-7D52A925E4D7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15" creationId="{1D15E7AC-122D-3000-1F5C-A1CEE79E8BC8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17" creationId="{593E1950-4C58-4FB4-641D-5725CB4A0047}"/>
          </ac:spMkLst>
        </pc:spChg>
        <pc:spChg chg="add mod">
          <ac:chgData name="JAEYEON KIM" userId="5fd88c3b828d6b87" providerId="LiveId" clId="{4DEEB11C-6F4E-434B-9DEA-240AA84EFB01}" dt="2026-05-26T07:57:35.730" v="1870" actId="113"/>
          <ac:spMkLst>
            <pc:docMk/>
            <pc:sldMk cId="1205999006" sldId="293"/>
            <ac:spMk id="120" creationId="{E91ED987-B6F8-7B0D-7126-890110EC9D8B}"/>
          </ac:spMkLst>
        </pc:spChg>
        <pc:spChg chg="add mod">
          <ac:chgData name="JAEYEON KIM" userId="5fd88c3b828d6b87" providerId="LiveId" clId="{4DEEB11C-6F4E-434B-9DEA-240AA84EFB01}" dt="2026-05-26T07:57:35.730" v="1870" actId="113"/>
          <ac:spMkLst>
            <pc:docMk/>
            <pc:sldMk cId="1205999006" sldId="293"/>
            <ac:spMk id="121" creationId="{1C72DC67-3097-C07D-35C4-4E44998FE965}"/>
          </ac:spMkLst>
        </pc:spChg>
        <pc:spChg chg="add mod">
          <ac:chgData name="JAEYEON KIM" userId="5fd88c3b828d6b87" providerId="LiveId" clId="{4DEEB11C-6F4E-434B-9DEA-240AA84EFB01}" dt="2026-05-26T07:57:35.730" v="1870" actId="113"/>
          <ac:spMkLst>
            <pc:docMk/>
            <pc:sldMk cId="1205999006" sldId="293"/>
            <ac:spMk id="122" creationId="{92714AB4-A198-FA9B-2AC0-004C045824CC}"/>
          </ac:spMkLst>
        </pc:spChg>
        <pc:spChg chg="add mod">
          <ac:chgData name="JAEYEON KIM" userId="5fd88c3b828d6b87" providerId="LiveId" clId="{4DEEB11C-6F4E-434B-9DEA-240AA84EFB01}" dt="2026-05-26T07:53:34.045" v="1726"/>
          <ac:spMkLst>
            <pc:docMk/>
            <pc:sldMk cId="1205999006" sldId="293"/>
            <ac:spMk id="124" creationId="{365337A8-5B54-5BA3-514A-166F5418B772}"/>
          </ac:spMkLst>
        </pc:spChg>
        <pc:spChg chg="mod">
          <ac:chgData name="JAEYEON KIM" userId="5fd88c3b828d6b87" providerId="LiveId" clId="{4DEEB11C-6F4E-434B-9DEA-240AA84EFB01}" dt="2026-05-26T07:54:05.813" v="1736" actId="1036"/>
          <ac:spMkLst>
            <pc:docMk/>
            <pc:sldMk cId="1205999006" sldId="293"/>
            <ac:spMk id="126" creationId="{B05F0FAE-4A77-01FD-62C0-2418F2388FC5}"/>
          </ac:spMkLst>
        </pc:spChg>
        <pc:spChg chg="add mod">
          <ac:chgData name="JAEYEON KIM" userId="5fd88c3b828d6b87" providerId="LiveId" clId="{4DEEB11C-6F4E-434B-9DEA-240AA84EFB01}" dt="2026-05-26T07:54:58.282" v="1799" actId="2711"/>
          <ac:spMkLst>
            <pc:docMk/>
            <pc:sldMk cId="1205999006" sldId="293"/>
            <ac:spMk id="127" creationId="{66E949B9-C92A-E53D-4477-B15AC944F11D}"/>
          </ac:spMkLst>
        </pc:spChg>
        <pc:spChg chg="add mod">
          <ac:chgData name="JAEYEON KIM" userId="5fd88c3b828d6b87" providerId="LiveId" clId="{4DEEB11C-6F4E-434B-9DEA-240AA84EFB01}" dt="2026-05-26T07:55:08.337" v="1804" actId="1036"/>
          <ac:spMkLst>
            <pc:docMk/>
            <pc:sldMk cId="1205999006" sldId="293"/>
            <ac:spMk id="128" creationId="{591B6195-7E2C-FC09-B253-93E7EC8E7B2C}"/>
          </ac:spMkLst>
        </pc:spChg>
        <pc:spChg chg="add mod">
          <ac:chgData name="JAEYEON KIM" userId="5fd88c3b828d6b87" providerId="LiveId" clId="{4DEEB11C-6F4E-434B-9DEA-240AA84EFB01}" dt="2026-05-26T07:55:14.884" v="1813" actId="1035"/>
          <ac:spMkLst>
            <pc:docMk/>
            <pc:sldMk cId="1205999006" sldId="293"/>
            <ac:spMk id="129" creationId="{0C38C934-61A1-862D-6FF7-43016C337DFA}"/>
          </ac:spMkLst>
        </pc:spChg>
        <pc:grpChg chg="add mod">
          <ac:chgData name="JAEYEON KIM" userId="5fd88c3b828d6b87" providerId="LiveId" clId="{4DEEB11C-6F4E-434B-9DEA-240AA84EFB01}" dt="2026-05-26T07:44:38.564" v="1547" actId="1076"/>
          <ac:grpSpMkLst>
            <pc:docMk/>
            <pc:sldMk cId="1205999006" sldId="293"/>
            <ac:grpSpMk id="2" creationId="{357A2AD8-5454-E0E6-585F-2E3B25642002}"/>
          </ac:grpSpMkLst>
        </pc:grpChg>
        <pc:grpChg chg="mod">
          <ac:chgData name="JAEYEON KIM" userId="5fd88c3b828d6b87" providerId="LiveId" clId="{4DEEB11C-6F4E-434B-9DEA-240AA84EFB01}" dt="2026-05-26T05:57:37.202" v="1217"/>
          <ac:grpSpMkLst>
            <pc:docMk/>
            <pc:sldMk cId="1205999006" sldId="293"/>
            <ac:grpSpMk id="3" creationId="{D4E4EC3A-FC6E-279D-A980-6454202B09D6}"/>
          </ac:grpSpMkLst>
        </pc:grpChg>
        <pc:grpChg chg="add mod">
          <ac:chgData name="JAEYEON KIM" userId="5fd88c3b828d6b87" providerId="LiveId" clId="{4DEEB11C-6F4E-434B-9DEA-240AA84EFB01}" dt="2026-05-26T07:44:47.733" v="1548" actId="164"/>
          <ac:grpSpMkLst>
            <pc:docMk/>
            <pc:sldMk cId="1205999006" sldId="293"/>
            <ac:grpSpMk id="47" creationId="{BC501E1C-F564-DBB7-AC76-8D2DC55C30BC}"/>
          </ac:grpSpMkLst>
        </pc:grpChg>
        <pc:grpChg chg="mod">
          <ac:chgData name="JAEYEON KIM" userId="5fd88c3b828d6b87" providerId="LiveId" clId="{4DEEB11C-6F4E-434B-9DEA-240AA84EFB01}" dt="2026-05-26T07:44:47.733" v="1548" actId="164"/>
          <ac:grpSpMkLst>
            <pc:docMk/>
            <pc:sldMk cId="1205999006" sldId="293"/>
            <ac:grpSpMk id="48" creationId="{8E332120-8539-AF3E-F005-2E563A84B303}"/>
          </ac:grpSpMkLst>
        </pc:grpChg>
        <pc:grpChg chg="add mod">
          <ac:chgData name="JAEYEON KIM" userId="5fd88c3b828d6b87" providerId="LiveId" clId="{4DEEB11C-6F4E-434B-9DEA-240AA84EFB01}" dt="2026-05-26T07:44:47.733" v="1548" actId="164"/>
          <ac:grpSpMkLst>
            <pc:docMk/>
            <pc:sldMk cId="1205999006" sldId="293"/>
            <ac:grpSpMk id="49" creationId="{DE21FC6A-5C15-B92C-AEFC-C9C7A97CE1FD}"/>
          </ac:grpSpMkLst>
        </pc:grpChg>
        <pc:grpChg chg="mod">
          <ac:chgData name="JAEYEON KIM" userId="5fd88c3b828d6b87" providerId="LiveId" clId="{4DEEB11C-6F4E-434B-9DEA-240AA84EFB01}" dt="2026-05-26T07:44:58.836" v="1551" actId="1076"/>
          <ac:grpSpMkLst>
            <pc:docMk/>
            <pc:sldMk cId="1205999006" sldId="293"/>
            <ac:grpSpMk id="82" creationId="{4D180498-E678-0075-F761-C6372DB1EFE5}"/>
          </ac:grpSpMkLst>
        </pc:grpChg>
        <pc:grpChg chg="add mod">
          <ac:chgData name="JAEYEON KIM" userId="5fd88c3b828d6b87" providerId="LiveId" clId="{4DEEB11C-6F4E-434B-9DEA-240AA84EFB01}" dt="2026-05-26T07:57:23.473" v="1868" actId="14100"/>
          <ac:grpSpMkLst>
            <pc:docMk/>
            <pc:sldMk cId="1205999006" sldId="293"/>
            <ac:grpSpMk id="123" creationId="{0657DACD-5AFA-3B82-5803-E0C72FE1F529}"/>
          </ac:grpSpMkLst>
        </pc:grpChg>
        <pc:picChg chg="add del">
          <ac:chgData name="JAEYEON KIM" userId="5fd88c3b828d6b87" providerId="LiveId" clId="{4DEEB11C-6F4E-434B-9DEA-240AA84EFB01}" dt="2026-05-26T07:57:08.457" v="1860" actId="22"/>
          <ac:picMkLst>
            <pc:docMk/>
            <pc:sldMk cId="1205999006" sldId="293"/>
            <ac:picMk id="131" creationId="{861945AB-5BE9-F42E-BFDC-70AA4100D260}"/>
          </ac:picMkLst>
        </pc:picChg>
      </pc:sldChg>
      <pc:sldChg chg="addSp delSp modSp new mod">
        <pc:chgData name="JAEYEON KIM" userId="5fd88c3b828d6b87" providerId="LiveId" clId="{4DEEB11C-6F4E-434B-9DEA-240AA84EFB01}" dt="2026-05-27T01:22:44.658" v="2459" actId="20577"/>
        <pc:sldMkLst>
          <pc:docMk/>
          <pc:sldMk cId="1780796216" sldId="294"/>
        </pc:sldMkLst>
        <pc:spChg chg="mod">
          <ac:chgData name="JAEYEON KIM" userId="5fd88c3b828d6b87" providerId="LiveId" clId="{4DEEB11C-6F4E-434B-9DEA-240AA84EFB01}" dt="2026-05-26T05:59:22.125" v="1249"/>
          <ac:spMkLst>
            <pc:docMk/>
            <pc:sldMk cId="1780796216" sldId="294"/>
            <ac:spMk id="4" creationId="{6572E44C-6C61-7CD3-C6BD-EEA575337BC2}"/>
          </ac:spMkLst>
        </pc:spChg>
        <pc:spChg chg="mod">
          <ac:chgData name="JAEYEON KIM" userId="5fd88c3b828d6b87" providerId="LiveId" clId="{4DEEB11C-6F4E-434B-9DEA-240AA84EFB01}" dt="2026-05-26T07:56:01.983" v="1818" actId="14861"/>
          <ac:spMkLst>
            <pc:docMk/>
            <pc:sldMk cId="1780796216" sldId="294"/>
            <ac:spMk id="5" creationId="{5945C485-A012-B7DD-8569-A858E8D09C27}"/>
          </ac:spMkLst>
        </pc:spChg>
        <pc:spChg chg="mod">
          <ac:chgData name="JAEYEON KIM" userId="5fd88c3b828d6b87" providerId="LiveId" clId="{4DEEB11C-6F4E-434B-9DEA-240AA84EFB01}" dt="2026-05-26T05:59:22.125" v="1249"/>
          <ac:spMkLst>
            <pc:docMk/>
            <pc:sldMk cId="1780796216" sldId="294"/>
            <ac:spMk id="6" creationId="{FA2FA357-6E26-07F8-4F38-16386CBEDCC9}"/>
          </ac:spMkLst>
        </pc:spChg>
        <pc:spChg chg="mod">
          <ac:chgData name="JAEYEON KIM" userId="5fd88c3b828d6b87" providerId="LiveId" clId="{4DEEB11C-6F4E-434B-9DEA-240AA84EFB01}" dt="2026-05-26T06:01:55.760" v="1332" actId="20577"/>
          <ac:spMkLst>
            <pc:docMk/>
            <pc:sldMk cId="1780796216" sldId="294"/>
            <ac:spMk id="7" creationId="{18B0481E-4BCD-1B9B-8E5E-8C4EBDB2A4CB}"/>
          </ac:spMkLst>
        </pc:spChg>
        <pc:spChg chg="mod">
          <ac:chgData name="JAEYEON KIM" userId="5fd88c3b828d6b87" providerId="LiveId" clId="{4DEEB11C-6F4E-434B-9DEA-240AA84EFB01}" dt="2026-05-26T05:59:22.125" v="1249"/>
          <ac:spMkLst>
            <pc:docMk/>
            <pc:sldMk cId="1780796216" sldId="294"/>
            <ac:spMk id="8" creationId="{4285627E-66AB-6429-E066-F1389D72BFA8}"/>
          </ac:spMkLst>
        </pc:spChg>
        <pc:spChg chg="mod">
          <ac:chgData name="JAEYEON KIM" userId="5fd88c3b828d6b87" providerId="LiveId" clId="{4DEEB11C-6F4E-434B-9DEA-240AA84EFB01}" dt="2026-05-26T06:03:26.965" v="1343" actId="207"/>
          <ac:spMkLst>
            <pc:docMk/>
            <pc:sldMk cId="1780796216" sldId="294"/>
            <ac:spMk id="9" creationId="{0C5A7BCB-3486-BF07-5AAE-0807528ADF4E}"/>
          </ac:spMkLst>
        </pc:spChg>
        <pc:spChg chg="mod">
          <ac:chgData name="JAEYEON KIM" userId="5fd88c3b828d6b87" providerId="LiveId" clId="{4DEEB11C-6F4E-434B-9DEA-240AA84EFB01}" dt="2026-05-26T07:55:49.120" v="1816" actId="13822"/>
          <ac:spMkLst>
            <pc:docMk/>
            <pc:sldMk cId="1780796216" sldId="294"/>
            <ac:spMk id="10" creationId="{56B9D16A-5804-ECFD-870A-60A606EC130D}"/>
          </ac:spMkLst>
        </pc:spChg>
        <pc:spChg chg="add mod">
          <ac:chgData name="JAEYEON KIM" userId="5fd88c3b828d6b87" providerId="LiveId" clId="{4DEEB11C-6F4E-434B-9DEA-240AA84EFB01}" dt="2026-05-26T06:03:10.948" v="1339"/>
          <ac:spMkLst>
            <pc:docMk/>
            <pc:sldMk cId="1780796216" sldId="294"/>
            <ac:spMk id="11" creationId="{9F89BD17-86D1-4214-93ED-5408CCA9F86B}"/>
          </ac:spMkLst>
        </pc:spChg>
        <pc:spChg chg="mod ord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2" creationId="{C92E1893-4350-8D75-E505-C858A475CCA4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3" creationId="{80FB8D71-8681-7470-7A8C-7D923B2FAC4C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4" creationId="{1AFE839E-628E-BF78-9329-530A050EE8C5}"/>
          </ac:spMkLst>
        </pc:spChg>
        <pc:spChg chg="add 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5" creationId="{29CC13E5-E2CC-3E8B-3518-FA517F76C4EC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6" creationId="{65F9A571-8D9C-5D08-31D6-F97844C34307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7" creationId="{BB85A388-7EDF-1D25-0416-6F936911546A}"/>
          </ac:spMkLst>
        </pc:spChg>
        <pc:spChg chg="add 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8" creationId="{D1128D79-F1BB-81B9-E133-139D6C36DE06}"/>
          </ac:spMkLst>
        </pc:spChg>
        <pc:spChg chg="del">
          <ac:chgData name="JAEYEON KIM" userId="5fd88c3b828d6b87" providerId="LiveId" clId="{4DEEB11C-6F4E-434B-9DEA-240AA84EFB01}" dt="2026-05-27T00:34:50.371" v="2134" actId="478"/>
          <ac:spMkLst>
            <pc:docMk/>
            <pc:sldMk cId="1780796216" sldId="294"/>
            <ac:spMk id="19" creationId="{AA7E00CA-6E6F-8F33-FBFF-8226DFB20442}"/>
          </ac:spMkLst>
        </pc:spChg>
        <pc:spChg chg="add del mod">
          <ac:chgData name="JAEYEON KIM" userId="5fd88c3b828d6b87" providerId="LiveId" clId="{4DEEB11C-6F4E-434B-9DEA-240AA84EFB01}" dt="2026-05-27T00:34:49.409" v="2133" actId="478"/>
          <ac:spMkLst>
            <pc:docMk/>
            <pc:sldMk cId="1780796216" sldId="294"/>
            <ac:spMk id="20" creationId="{B558119A-2AFE-8DB3-A27C-F868ADD58581}"/>
          </ac:spMkLst>
        </pc:spChg>
        <pc:spChg chg="add del mod">
          <ac:chgData name="JAEYEON KIM" userId="5fd88c3b828d6b87" providerId="LiveId" clId="{4DEEB11C-6F4E-434B-9DEA-240AA84EFB01}" dt="2026-05-27T00:34:47.505" v="2132" actId="478"/>
          <ac:spMkLst>
            <pc:docMk/>
            <pc:sldMk cId="1780796216" sldId="294"/>
            <ac:spMk id="21" creationId="{1E0C2465-4051-66A7-3CDB-F40AFC74C51D}"/>
          </ac:spMkLst>
        </pc:spChg>
        <pc:spChg chg="del">
          <ac:chgData name="JAEYEON KIM" userId="5fd88c3b828d6b87" providerId="LiveId" clId="{4DEEB11C-6F4E-434B-9DEA-240AA84EFB01}" dt="2026-05-27T00:35:01.985" v="2139" actId="478"/>
          <ac:spMkLst>
            <pc:docMk/>
            <pc:sldMk cId="1780796216" sldId="294"/>
            <ac:spMk id="22" creationId="{E798040F-7136-5D4A-934D-803F9496B6A9}"/>
          </ac:spMkLst>
        </pc:spChg>
        <pc:spChg chg="add del mod">
          <ac:chgData name="JAEYEON KIM" userId="5fd88c3b828d6b87" providerId="LiveId" clId="{4DEEB11C-6F4E-434B-9DEA-240AA84EFB01}" dt="2026-05-27T00:34:59.549" v="2138" actId="478"/>
          <ac:spMkLst>
            <pc:docMk/>
            <pc:sldMk cId="1780796216" sldId="294"/>
            <ac:spMk id="23" creationId="{22559398-62E5-F403-86ED-5A9AA9118354}"/>
          </ac:spMkLst>
        </pc:spChg>
        <pc:spChg chg="del mod">
          <ac:chgData name="JAEYEON KIM" userId="5fd88c3b828d6b87" providerId="LiveId" clId="{4DEEB11C-6F4E-434B-9DEA-240AA84EFB01}" dt="2026-05-27T00:35:03.667" v="2140" actId="478"/>
          <ac:spMkLst>
            <pc:docMk/>
            <pc:sldMk cId="1780796216" sldId="294"/>
            <ac:spMk id="24" creationId="{D02809E3-08D2-CF43-8B79-1BFB7ECFC1D5}"/>
          </ac:spMkLst>
        </pc:spChg>
        <pc:spChg chg="del">
          <ac:chgData name="JAEYEON KIM" userId="5fd88c3b828d6b87" providerId="LiveId" clId="{4DEEB11C-6F4E-434B-9DEA-240AA84EFB01}" dt="2026-05-27T00:34:56.703" v="2136" actId="478"/>
          <ac:spMkLst>
            <pc:docMk/>
            <pc:sldMk cId="1780796216" sldId="294"/>
            <ac:spMk id="25" creationId="{9427BFCA-5A19-9DD4-3EF4-10977FF1F5BD}"/>
          </ac:spMkLst>
        </pc:spChg>
        <pc:spChg chg="add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6" creationId="{6B3C7869-3A47-CB43-4FCF-3E26975B8CFF}"/>
          </ac:spMkLst>
        </pc:spChg>
        <pc:spChg chg="add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7" creationId="{9D8F62C3-84AA-EA82-849E-FAA7F7FFBB40}"/>
          </ac:spMkLst>
        </pc:spChg>
        <pc:spChg chg="add del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8" creationId="{CCABEDF7-5F0C-3F17-5603-DFE8A36FD16E}"/>
          </ac:spMkLst>
        </pc:spChg>
        <pc:spChg chg="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9" creationId="{427BF348-7C66-52F3-7DBA-CAEA95647C72}"/>
          </ac:spMkLst>
        </pc:spChg>
        <pc:spChg chg="del">
          <ac:chgData name="JAEYEON KIM" userId="5fd88c3b828d6b87" providerId="LiveId" clId="{4DEEB11C-6F4E-434B-9DEA-240AA84EFB01}" dt="2026-05-27T00:36:26.770" v="2318" actId="478"/>
          <ac:spMkLst>
            <pc:docMk/>
            <pc:sldMk cId="1780796216" sldId="294"/>
            <ac:spMk id="30" creationId="{022F04EB-ADF6-C42D-5183-C2EEAA41E13B}"/>
          </ac:spMkLst>
        </pc:spChg>
        <pc:spChg chg="del">
          <ac:chgData name="JAEYEON KIM" userId="5fd88c3b828d6b87" providerId="LiveId" clId="{4DEEB11C-6F4E-434B-9DEA-240AA84EFB01}" dt="2026-05-27T00:36:25.615" v="2317" actId="478"/>
          <ac:spMkLst>
            <pc:docMk/>
            <pc:sldMk cId="1780796216" sldId="294"/>
            <ac:spMk id="31" creationId="{B50702F0-EFF4-C876-18DA-EDE6F187ABE1}"/>
          </ac:spMkLst>
        </pc:spChg>
        <pc:spChg chg="add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32" creationId="{07B4455F-D362-8177-E913-1602EADD48D3}"/>
          </ac:spMkLst>
        </pc:spChg>
        <pc:spChg chg="add del mod">
          <ac:chgData name="JAEYEON KIM" userId="5fd88c3b828d6b87" providerId="LiveId" clId="{4DEEB11C-6F4E-434B-9DEA-240AA84EFB01}" dt="2026-05-27T00:36:41.027" v="2321" actId="478"/>
          <ac:spMkLst>
            <pc:docMk/>
            <pc:sldMk cId="1780796216" sldId="294"/>
            <ac:spMk id="33" creationId="{0A6836DB-5B46-358D-8243-BA8905842D2C}"/>
          </ac:spMkLst>
        </pc:spChg>
        <pc:spChg chg="del">
          <ac:chgData name="JAEYEON KIM" userId="5fd88c3b828d6b87" providerId="LiveId" clId="{4DEEB11C-6F4E-434B-9DEA-240AA84EFB01}" dt="2026-05-27T00:36:40.297" v="2320" actId="478"/>
          <ac:spMkLst>
            <pc:docMk/>
            <pc:sldMk cId="1780796216" sldId="294"/>
            <ac:spMk id="34" creationId="{DA62E814-E5C0-C188-AE01-A259498E4C71}"/>
          </ac:spMkLst>
        </pc:spChg>
        <pc:spChg chg="del">
          <ac:chgData name="JAEYEON KIM" userId="5fd88c3b828d6b87" providerId="LiveId" clId="{4DEEB11C-6F4E-434B-9DEA-240AA84EFB01}" dt="2026-05-27T00:36:41.840" v="2322" actId="478"/>
          <ac:spMkLst>
            <pc:docMk/>
            <pc:sldMk cId="1780796216" sldId="294"/>
            <ac:spMk id="35" creationId="{A393D26A-D0E2-06F1-D93D-363910337DA0}"/>
          </ac:spMkLst>
        </pc:spChg>
        <pc:spChg chg="del">
          <ac:chgData name="JAEYEON KIM" userId="5fd88c3b828d6b87" providerId="LiveId" clId="{4DEEB11C-6F4E-434B-9DEA-240AA84EFB01}" dt="2026-05-27T00:36:43.261" v="2323" actId="478"/>
          <ac:spMkLst>
            <pc:docMk/>
            <pc:sldMk cId="1780796216" sldId="294"/>
            <ac:spMk id="36" creationId="{3D95D688-0A8A-C086-9438-ADC854DA8B2D}"/>
          </ac:spMkLst>
        </pc:spChg>
        <pc:spChg chg="add del mod">
          <ac:chgData name="JAEYEON KIM" userId="5fd88c3b828d6b87" providerId="LiveId" clId="{4DEEB11C-6F4E-434B-9DEA-240AA84EFB01}" dt="2026-05-27T00:36:45.123" v="2324" actId="478"/>
          <ac:spMkLst>
            <pc:docMk/>
            <pc:sldMk cId="1780796216" sldId="294"/>
            <ac:spMk id="37" creationId="{473F9F57-9170-746C-6A4C-D6D076C0CF33}"/>
          </ac:spMkLst>
        </pc:spChg>
        <pc:spChg chg="del">
          <ac:chgData name="JAEYEON KIM" userId="5fd88c3b828d6b87" providerId="LiveId" clId="{4DEEB11C-6F4E-434B-9DEA-240AA84EFB01}" dt="2026-05-27T00:36:46.301" v="2325" actId="478"/>
          <ac:spMkLst>
            <pc:docMk/>
            <pc:sldMk cId="1780796216" sldId="294"/>
            <ac:spMk id="38" creationId="{3F74CF7B-CB00-EB47-64A9-7AB312D55FB2}"/>
          </ac:spMkLst>
        </pc:spChg>
        <pc:spChg chg="del">
          <ac:chgData name="JAEYEON KIM" userId="5fd88c3b828d6b87" providerId="LiveId" clId="{4DEEB11C-6F4E-434B-9DEA-240AA84EFB01}" dt="2026-05-27T00:36:47.423" v="2326" actId="478"/>
          <ac:spMkLst>
            <pc:docMk/>
            <pc:sldMk cId="1780796216" sldId="294"/>
            <ac:spMk id="39" creationId="{4685F61E-7F49-7F80-3D83-7846CC24294C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0" creationId="{793EBEFB-833B-B6F6-3F92-329C3E5BA93B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1" creationId="{F7933AB6-D11F-5B7E-86CF-F17EECAF628A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2" creationId="{7AA018FC-04AC-F42D-6C0F-40F80220EB77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3" creationId="{3F2221B9-B39D-B116-9847-83414C7BC1BC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4" creationId="{495441A3-2185-EC5E-A41E-889E2E53B37A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5" creationId="{AD2281F5-8164-8472-8EA6-AC9EC707DF91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6" creationId="{5FCFF435-C5DC-69F7-F8D5-1BF455BC3DC5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58" creationId="{A0F07E1D-1F16-C8A6-2BBB-1D68BBBECFA2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59" creationId="{20329F44-977B-4D84-CE3B-D38BF0FEBC7F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60" creationId="{B787FDF9-52DD-6A43-8A4A-D801A417E1EC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61" creationId="{AD392029-A1BE-C3F1-C127-5F4BE9199B99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62" creationId="{692F4395-7912-B6F4-00C3-993A4C65B048}"/>
          </ac:spMkLst>
        </pc:spChg>
        <pc:spChg chg="mod">
          <ac:chgData name="JAEYEON KIM" userId="5fd88c3b828d6b87" providerId="LiveId" clId="{4DEEB11C-6F4E-434B-9DEA-240AA84EFB01}" dt="2026-05-27T01:22:17.110" v="2385"/>
          <ac:spMkLst>
            <pc:docMk/>
            <pc:sldMk cId="1780796216" sldId="294"/>
            <ac:spMk id="64" creationId="{415E5024-8D95-FEEC-7B66-20410CC9DCC3}"/>
          </ac:spMkLst>
        </pc:spChg>
        <pc:spChg chg="mod">
          <ac:chgData name="JAEYEON KIM" userId="5fd88c3b828d6b87" providerId="LiveId" clId="{4DEEB11C-6F4E-434B-9DEA-240AA84EFB01}" dt="2026-05-27T01:22:17.110" v="2385"/>
          <ac:spMkLst>
            <pc:docMk/>
            <pc:sldMk cId="1780796216" sldId="294"/>
            <ac:spMk id="65" creationId="{F1C81F25-0FA3-3B6F-6BD7-74F0D79AD3F2}"/>
          </ac:spMkLst>
        </pc:spChg>
        <pc:spChg chg="mod">
          <ac:chgData name="JAEYEON KIM" userId="5fd88c3b828d6b87" providerId="LiveId" clId="{4DEEB11C-6F4E-434B-9DEA-240AA84EFB01}" dt="2026-05-27T01:22:44.658" v="2459" actId="20577"/>
          <ac:spMkLst>
            <pc:docMk/>
            <pc:sldMk cId="1780796216" sldId="294"/>
            <ac:spMk id="66" creationId="{CF2F08A1-F017-E5A2-35E0-00B98D45BD32}"/>
          </ac:spMkLst>
        </pc:spChg>
        <pc:grpChg chg="add mod">
          <ac:chgData name="JAEYEON KIM" userId="5fd88c3b828d6b87" providerId="LiveId" clId="{4DEEB11C-6F4E-434B-9DEA-240AA84EFB01}" dt="2026-05-27T01:20:24.343" v="2359" actId="1076"/>
          <ac:grpSpMkLst>
            <pc:docMk/>
            <pc:sldMk cId="1780796216" sldId="294"/>
            <ac:grpSpMk id="2" creationId="{C6059C34-A4E5-0047-FF32-E32A6C45213B}"/>
          </ac:grpSpMkLst>
        </pc:grpChg>
        <pc:grpChg chg="mod">
          <ac:chgData name="JAEYEON KIM" userId="5fd88c3b828d6b87" providerId="LiveId" clId="{4DEEB11C-6F4E-434B-9DEA-240AA84EFB01}" dt="2026-05-26T05:59:22.125" v="1249"/>
          <ac:grpSpMkLst>
            <pc:docMk/>
            <pc:sldMk cId="1780796216" sldId="294"/>
            <ac:grpSpMk id="3" creationId="{44697FA9-0061-372C-A611-6C9A65EB2214}"/>
          </ac:grpSpMkLst>
        </pc:grpChg>
        <pc:grpChg chg="add mod">
          <ac:chgData name="JAEYEON KIM" userId="5fd88c3b828d6b87" providerId="LiveId" clId="{4DEEB11C-6F4E-434B-9DEA-240AA84EFB01}" dt="2026-05-27T00:37:16.457" v="2330" actId="164"/>
          <ac:grpSpMkLst>
            <pc:docMk/>
            <pc:sldMk cId="1780796216" sldId="294"/>
            <ac:grpSpMk id="40" creationId="{56D9B02A-E379-A700-FF42-E730431D4584}"/>
          </ac:grpSpMkLst>
        </pc:grpChg>
        <pc:grpChg chg="add mod">
          <ac:chgData name="JAEYEON KIM" userId="5fd88c3b828d6b87" providerId="LiveId" clId="{4DEEB11C-6F4E-434B-9DEA-240AA84EFB01}" dt="2026-05-27T00:37:49.310" v="2340" actId="164"/>
          <ac:grpSpMkLst>
            <pc:docMk/>
            <pc:sldMk cId="1780796216" sldId="294"/>
            <ac:grpSpMk id="41" creationId="{DCC1796E-5A8C-8C39-4A5C-8F935C7478EA}"/>
          </ac:grpSpMkLst>
        </pc:grpChg>
        <pc:grpChg chg="add mod">
          <ac:chgData name="JAEYEON KIM" userId="5fd88c3b828d6b87" providerId="LiveId" clId="{4DEEB11C-6F4E-434B-9DEA-240AA84EFB01}" dt="2026-05-27T00:37:41.961" v="2338" actId="164"/>
          <ac:grpSpMkLst>
            <pc:docMk/>
            <pc:sldMk cId="1780796216" sldId="294"/>
            <ac:grpSpMk id="42" creationId="{B9290708-62DA-ADC3-712F-D0EF02970BB0}"/>
          </ac:grpSpMkLst>
        </pc:grpChg>
        <pc:grpChg chg="add mod">
          <ac:chgData name="JAEYEON KIM" userId="5fd88c3b828d6b87" providerId="LiveId" clId="{4DEEB11C-6F4E-434B-9DEA-240AA84EFB01}" dt="2026-05-27T00:38:08.568" v="2345" actId="164"/>
          <ac:grpSpMkLst>
            <pc:docMk/>
            <pc:sldMk cId="1780796216" sldId="294"/>
            <ac:grpSpMk id="43" creationId="{7C6C8623-FE6C-9AB4-019B-FAE920DCA665}"/>
          </ac:grpSpMkLst>
        </pc:grpChg>
        <pc:grpChg chg="add mod">
          <ac:chgData name="JAEYEON KIM" userId="5fd88c3b828d6b87" providerId="LiveId" clId="{4DEEB11C-6F4E-434B-9DEA-240AA84EFB01}" dt="2026-05-27T00:39:15.168" v="2349" actId="164"/>
          <ac:grpSpMkLst>
            <pc:docMk/>
            <pc:sldMk cId="1780796216" sldId="294"/>
            <ac:grpSpMk id="44" creationId="{1A6548F8-4E61-DCCD-997E-B6BC3B0EDECC}"/>
          </ac:grpSpMkLst>
        </pc:grpChg>
        <pc:grpChg chg="add del mod">
          <ac:chgData name="JAEYEON KIM" userId="5fd88c3b828d6b87" providerId="LiveId" clId="{4DEEB11C-6F4E-434B-9DEA-240AA84EFB01}" dt="2026-05-27T00:39:33.139" v="2353" actId="165"/>
          <ac:grpSpMkLst>
            <pc:docMk/>
            <pc:sldMk cId="1780796216" sldId="294"/>
            <ac:grpSpMk id="45" creationId="{422037B1-3988-A707-21B2-15053FB50E8B}"/>
          </ac:grpSpMkLst>
        </pc:grpChg>
        <pc:grpChg chg="add del mod">
          <ac:chgData name="JAEYEON KIM" userId="5fd88c3b828d6b87" providerId="LiveId" clId="{4DEEB11C-6F4E-434B-9DEA-240AA84EFB01}" dt="2026-05-27T00:39:58.519" v="2357" actId="165"/>
          <ac:grpSpMkLst>
            <pc:docMk/>
            <pc:sldMk cId="1780796216" sldId="294"/>
            <ac:grpSpMk id="46" creationId="{D2162A81-B69D-6096-34A2-36B635F0A962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47" creationId="{2F57FFB1-411C-2AC2-A63F-CDAF28539A84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48" creationId="{D3C5DF53-A62D-70AF-96DD-39801A4147A5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49" creationId="{F3213768-2CCC-B719-1D7E-8F62B4311E1F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57" creationId="{17154A12-63D7-B72C-8FE5-68CDF213A39A}"/>
          </ac:grpSpMkLst>
        </pc:grpChg>
        <pc:grpChg chg="add mod">
          <ac:chgData name="JAEYEON KIM" userId="5fd88c3b828d6b87" providerId="LiveId" clId="{4DEEB11C-6F4E-434B-9DEA-240AA84EFB01}" dt="2026-05-27T01:22:22.450" v="2424" actId="1036"/>
          <ac:grpSpMkLst>
            <pc:docMk/>
            <pc:sldMk cId="1780796216" sldId="294"/>
            <ac:grpSpMk id="63" creationId="{C760344C-4C8D-88EE-EB55-0BE4BF9897DD}"/>
          </ac:grpSpMkLst>
        </pc:grpChg>
      </pc:sldChg>
      <pc:sldChg chg="addSp modSp new mod">
        <pc:chgData name="JAEYEON KIM" userId="5fd88c3b828d6b87" providerId="LiveId" clId="{4DEEB11C-6F4E-434B-9DEA-240AA84EFB01}" dt="2026-05-26T08:05:16.314" v="1925" actId="2711"/>
        <pc:sldMkLst>
          <pc:docMk/>
          <pc:sldMk cId="1144352769" sldId="295"/>
        </pc:sldMkLst>
        <pc:spChg chg="mod">
          <ac:chgData name="JAEYEON KIM" userId="5fd88c3b828d6b87" providerId="LiveId" clId="{4DEEB11C-6F4E-434B-9DEA-240AA84EFB01}" dt="2026-05-26T05:59:35.530" v="1251"/>
          <ac:spMkLst>
            <pc:docMk/>
            <pc:sldMk cId="1144352769" sldId="295"/>
            <ac:spMk id="4" creationId="{2884BA8F-FF77-DB02-48FD-E943807E33B5}"/>
          </ac:spMkLst>
        </pc:spChg>
        <pc:spChg chg="mod">
          <ac:chgData name="JAEYEON KIM" userId="5fd88c3b828d6b87" providerId="LiveId" clId="{4DEEB11C-6F4E-434B-9DEA-240AA84EFB01}" dt="2026-05-26T07:56:17.431" v="1821" actId="14861"/>
          <ac:spMkLst>
            <pc:docMk/>
            <pc:sldMk cId="1144352769" sldId="295"/>
            <ac:spMk id="5" creationId="{2C92343F-28CE-1EAC-0FA3-517524C511EB}"/>
          </ac:spMkLst>
        </pc:spChg>
        <pc:spChg chg="mod">
          <ac:chgData name="JAEYEON KIM" userId="5fd88c3b828d6b87" providerId="LiveId" clId="{4DEEB11C-6F4E-434B-9DEA-240AA84EFB01}" dt="2026-05-26T05:59:35.530" v="1251"/>
          <ac:spMkLst>
            <pc:docMk/>
            <pc:sldMk cId="1144352769" sldId="295"/>
            <ac:spMk id="6" creationId="{40CCC199-6ADC-225F-5814-50A518AD55C1}"/>
          </ac:spMkLst>
        </pc:spChg>
        <pc:spChg chg="mod">
          <ac:chgData name="JAEYEON KIM" userId="5fd88c3b828d6b87" providerId="LiveId" clId="{4DEEB11C-6F4E-434B-9DEA-240AA84EFB01}" dt="2026-05-26T06:00:30.975" v="1300" actId="255"/>
          <ac:spMkLst>
            <pc:docMk/>
            <pc:sldMk cId="1144352769" sldId="295"/>
            <ac:spMk id="7" creationId="{5C77CC64-2A8D-5F9D-2A99-6B9AA1BC7F38}"/>
          </ac:spMkLst>
        </pc:spChg>
        <pc:spChg chg="mod">
          <ac:chgData name="JAEYEON KIM" userId="5fd88c3b828d6b87" providerId="LiveId" clId="{4DEEB11C-6F4E-434B-9DEA-240AA84EFB01}" dt="2026-05-26T05:59:35.530" v="1251"/>
          <ac:spMkLst>
            <pc:docMk/>
            <pc:sldMk cId="1144352769" sldId="295"/>
            <ac:spMk id="8" creationId="{619841D1-02BC-34A2-7AA0-D772E2C111CA}"/>
          </ac:spMkLst>
        </pc:spChg>
        <pc:spChg chg="mod">
          <ac:chgData name="JAEYEON KIM" userId="5fd88c3b828d6b87" providerId="LiveId" clId="{4DEEB11C-6F4E-434B-9DEA-240AA84EFB01}" dt="2026-05-26T06:03:22.344" v="1342" actId="207"/>
          <ac:spMkLst>
            <pc:docMk/>
            <pc:sldMk cId="1144352769" sldId="295"/>
            <ac:spMk id="9" creationId="{779A0636-8C48-67BB-F4E8-56D142DB8D6D}"/>
          </ac:spMkLst>
        </pc:spChg>
        <pc:spChg chg="mod">
          <ac:chgData name="JAEYEON KIM" userId="5fd88c3b828d6b87" providerId="LiveId" clId="{4DEEB11C-6F4E-434B-9DEA-240AA84EFB01}" dt="2026-05-26T07:56:10.187" v="1819" actId="13822"/>
          <ac:spMkLst>
            <pc:docMk/>
            <pc:sldMk cId="1144352769" sldId="295"/>
            <ac:spMk id="10" creationId="{6C983DBC-FAA7-CB2E-E6E4-869416959FB8}"/>
          </ac:spMkLst>
        </pc:spChg>
        <pc:spChg chg="add mod">
          <ac:chgData name="JAEYEON KIM" userId="5fd88c3b828d6b87" providerId="LiveId" clId="{4DEEB11C-6F4E-434B-9DEA-240AA84EFB01}" dt="2026-05-26T06:03:13.065" v="1340"/>
          <ac:spMkLst>
            <pc:docMk/>
            <pc:sldMk cId="1144352769" sldId="295"/>
            <ac:spMk id="11" creationId="{E75B65AC-4E01-5782-3D03-F0D2BE9BFD12}"/>
          </ac:spMkLst>
        </pc:spChg>
        <pc:spChg chg="add 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2" creationId="{4CD85FEF-BCE6-19BD-16AB-1B019C90EB18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3" creationId="{D6AB21DD-0271-B7C5-A66C-0AF81AF8BD6F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4" creationId="{F11B16C9-1C92-7B16-05BF-EC9F0753452C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5" creationId="{7F7E271F-8262-A49A-D459-4B33F5E78C3B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6" creationId="{94F1FDD8-6B2D-D42C-860A-6A74199650E9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7" creationId="{7E201127-F826-889F-E4D8-14B387B92F0B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8" creationId="{330BC426-EE89-F39F-EF69-4563D616E366}"/>
          </ac:spMkLst>
        </pc:spChg>
        <pc:spChg chg="mod or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9" creationId="{4155E22F-134E-D2F8-AA8F-275268E93D7B}"/>
          </ac:spMkLst>
        </pc:spChg>
        <pc:spChg chg="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21" creationId="{2E4C2967-30C9-B883-A6C1-C747C15E8F77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27" creationId="{908E780A-CAE6-D6BD-BCB4-EE43119985AC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32" creationId="{34522ED9-FE33-BC81-4BBA-82B9629A3A03}"/>
          </ac:spMkLst>
        </pc:spChg>
        <pc:spChg chg="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43" creationId="{C2EF51FC-5F82-0058-7D56-9AF609379286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47" creationId="{198972C8-28FA-FF9C-3400-F8A9BCA454C5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49" creationId="{5F205611-68F0-809D-1408-0E6BD8718F22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52" creationId="{2FFCC129-FD48-DFA5-5B17-2148F123384E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56" creationId="{84C853C3-D2C4-5B1E-1119-1B846130D0A1}"/>
          </ac:spMkLst>
        </pc:spChg>
        <pc:spChg chg="mod">
          <ac:chgData name="JAEYEON KIM" userId="5fd88c3b828d6b87" providerId="LiveId" clId="{4DEEB11C-6F4E-434B-9DEA-240AA84EFB01}" dt="2026-05-26T08:05:16.314" v="1925" actId="2711"/>
          <ac:spMkLst>
            <pc:docMk/>
            <pc:sldMk cId="1144352769" sldId="295"/>
            <ac:spMk id="65" creationId="{A8C38624-BFD4-42A4-722B-7B8B90FFDDC2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70" creationId="{30090BEB-8B91-3F1E-3349-EFD9655BFCAB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73" creationId="{A3F42E0E-BB3C-BC1D-86B1-3CC1A9C3E5B4}"/>
          </ac:spMkLst>
        </pc:spChg>
        <pc:spChg chg="mod">
          <ac:chgData name="JAEYEON KIM" userId="5fd88c3b828d6b87" providerId="LiveId" clId="{4DEEB11C-6F4E-434B-9DEA-240AA84EFB01}" dt="2026-05-26T08:04:03.216" v="1907" actId="164"/>
          <ac:spMkLst>
            <pc:docMk/>
            <pc:sldMk cId="1144352769" sldId="295"/>
            <ac:spMk id="76" creationId="{5952823A-A856-F499-E5DA-1D67D476D4B9}"/>
          </ac:spMkLst>
        </pc:spChg>
        <pc:spChg chg="mod">
          <ac:chgData name="JAEYEON KIM" userId="5fd88c3b828d6b87" providerId="LiveId" clId="{4DEEB11C-6F4E-434B-9DEA-240AA84EFB01}" dt="2026-05-26T08:04:03.216" v="1907" actId="164"/>
          <ac:spMkLst>
            <pc:docMk/>
            <pc:sldMk cId="1144352769" sldId="295"/>
            <ac:spMk id="77" creationId="{BD454C66-9E75-4A6B-77DF-2994B9E666A3}"/>
          </ac:spMkLst>
        </pc:spChg>
        <pc:spChg chg="add mod">
          <ac:chgData name="JAEYEON KIM" userId="5fd88c3b828d6b87" providerId="LiveId" clId="{4DEEB11C-6F4E-434B-9DEA-240AA84EFB01}" dt="2026-05-26T08:04:03.216" v="1907" actId="164"/>
          <ac:spMkLst>
            <pc:docMk/>
            <pc:sldMk cId="1144352769" sldId="295"/>
            <ac:spMk id="78" creationId="{FE34F2C3-65E9-6B18-5AE0-F2C7D2BBA05B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79" creationId="{E92E4213-B8B2-ED71-1F07-AEEDDE9C5F88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80" creationId="{372796E5-0F15-B976-A191-6F6DC55D0317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81" creationId="{2E5AFA0D-6D4D-78E7-9B77-2A50C81C2BF4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82" creationId="{6201B6CB-A988-3DB2-BB03-F5631894CF8D}"/>
          </ac:spMkLst>
        </pc:spChg>
        <pc:spChg chg="add mod">
          <ac:chgData name="JAEYEON KIM" userId="5fd88c3b828d6b87" providerId="LiveId" clId="{4DEEB11C-6F4E-434B-9DEA-240AA84EFB01}" dt="2026-05-26T08:00:23.947" v="1876"/>
          <ac:spMkLst>
            <pc:docMk/>
            <pc:sldMk cId="1144352769" sldId="295"/>
            <ac:spMk id="83" creationId="{3D2938E4-31A7-1C21-7F69-B91808182D4D}"/>
          </ac:spMkLst>
        </pc:spChg>
        <pc:spChg chg="add mod">
          <ac:chgData name="JAEYEON KIM" userId="5fd88c3b828d6b87" providerId="LiveId" clId="{4DEEB11C-6F4E-434B-9DEA-240AA84EFB01}" dt="2026-05-26T08:00:58.432" v="1881" actId="13822"/>
          <ac:spMkLst>
            <pc:docMk/>
            <pc:sldMk cId="1144352769" sldId="295"/>
            <ac:spMk id="84" creationId="{99481C2E-8A13-C570-2312-F59ED482DFA4}"/>
          </ac:spMkLst>
        </pc:spChg>
        <pc:spChg chg="add mod">
          <ac:chgData name="JAEYEON KIM" userId="5fd88c3b828d6b87" providerId="LiveId" clId="{4DEEB11C-6F4E-434B-9DEA-240AA84EFB01}" dt="2026-05-26T08:00:39.527" v="1878" actId="1076"/>
          <ac:spMkLst>
            <pc:docMk/>
            <pc:sldMk cId="1144352769" sldId="295"/>
            <ac:spMk id="85" creationId="{7670DBAD-EE88-EFEC-438E-603FD7B35D16}"/>
          </ac:spMkLst>
        </pc:spChg>
        <pc:spChg chg="add mod">
          <ac:chgData name="JAEYEON KIM" userId="5fd88c3b828d6b87" providerId="LiveId" clId="{4DEEB11C-6F4E-434B-9DEA-240AA84EFB01}" dt="2026-05-26T08:01:10.003" v="1882" actId="207"/>
          <ac:spMkLst>
            <pc:docMk/>
            <pc:sldMk cId="1144352769" sldId="295"/>
            <ac:spMk id="86" creationId="{3CDFA1B0-4971-6570-A77F-3BF7725C8B46}"/>
          </ac:spMkLst>
        </pc:spChg>
        <pc:grpChg chg="add mod">
          <ac:chgData name="JAEYEON KIM" userId="5fd88c3b828d6b87" providerId="LiveId" clId="{4DEEB11C-6F4E-434B-9DEA-240AA84EFB01}" dt="2026-05-26T05:59:35.530" v="1251"/>
          <ac:grpSpMkLst>
            <pc:docMk/>
            <pc:sldMk cId="1144352769" sldId="295"/>
            <ac:grpSpMk id="2" creationId="{830EBE57-325A-4736-0224-AE1DADCB370D}"/>
          </ac:grpSpMkLst>
        </pc:grpChg>
        <pc:grpChg chg="mod">
          <ac:chgData name="JAEYEON KIM" userId="5fd88c3b828d6b87" providerId="LiveId" clId="{4DEEB11C-6F4E-434B-9DEA-240AA84EFB01}" dt="2026-05-26T05:59:35.530" v="1251"/>
          <ac:grpSpMkLst>
            <pc:docMk/>
            <pc:sldMk cId="1144352769" sldId="295"/>
            <ac:grpSpMk id="3" creationId="{7CE44995-F6E2-51DF-B12E-ED1F87644A46}"/>
          </ac:grpSpMkLst>
        </pc:grpChg>
        <pc:grpChg chg="add mod">
          <ac:chgData name="JAEYEON KIM" userId="5fd88c3b828d6b87" providerId="LiveId" clId="{4DEEB11C-6F4E-434B-9DEA-240AA84EFB01}" dt="2026-05-26T08:02:05.760" v="1894" actId="164"/>
          <ac:grpSpMkLst>
            <pc:docMk/>
            <pc:sldMk cId="1144352769" sldId="295"/>
            <ac:grpSpMk id="87" creationId="{25B1E07D-3B96-1695-7477-A43AFEC26110}"/>
          </ac:grpSpMkLst>
        </pc:grpChg>
        <pc:grpChg chg="add mod">
          <ac:chgData name="JAEYEON KIM" userId="5fd88c3b828d6b87" providerId="LiveId" clId="{4DEEB11C-6F4E-434B-9DEA-240AA84EFB01}" dt="2026-05-26T08:02:31.129" v="1899" actId="164"/>
          <ac:grpSpMkLst>
            <pc:docMk/>
            <pc:sldMk cId="1144352769" sldId="295"/>
            <ac:grpSpMk id="88" creationId="{533FA207-B9C0-9DF3-D159-C46DD55B575C}"/>
          </ac:grpSpMkLst>
        </pc:grpChg>
        <pc:grpChg chg="mod">
          <ac:chgData name="JAEYEON KIM" userId="5fd88c3b828d6b87" providerId="LiveId" clId="{4DEEB11C-6F4E-434B-9DEA-240AA84EFB01}" dt="2026-05-26T08:03:11.476" v="1902" actId="14100"/>
          <ac:grpSpMkLst>
            <pc:docMk/>
            <pc:sldMk cId="1144352769" sldId="295"/>
            <ac:grpSpMk id="89" creationId="{5B57A583-B59F-7A30-8A2D-14AB1B165B75}"/>
          </ac:grpSpMkLst>
        </pc:grpChg>
        <pc:grpChg chg="add mod">
          <ac:chgData name="JAEYEON KIM" userId="5fd88c3b828d6b87" providerId="LiveId" clId="{4DEEB11C-6F4E-434B-9DEA-240AA84EFB01}" dt="2026-05-26T08:04:13.347" v="1910" actId="1076"/>
          <ac:grpSpMkLst>
            <pc:docMk/>
            <pc:sldMk cId="1144352769" sldId="295"/>
            <ac:grpSpMk id="90" creationId="{3A022450-2D8E-7D7A-1617-7BB6A8424372}"/>
          </ac:grpSpMkLst>
        </pc:grpChg>
        <pc:grpChg chg="add mod">
          <ac:chgData name="JAEYEON KIM" userId="5fd88c3b828d6b87" providerId="LiveId" clId="{4DEEB11C-6F4E-434B-9DEA-240AA84EFB01}" dt="2026-05-26T08:04:29.560" v="1913" actId="1076"/>
          <ac:grpSpMkLst>
            <pc:docMk/>
            <pc:sldMk cId="1144352769" sldId="295"/>
            <ac:grpSpMk id="91" creationId="{3E0F19F1-D219-A460-AAB2-CA244EDA2349}"/>
          </ac:grpSpMkLst>
        </pc:grpChg>
      </pc:sldChg>
      <pc:sldChg chg="addSp delSp modSp new mod">
        <pc:chgData name="JAEYEON KIM" userId="5fd88c3b828d6b87" providerId="LiveId" clId="{4DEEB11C-6F4E-434B-9DEA-240AA84EFB01}" dt="2026-05-27T07:04:10.217" v="6080" actId="1076"/>
        <pc:sldMkLst>
          <pc:docMk/>
          <pc:sldMk cId="2162741341" sldId="296"/>
        </pc:sldMkLst>
        <pc:spChg chg="add del">
          <ac:chgData name="JAEYEON KIM" userId="5fd88c3b828d6b87" providerId="LiveId" clId="{4DEEB11C-6F4E-434B-9DEA-240AA84EFB01}" dt="2026-05-26T06:30:09.918" v="1358" actId="22"/>
          <ac:spMkLst>
            <pc:docMk/>
            <pc:sldMk cId="2162741341" sldId="296"/>
            <ac:spMk id="3" creationId="{D464EDCE-2E10-A525-A021-F3E4B03483A9}"/>
          </ac:spMkLst>
        </pc:spChg>
        <pc:spChg chg="mod">
          <ac:chgData name="JAEYEON KIM" userId="5fd88c3b828d6b87" providerId="LiveId" clId="{4DEEB11C-6F4E-434B-9DEA-240AA84EFB01}" dt="2026-05-27T06:42:46.845" v="5883" actId="1076"/>
          <ac:spMkLst>
            <pc:docMk/>
            <pc:sldMk cId="2162741341" sldId="296"/>
            <ac:spMk id="7" creationId="{37EE7CEB-2F65-544C-9B9D-5C03125BA995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2" creationId="{2DA55843-8F76-35E9-4B4E-24429DA0692A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3" creationId="{7D577393-3A17-7A03-A1FF-7339272E39C6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4" creationId="{4F83A929-6830-6F7C-E401-F05BCD567B72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5" creationId="{1B1FBB0A-5F90-BD38-15A0-4A79E088552C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7" creationId="{21CB09E9-49B7-BB59-6ED8-10FB135864CE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9" creationId="{600E81D4-7D43-C4AD-C8EA-C9A30EF4500F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0" creationId="{F034A0E5-08FA-3700-A3E6-2ECCA9A5CD55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1" creationId="{EF0E10C3-2B85-5485-11CF-D916EC67B601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5" creationId="{41769E60-EB22-CD3C-7DE8-7B52DD3D0BEA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6" creationId="{CCFEA9BC-2156-AF0E-8D58-2C5C8360C3FE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67" creationId="{DC981482-C734-67A9-C759-AB003CD88205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78" creationId="{B1233B3D-1531-8116-5767-8CED9B84F0B2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97" creationId="{4EDB9D40-EE0A-389A-FFC7-BE873EB9BACA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107" creationId="{8AFA7941-E9FE-B2F2-A203-8A73E86829DC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121" creationId="{AA179451-6B0F-D7E3-980D-C9372DE1E437}"/>
          </ac:spMkLst>
        </pc:spChg>
        <pc:spChg chg="mod">
          <ac:chgData name="JAEYEON KIM" userId="5fd88c3b828d6b87" providerId="LiveId" clId="{4DEEB11C-6F4E-434B-9DEA-240AA84EFB01}" dt="2026-05-27T07:03:05.621" v="6073" actId="20577"/>
          <ac:spMkLst>
            <pc:docMk/>
            <pc:sldMk cId="2162741341" sldId="296"/>
            <ac:spMk id="142" creationId="{25DB22B0-9583-2C55-D281-1BE42EC71F7F}"/>
          </ac:spMkLst>
        </pc:spChg>
        <pc:spChg chg="mod">
          <ac:chgData name="JAEYEON KIM" userId="5fd88c3b828d6b87" providerId="LiveId" clId="{4DEEB11C-6F4E-434B-9DEA-240AA84EFB01}" dt="2026-05-27T07:04:10.217" v="6080" actId="1076"/>
          <ac:spMkLst>
            <pc:docMk/>
            <pc:sldMk cId="2162741341" sldId="296"/>
            <ac:spMk id="146" creationId="{F857D230-3795-8565-3A9A-CF04868EC940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161" creationId="{C08AF646-33F6-48B7-5ED7-C8BC5AC493FF}"/>
          </ac:spMkLst>
        </pc:spChg>
        <pc:spChg chg="mod topLvl">
          <ac:chgData name="JAEYEON KIM" userId="5fd88c3b828d6b87" providerId="LiveId" clId="{4DEEB11C-6F4E-434B-9DEA-240AA84EFB01}" dt="2026-05-27T07:03:20.019" v="6076" actId="165"/>
          <ac:spMkLst>
            <pc:docMk/>
            <pc:sldMk cId="2162741341" sldId="296"/>
            <ac:spMk id="168" creationId="{95CDEAEE-72B0-1BF1-B81E-719A47393E3E}"/>
          </ac:spMkLst>
        </pc:spChg>
        <pc:spChg chg="mod topLvl">
          <ac:chgData name="JAEYEON KIM" userId="5fd88c3b828d6b87" providerId="LiveId" clId="{4DEEB11C-6F4E-434B-9DEA-240AA84EFB01}" dt="2026-05-27T07:03:20.019" v="6076" actId="165"/>
          <ac:spMkLst>
            <pc:docMk/>
            <pc:sldMk cId="2162741341" sldId="296"/>
            <ac:spMk id="169" creationId="{9F25C8B9-68A3-F3FC-FFE7-6D65F0C66EB7}"/>
          </ac:spMkLst>
        </pc:spChg>
        <pc:spChg chg="mod topLvl">
          <ac:chgData name="JAEYEON KIM" userId="5fd88c3b828d6b87" providerId="LiveId" clId="{4DEEB11C-6F4E-434B-9DEA-240AA84EFB01}" dt="2026-05-27T07:03:28.985" v="6079" actId="1076"/>
          <ac:spMkLst>
            <pc:docMk/>
            <pc:sldMk cId="2162741341" sldId="296"/>
            <ac:spMk id="170" creationId="{C17B5CD3-6E4C-13A3-A5B4-4AFFC6994750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304" creationId="{6AE261C6-D0FF-6C79-F8B6-89BF0E3D5C93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336" creationId="{2416EB16-1C63-CC26-0620-CCE4090AECB5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354" creationId="{089E49D4-E490-6269-930B-87DDC662E56C}"/>
          </ac:spMkLst>
        </pc:spChg>
        <pc:grpChg chg="add mod">
          <ac:chgData name="JAEYEON KIM" userId="5fd88c3b828d6b87" providerId="LiveId" clId="{4DEEB11C-6F4E-434B-9DEA-240AA84EFB01}" dt="2026-05-27T06:28:16.086" v="5780" actId="1076"/>
          <ac:grpSpMkLst>
            <pc:docMk/>
            <pc:sldMk cId="2162741341" sldId="296"/>
            <ac:grpSpMk id="2" creationId="{B53D1C7E-F889-2932-9B15-CCC9B9A058D6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39" creationId="{4EC50727-9E7F-57A8-BE97-FC201BDF573D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43" creationId="{243F4F2B-D9DD-46FC-CD4E-B7703921D38F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47" creationId="{7AED27BD-15F1-DC39-0E0D-5891E8CA1891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51" creationId="{C89DA3EF-6B4D-C466-1F0A-B97DE9C7B9BC}"/>
          </ac:grpSpMkLst>
        </pc:grpChg>
        <pc:grpChg chg="mod">
          <ac:chgData name="JAEYEON KIM" userId="5fd88c3b828d6b87" providerId="LiveId" clId="{4DEEB11C-6F4E-434B-9DEA-240AA84EFB01}" dt="2026-05-27T07:03:09.088" v="6074" actId="1076"/>
          <ac:grpSpMkLst>
            <pc:docMk/>
            <pc:sldMk cId="2162741341" sldId="296"/>
            <ac:grpSpMk id="163" creationId="{AAE9ABBD-60EC-2F9F-BE84-8F60ACA4DC0E}"/>
          </ac:grpSpMkLst>
        </pc:grpChg>
        <pc:grpChg chg="del">
          <ac:chgData name="JAEYEON KIM" userId="5fd88c3b828d6b87" providerId="LiveId" clId="{4DEEB11C-6F4E-434B-9DEA-240AA84EFB01}" dt="2026-05-27T07:03:20.019" v="6076" actId="165"/>
          <ac:grpSpMkLst>
            <pc:docMk/>
            <pc:sldMk cId="2162741341" sldId="296"/>
            <ac:grpSpMk id="167" creationId="{4DBFFB7B-0DFA-423E-AFAD-0F45CBEAA048}"/>
          </ac:grpSpMkLst>
        </pc:grpChg>
        <pc:picChg chg="add mod">
          <ac:chgData name="JAEYEON KIM" userId="5fd88c3b828d6b87" providerId="LiveId" clId="{4DEEB11C-6F4E-434B-9DEA-240AA84EFB01}" dt="2026-05-26T06:47:53.770" v="1359" actId="931"/>
          <ac:picMkLst>
            <pc:docMk/>
            <pc:sldMk cId="2162741341" sldId="296"/>
            <ac:picMk id="5" creationId="{C7A9AAF6-3DBE-423D-E663-4DC935EDB00C}"/>
          </ac:picMkLst>
        </pc:picChg>
      </pc:sldChg>
      <pc:sldChg chg="addSp modSp new mod">
        <pc:chgData name="JAEYEON KIM" userId="5fd88c3b828d6b87" providerId="LiveId" clId="{4DEEB11C-6F4E-434B-9DEA-240AA84EFB01}" dt="2026-05-26T06:48:41.976" v="1366" actId="931"/>
        <pc:sldMkLst>
          <pc:docMk/>
          <pc:sldMk cId="4274247667" sldId="297"/>
        </pc:sldMkLst>
        <pc:picChg chg="add mod">
          <ac:chgData name="JAEYEON KIM" userId="5fd88c3b828d6b87" providerId="LiveId" clId="{4DEEB11C-6F4E-434B-9DEA-240AA84EFB01}" dt="2026-05-26T06:48:41.976" v="1366" actId="931"/>
          <ac:picMkLst>
            <pc:docMk/>
            <pc:sldMk cId="4274247667" sldId="297"/>
            <ac:picMk id="3" creationId="{A7D50215-F7BA-290A-BC9D-39EF70B48517}"/>
          </ac:picMkLst>
        </pc:picChg>
      </pc:sldChg>
      <pc:sldChg chg="addSp delSp modSp add mod">
        <pc:chgData name="JAEYEON KIM" userId="5fd88c3b828d6b87" providerId="LiveId" clId="{4DEEB11C-6F4E-434B-9DEA-240AA84EFB01}" dt="2026-05-27T05:45:23.004" v="5472" actId="27803"/>
        <pc:sldMkLst>
          <pc:docMk/>
          <pc:sldMk cId="2565833911" sldId="298"/>
        </pc:sldMkLst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8" creationId="{E76EBF8A-1E7A-F60D-21B7-3679C4664CD9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182" creationId="{7D4A63A2-8CC4-9816-2171-FA5268EB67A0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09" creationId="{5D2777F2-ED9A-610F-0707-6735B450E9ED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83" creationId="{229210FA-4CDD-A642-97C3-12255576B9DD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87" creationId="{7073B0C3-24AF-4AC8-3130-1515E1A363BE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16" creationId="{B02060D4-5BAD-0AA4-557B-9020A2DD9060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51" creationId="{548DB7A0-F2AB-A860-494C-438B271DC17C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60" creationId="{CB498D43-1943-2C03-76EB-ECAC98D667EC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88" creationId="{651EF6DA-5143-4D8C-61B1-4EEA305FE3F0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400" creationId="{A2E0AF7A-E7A8-197B-4C86-EDCD5B13654A}"/>
          </ac:spMkLst>
        </pc:spChg>
        <pc:picChg chg="add mod">
          <ac:chgData name="JAEYEON KIM" userId="5fd88c3b828d6b87" providerId="LiveId" clId="{4DEEB11C-6F4E-434B-9DEA-240AA84EFB01}" dt="2026-05-26T06:48:50.580" v="1367" actId="931"/>
          <ac:picMkLst>
            <pc:docMk/>
            <pc:sldMk cId="2565833911" sldId="298"/>
            <ac:picMk id="3" creationId="{6B54FC5F-80E2-65C6-98DA-4811E791C254}"/>
          </ac:picMkLst>
        </pc:picChg>
      </pc:sldChg>
      <pc:sldChg chg="addSp modSp add mod">
        <pc:chgData name="JAEYEON KIM" userId="5fd88c3b828d6b87" providerId="LiveId" clId="{4DEEB11C-6F4E-434B-9DEA-240AA84EFB01}" dt="2026-05-26T06:48:58.673" v="1368" actId="931"/>
        <pc:sldMkLst>
          <pc:docMk/>
          <pc:sldMk cId="3130665599" sldId="299"/>
        </pc:sldMkLst>
        <pc:picChg chg="add mod">
          <ac:chgData name="JAEYEON KIM" userId="5fd88c3b828d6b87" providerId="LiveId" clId="{4DEEB11C-6F4E-434B-9DEA-240AA84EFB01}" dt="2026-05-26T06:48:58.673" v="1368" actId="931"/>
          <ac:picMkLst>
            <pc:docMk/>
            <pc:sldMk cId="3130665599" sldId="299"/>
            <ac:picMk id="3" creationId="{A73676F5-2ECC-BB7C-3AC4-70A4BA311A40}"/>
          </ac:picMkLst>
        </pc:picChg>
      </pc:sldChg>
      <pc:sldChg chg="addSp modSp add mod">
        <pc:chgData name="JAEYEON KIM" userId="5fd88c3b828d6b87" providerId="LiveId" clId="{4DEEB11C-6F4E-434B-9DEA-240AA84EFB01}" dt="2026-05-26T06:49:06.019" v="1369" actId="931"/>
        <pc:sldMkLst>
          <pc:docMk/>
          <pc:sldMk cId="3306338290" sldId="300"/>
        </pc:sldMkLst>
        <pc:picChg chg="add mod">
          <ac:chgData name="JAEYEON KIM" userId="5fd88c3b828d6b87" providerId="LiveId" clId="{4DEEB11C-6F4E-434B-9DEA-240AA84EFB01}" dt="2026-05-26T06:49:06.019" v="1369" actId="931"/>
          <ac:picMkLst>
            <pc:docMk/>
            <pc:sldMk cId="3306338290" sldId="300"/>
            <ac:picMk id="3" creationId="{8EE1CF2F-5A2F-1779-DF59-C1972ED3E44D}"/>
          </ac:picMkLst>
        </pc:picChg>
      </pc:sldChg>
      <pc:sldChg chg="addSp delSp modSp add mod">
        <pc:chgData name="JAEYEON KIM" userId="5fd88c3b828d6b87" providerId="LiveId" clId="{4DEEB11C-6F4E-434B-9DEA-240AA84EFB01}" dt="2026-05-27T06:41:41.149" v="5875" actId="164"/>
        <pc:sldMkLst>
          <pc:docMk/>
          <pc:sldMk cId="196341016" sldId="301"/>
        </pc:sldMkLst>
        <pc:spChg chg="mod">
          <ac:chgData name="JAEYEON KIM" userId="5fd88c3b828d6b87" providerId="LiveId" clId="{4DEEB11C-6F4E-434B-9DEA-240AA84EFB01}" dt="2026-05-27T06:41:21.693" v="5874" actId="1076"/>
          <ac:spMkLst>
            <pc:docMk/>
            <pc:sldMk cId="196341016" sldId="301"/>
            <ac:spMk id="4" creationId="{B719A5ED-76AE-B787-8F34-3FB79DAE95B5}"/>
          </ac:spMkLst>
        </pc:spChg>
        <pc:spChg chg="mod">
          <ac:chgData name="JAEYEON KIM" userId="5fd88c3b828d6b87" providerId="LiveId" clId="{4DEEB11C-6F4E-434B-9DEA-240AA84EFB01}" dt="2026-05-27T06:41:11.830" v="5871" actId="1076"/>
          <ac:spMkLst>
            <pc:docMk/>
            <pc:sldMk cId="196341016" sldId="301"/>
            <ac:spMk id="8" creationId="{FEB065D1-818B-010D-6B9F-85615E5BF3C2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9" creationId="{6D5F21E3-09EE-B357-A317-F06078649397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0" creationId="{03108310-B958-3CDC-244F-B2CD84D38A0F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1" creationId="{5D040BD0-60C6-8FA2-FE68-5F72B99A61E3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3" creationId="{45168FF0-CABB-5492-98F7-B5838F2321B9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4" creationId="{1F8CB910-D695-64C4-4DE7-E8C4411838A2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5" creationId="{59C00AB5-9D83-056C-2F0A-E85561127CC5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6" creationId="{4F293E4E-1B81-7B7B-9542-8A8FC6A02D5D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7" creationId="{04200F97-E4AD-D090-271D-77899600CC61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8" creationId="{20DD0625-5AED-C1AA-8FE7-FF06F14BBB20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9" creationId="{315A4D56-87C4-2BB1-ED81-4C5C74D36AA8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0" creationId="{89D61602-079F-6B65-2FDE-34A1CE4457F2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1" creationId="{9365313E-CC3C-1E30-B7AB-10EFD7699A75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2" creationId="{C291F993-7972-6CA5-2C49-0E5D91273EC7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23" creationId="{4454E311-5C4E-D714-7B2E-3E11BE8E85F2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24" creationId="{805782DC-EEA8-BA57-AED4-1664148617B1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6" creationId="{E31DD2E4-58C9-408B-D917-6592A8B5DFB8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45" creationId="{21ADCE34-A75C-2508-0337-9542AE646C89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63" creationId="{A118D3F5-5216-EE02-98C6-790231AB5B3F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70" creationId="{63FD04D3-149B-A91A-38D7-6AEE68D7267B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76" creationId="{664433A6-F2AF-517C-49C7-995910F9601C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82" creationId="{D284DA0E-EBCF-8F55-84DE-DB7A7B8C1F9D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98" creationId="{36A83586-D5B3-8153-B9D0-93DF4FC3C81C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112" creationId="{62816E30-BECA-9473-D9F4-547D190EC84F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116" creationId="{1C5EC905-A792-8C00-A2D2-754EFE61BA5C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126" creationId="{145BAD71-8D40-0F41-94E6-28AC52CE73A6}"/>
          </ac:spMkLst>
        </pc:spChg>
        <pc:picChg chg="add mod">
          <ac:chgData name="JAEYEON KIM" userId="5fd88c3b828d6b87" providerId="LiveId" clId="{4DEEB11C-6F4E-434B-9DEA-240AA84EFB01}" dt="2026-05-26T06:49:15.197" v="1370" actId="931"/>
          <ac:picMkLst>
            <pc:docMk/>
            <pc:sldMk cId="196341016" sldId="301"/>
            <ac:picMk id="3" creationId="{8A0724ED-EA54-7FAA-3766-A32C79739AE3}"/>
          </ac:picMkLst>
        </pc:picChg>
      </pc:sldChg>
      <pc:sldChg chg="addSp delSp modSp new mod">
        <pc:chgData name="JAEYEON KIM" userId="5fd88c3b828d6b87" providerId="LiveId" clId="{4DEEB11C-6F4E-434B-9DEA-240AA84EFB01}" dt="2026-05-27T06:30:14.913" v="5786" actId="27803"/>
        <pc:sldMkLst>
          <pc:docMk/>
          <pc:sldMk cId="1633054509" sldId="302"/>
        </pc:sldMkLst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50" creationId="{B9A1FF13-3BED-02A7-7A07-C292CD58A23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54" creationId="{FDFA47FE-A4AC-9C65-375E-343636B4B3E7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83" creationId="{3231E8F1-CDA5-5B48-0EA0-A12A5B31325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86" creationId="{7023FECF-8662-7094-8C81-1CA6CE8C184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96" creationId="{91D9D78F-A1B9-DBC5-54B0-E6C0958F57DF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25" creationId="{FA61A778-E108-3580-9936-CE2D51F78F7A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47" creationId="{C2421897-1D1D-B015-F8E3-297F03BA6C44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54" creationId="{908FE2E4-9762-CB6A-4B14-B5B3C2C6E7C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61" creationId="{5C90C6F1-7580-6110-445E-F601A62C0589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82" creationId="{53B3268A-A451-3C6C-B019-6F5E0082CDA3}"/>
          </ac:spMkLst>
        </pc:spChg>
        <pc:picChg chg="add mod">
          <ac:chgData name="JAEYEON KIM" userId="5fd88c3b828d6b87" providerId="LiveId" clId="{4DEEB11C-6F4E-434B-9DEA-240AA84EFB01}" dt="2026-05-26T06:49:28.948" v="1376" actId="931"/>
          <ac:picMkLst>
            <pc:docMk/>
            <pc:sldMk cId="1633054509" sldId="302"/>
            <ac:picMk id="3" creationId="{3DAD8E99-7F59-4543-9550-F5DDB40968DA}"/>
          </ac:picMkLst>
        </pc:picChg>
      </pc:sldChg>
      <pc:sldChg chg="addSp delSp modSp add mod">
        <pc:chgData name="JAEYEON KIM" userId="5fd88c3b828d6b87" providerId="LiveId" clId="{4DEEB11C-6F4E-434B-9DEA-240AA84EFB01}" dt="2026-05-27T06:33:08.033" v="5803" actId="164"/>
        <pc:sldMkLst>
          <pc:docMk/>
          <pc:sldMk cId="2724513165" sldId="303"/>
        </pc:sldMkLst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3" creationId="{49C17656-B6DD-81CD-31C9-1FE0A6D4D753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0" creationId="{4C70F55D-0D48-A058-39CD-0A4725074AEB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1" creationId="{EDD317C5-2C9C-FFFE-6EBD-0352764980EB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2" creationId="{B0DC1524-25E5-B8FC-7009-90F033F5DF65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3" creationId="{A85A3174-AE65-D63B-6222-3A1F0405EAD7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22" creationId="{E6C2E298-6794-84E8-3A38-A4E38484C82B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36" creationId="{DB700225-3AB3-27E0-6F52-D1712BA1DF83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41" creationId="{F5D80CFE-34F6-2ADA-B19C-39E6F8582D24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49" creationId="{FD30E8B6-DEDC-6A65-A7AF-F29CBAD8B2A8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51" creationId="{258443A8-CD20-8167-A1F0-507600D7C57A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59" creationId="{04AF87F3-1EB0-5331-131B-4EDB35D65112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60" creationId="{76F593CB-569B-882C-A4B8-9481DD52CEEE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92" creationId="{4DC65B96-CDE8-2A20-CB03-09EDCE8605EC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95" creationId="{A01D7895-948C-26B4-4F1D-E137A0C813B1}"/>
          </ac:spMkLst>
        </pc:spChg>
        <pc:grpChg chg="add mod">
          <ac:chgData name="JAEYEON KIM" userId="5fd88c3b828d6b87" providerId="LiveId" clId="{4DEEB11C-6F4E-434B-9DEA-240AA84EFB01}" dt="2026-05-27T06:33:08.033" v="5803" actId="164"/>
          <ac:grpSpMkLst>
            <pc:docMk/>
            <pc:sldMk cId="2724513165" sldId="303"/>
            <ac:grpSpMk id="96" creationId="{51205A65-7908-8B10-EFF2-DCC06E87833D}"/>
          </ac:grpSpMkLst>
        </pc:grpChg>
        <pc:picChg chg="add del mod">
          <ac:chgData name="JAEYEON KIM" userId="5fd88c3b828d6b87" providerId="LiveId" clId="{4DEEB11C-6F4E-434B-9DEA-240AA84EFB01}" dt="2026-05-26T06:49:39.601" v="1378" actId="478"/>
          <ac:picMkLst>
            <pc:docMk/>
            <pc:sldMk cId="2724513165" sldId="303"/>
            <ac:picMk id="3" creationId="{5B87AD09-3A7A-112C-28B8-664CF31B26BC}"/>
          </ac:picMkLst>
        </pc:picChg>
        <pc:picChg chg="add mod">
          <ac:chgData name="JAEYEON KIM" userId="5fd88c3b828d6b87" providerId="LiveId" clId="{4DEEB11C-6F4E-434B-9DEA-240AA84EFB01}" dt="2026-05-26T06:49:46.825" v="1379" actId="931"/>
          <ac:picMkLst>
            <pc:docMk/>
            <pc:sldMk cId="2724513165" sldId="303"/>
            <ac:picMk id="5" creationId="{86CB23A4-FFC7-3056-5791-049F4BFB0B8F}"/>
          </ac:picMkLst>
        </pc:picChg>
      </pc:sldChg>
      <pc:sldChg chg="addSp delSp modSp add mod">
        <pc:chgData name="JAEYEON KIM" userId="5fd88c3b828d6b87" providerId="LiveId" clId="{4DEEB11C-6F4E-434B-9DEA-240AA84EFB01}" dt="2026-05-27T06:36:16.990" v="5840" actId="164"/>
        <pc:sldMkLst>
          <pc:docMk/>
          <pc:sldMk cId="2116780028" sldId="304"/>
        </pc:sldMkLst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7" creationId="{8E74B6BF-252E-5372-B718-1869F988E3CD}"/>
          </ac:spMkLst>
        </pc:spChg>
        <pc:spChg chg="mod">
          <ac:chgData name="JAEYEON KIM" userId="5fd88c3b828d6b87" providerId="LiveId" clId="{4DEEB11C-6F4E-434B-9DEA-240AA84EFB01}" dt="2026-05-27T06:36:16.990" v="5840" actId="164"/>
          <ac:spMkLst>
            <pc:docMk/>
            <pc:sldMk cId="2116780028" sldId="304"/>
            <ac:spMk id="8" creationId="{F206EC6F-6521-863F-BAF0-09243D69FFE7}"/>
          </ac:spMkLst>
        </pc:spChg>
        <pc:spChg chg="mod">
          <ac:chgData name="JAEYEON KIM" userId="5fd88c3b828d6b87" providerId="LiveId" clId="{4DEEB11C-6F4E-434B-9DEA-240AA84EFB01}" dt="2026-05-27T06:36:16.990" v="5840" actId="164"/>
          <ac:spMkLst>
            <pc:docMk/>
            <pc:sldMk cId="2116780028" sldId="304"/>
            <ac:spMk id="10" creationId="{4DE82EA2-0B9D-3C7B-DA7B-2C893DB9AB8C}"/>
          </ac:spMkLst>
        </pc:spChg>
        <pc:spChg chg="mod">
          <ac:chgData name="JAEYEON KIM" userId="5fd88c3b828d6b87" providerId="LiveId" clId="{4DEEB11C-6F4E-434B-9DEA-240AA84EFB01}" dt="2026-05-27T06:36:16.990" v="5840" actId="164"/>
          <ac:spMkLst>
            <pc:docMk/>
            <pc:sldMk cId="2116780028" sldId="304"/>
            <ac:spMk id="11" creationId="{87A72D17-7192-7DCD-9AF8-C7F058A6525B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16" creationId="{C3069ED1-5620-3A30-B9FF-4D0E4A2672E8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37" creationId="{EA6F4095-BE58-4C34-8ADB-83DD29ED41CF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39" creationId="{8DF6E532-11AB-C05F-6C37-0CF2C482AF9B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44" creationId="{D7037499-5ADD-3977-6907-A32AFDBD8595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51" creationId="{D18C20CE-AF67-37C7-98A9-946F19E48C3F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57" creationId="{CFA636CE-7AE5-2D1C-00DB-6C64872EE7F4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59" creationId="{D2629524-712E-8E05-7501-6AD85C3C7C7C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61" creationId="{0BFFE0C7-9145-7634-94D9-DEF0F246121E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112" creationId="{D37C7A14-B52E-ED4E-0CF6-AEE39E72A723}"/>
          </ac:spMkLst>
        </pc:spChg>
        <pc:grpChg chg="add mod">
          <ac:chgData name="JAEYEON KIM" userId="5fd88c3b828d6b87" providerId="LiveId" clId="{4DEEB11C-6F4E-434B-9DEA-240AA84EFB01}" dt="2026-05-27T06:36:16.990" v="5840" actId="164"/>
          <ac:grpSpMkLst>
            <pc:docMk/>
            <pc:sldMk cId="2116780028" sldId="304"/>
            <ac:grpSpMk id="127" creationId="{7356E0DB-44A1-2CB2-61D0-B9F0A6E84B8E}"/>
          </ac:grpSpMkLst>
        </pc:grpChg>
        <pc:picChg chg="add mod">
          <ac:chgData name="JAEYEON KIM" userId="5fd88c3b828d6b87" providerId="LiveId" clId="{4DEEB11C-6F4E-434B-9DEA-240AA84EFB01}" dt="2026-05-26T06:49:54.547" v="1380" actId="931"/>
          <ac:picMkLst>
            <pc:docMk/>
            <pc:sldMk cId="2116780028" sldId="304"/>
            <ac:picMk id="3" creationId="{84B3FA87-5018-970F-3AF1-DEEB6007F4C8}"/>
          </ac:picMkLst>
        </pc:picChg>
      </pc:sldChg>
      <pc:sldChg chg="addSp modSp add mod">
        <pc:chgData name="JAEYEON KIM" userId="5fd88c3b828d6b87" providerId="LiveId" clId="{4DEEB11C-6F4E-434B-9DEA-240AA84EFB01}" dt="2026-05-26T06:50:05.333" v="1381" actId="931"/>
        <pc:sldMkLst>
          <pc:docMk/>
          <pc:sldMk cId="1808033589" sldId="305"/>
        </pc:sldMkLst>
        <pc:picChg chg="add mod">
          <ac:chgData name="JAEYEON KIM" userId="5fd88c3b828d6b87" providerId="LiveId" clId="{4DEEB11C-6F4E-434B-9DEA-240AA84EFB01}" dt="2026-05-26T06:50:05.333" v="1381" actId="931"/>
          <ac:picMkLst>
            <pc:docMk/>
            <pc:sldMk cId="1808033589" sldId="305"/>
            <ac:picMk id="3" creationId="{A0D82842-9805-D674-9CED-8899B6C72A8D}"/>
          </ac:picMkLst>
        </pc:picChg>
      </pc:sldChg>
      <pc:sldChg chg="add">
        <pc:chgData name="JAEYEON KIM" userId="5fd88c3b828d6b87" providerId="LiveId" clId="{4DEEB11C-6F4E-434B-9DEA-240AA84EFB01}" dt="2026-05-26T06:49:21.015" v="1375"/>
        <pc:sldMkLst>
          <pc:docMk/>
          <pc:sldMk cId="219839110" sldId="306"/>
        </pc:sldMkLst>
      </pc:sldChg>
      <pc:sldChg chg="addSp delSp modSp add mod ord">
        <pc:chgData name="JAEYEON KIM" userId="5fd88c3b828d6b87" providerId="LiveId" clId="{4DEEB11C-6F4E-434B-9DEA-240AA84EFB01}" dt="2026-05-27T02:30:35.600" v="4007" actId="478"/>
        <pc:sldMkLst>
          <pc:docMk/>
          <pc:sldMk cId="3033095292" sldId="307"/>
        </pc:sldMkLst>
        <pc:spChg chg="del mod">
          <ac:chgData name="JAEYEON KIM" userId="5fd88c3b828d6b87" providerId="LiveId" clId="{4DEEB11C-6F4E-434B-9DEA-240AA84EFB01}" dt="2026-05-27T02:07:20.342" v="3404" actId="478"/>
          <ac:spMkLst>
            <pc:docMk/>
            <pc:sldMk cId="3033095292" sldId="307"/>
            <ac:spMk id="5" creationId="{7B3C1CAC-8911-2044-416D-DDA48B11F311}"/>
          </ac:spMkLst>
        </pc:spChg>
        <pc:spChg chg="add mod">
          <ac:chgData name="JAEYEON KIM" userId="5fd88c3b828d6b87" providerId="LiveId" clId="{4DEEB11C-6F4E-434B-9DEA-240AA84EFB01}" dt="2026-05-27T02:07:20.729" v="3405"/>
          <ac:spMkLst>
            <pc:docMk/>
            <pc:sldMk cId="3033095292" sldId="307"/>
            <ac:spMk id="11" creationId="{DA17EF55-6374-A829-7C6A-B8FAAA4535C7}"/>
          </ac:spMkLst>
        </pc:spChg>
        <pc:spChg chg="mod">
          <ac:chgData name="JAEYEON KIM" userId="5fd88c3b828d6b87" providerId="LiveId" clId="{4DEEB11C-6F4E-434B-9DEA-240AA84EFB01}" dt="2026-05-27T02:29:56.381" v="3961"/>
          <ac:spMkLst>
            <pc:docMk/>
            <pc:sldMk cId="3033095292" sldId="307"/>
            <ac:spMk id="13" creationId="{0388D85B-BD64-A611-CF17-B7BB1DB75C16}"/>
          </ac:spMkLst>
        </pc:spChg>
        <pc:spChg chg="mod">
          <ac:chgData name="JAEYEON KIM" userId="5fd88c3b828d6b87" providerId="LiveId" clId="{4DEEB11C-6F4E-434B-9DEA-240AA84EFB01}" dt="2026-05-27T02:29:56.381" v="3961"/>
          <ac:spMkLst>
            <pc:docMk/>
            <pc:sldMk cId="3033095292" sldId="307"/>
            <ac:spMk id="14" creationId="{64AB574A-9A79-225B-C8F6-859659981889}"/>
          </ac:spMkLst>
        </pc:spChg>
        <pc:spChg chg="mod">
          <ac:chgData name="JAEYEON KIM" userId="5fd88c3b828d6b87" providerId="LiveId" clId="{4DEEB11C-6F4E-434B-9DEA-240AA84EFB01}" dt="2026-05-27T02:30:14.280" v="4003" actId="2711"/>
          <ac:spMkLst>
            <pc:docMk/>
            <pc:sldMk cId="3033095292" sldId="307"/>
            <ac:spMk id="15" creationId="{3BB8E4D6-C8A0-631A-E3FD-D9F577E71AC5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25" creationId="{E4A3E673-CF29-FDA6-725C-D56D26DDAA80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29" creationId="{A2C77D9C-9695-F4C9-8E1E-10BF2EFD1F69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0" creationId="{3582B57C-B0E9-BA10-EE8A-4225FFCF3F3C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3" creationId="{70A829F0-9E84-8406-2346-6E8352A25444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5" creationId="{8900D592-DAAE-0A53-401E-CB44D2C82A44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9" creationId="{9ADC61B0-A027-4854-402C-A22AE6D87D1A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43" creationId="{DE612783-EDD7-7737-C926-31A4927EFC63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48" creationId="{9B031FFA-8291-2238-298C-3D3F0C927212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51" creationId="{1536CF5B-5CC3-D19F-B1B9-32DAB7386637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56" creationId="{780510AA-1D45-B797-DD94-A8C708CAAB62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68" creationId="{59B0E4BD-18A4-1A61-5188-B19A7ED8AEEE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70" creationId="{C4F587CF-0DBC-0112-1B46-2D04455D3ED6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76" creationId="{3E1BEC01-44E7-9783-47F4-A4978B2E3BC7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78" creationId="{56F36242-E838-C8BB-FAE5-59D9271B90B5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1" creationId="{B827BAA7-0DD1-AC85-D4EA-5E1E1FA951D6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4" creationId="{DF7FCA17-9A1F-5224-7FB0-8983F58C1A83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5" creationId="{8E78CC5F-7088-374B-31FD-03ECD58E548F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8" creationId="{31956558-3AAA-B7CF-9B3D-A1CCD657D7DB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96" creationId="{3F888D46-2771-A4DE-8429-8E77D39DFB04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98" creationId="{E1E5FA79-B471-69FE-0C57-DF0711183782}"/>
          </ac:spMkLst>
        </pc:spChg>
        <pc:grpChg chg="mod">
          <ac:chgData name="JAEYEON KIM" userId="5fd88c3b828d6b87" providerId="LiveId" clId="{4DEEB11C-6F4E-434B-9DEA-240AA84EFB01}" dt="2026-05-26T08:20:14.394" v="2097" actId="1036"/>
          <ac:grpSpMkLst>
            <pc:docMk/>
            <pc:sldMk cId="3033095292" sldId="307"/>
            <ac:grpSpMk id="9" creationId="{B475F3CB-4CA3-F7A0-7434-C4AC8418C987}"/>
          </ac:grpSpMkLst>
        </pc:grpChg>
        <pc:grpChg chg="add mod">
          <ac:chgData name="JAEYEON KIM" userId="5fd88c3b828d6b87" providerId="LiveId" clId="{4DEEB11C-6F4E-434B-9DEA-240AA84EFB01}" dt="2026-05-26T08:20:24.946" v="2123" actId="1036"/>
          <ac:grpSpMkLst>
            <pc:docMk/>
            <pc:sldMk cId="3033095292" sldId="307"/>
            <ac:grpSpMk id="10" creationId="{2DA0F150-C856-F3A7-F2DF-B76D346D1407}"/>
          </ac:grpSpMkLst>
        </pc:grpChg>
        <pc:grpChg chg="add mod">
          <ac:chgData name="JAEYEON KIM" userId="5fd88c3b828d6b87" providerId="LiveId" clId="{4DEEB11C-6F4E-434B-9DEA-240AA84EFB01}" dt="2026-05-27T02:30:32.411" v="4006" actId="1076"/>
          <ac:grpSpMkLst>
            <pc:docMk/>
            <pc:sldMk cId="3033095292" sldId="307"/>
            <ac:grpSpMk id="12" creationId="{C8C7E234-9D7B-3A0A-E335-90E0B28B283D}"/>
          </ac:grpSpMkLst>
        </pc:grpChg>
        <pc:grpChg chg="mod">
          <ac:chgData name="JAEYEON KIM" userId="5fd88c3b828d6b87" providerId="LiveId" clId="{4DEEB11C-6F4E-434B-9DEA-240AA84EFB01}" dt="2026-05-26T08:20:19.988" v="2098" actId="164"/>
          <ac:grpSpMkLst>
            <pc:docMk/>
            <pc:sldMk cId="3033095292" sldId="307"/>
            <ac:grpSpMk id="105" creationId="{4C878D75-5CDF-3AD8-9F6E-E43DE1704848}"/>
          </ac:grpSpMkLst>
        </pc:grpChg>
        <pc:grpChg chg="del mod">
          <ac:chgData name="JAEYEON KIM" userId="5fd88c3b828d6b87" providerId="LiveId" clId="{4DEEB11C-6F4E-434B-9DEA-240AA84EFB01}" dt="2026-05-27T02:30:35.600" v="4007" actId="478"/>
          <ac:grpSpMkLst>
            <pc:docMk/>
            <pc:sldMk cId="3033095292" sldId="307"/>
            <ac:grpSpMk id="106" creationId="{5808EC5A-53F0-B101-8129-D7EE837C894A}"/>
          </ac:grpSpMkLst>
        </pc:grpChg>
      </pc:sldChg>
      <pc:sldChg chg="addSp delSp modSp add mod">
        <pc:chgData name="JAEYEON KIM" userId="5fd88c3b828d6b87" providerId="LiveId" clId="{4DEEB11C-6F4E-434B-9DEA-240AA84EFB01}" dt="2026-05-27T04:26:08.617" v="4932" actId="20577"/>
        <pc:sldMkLst>
          <pc:docMk/>
          <pc:sldMk cId="3871140607" sldId="308"/>
        </pc:sldMkLst>
        <pc:spChg chg="mod">
          <ac:chgData name="JAEYEON KIM" userId="5fd88c3b828d6b87" providerId="LiveId" clId="{4DEEB11C-6F4E-434B-9DEA-240AA84EFB01}" dt="2026-05-27T02:10:26.021" v="3431" actId="207"/>
          <ac:spMkLst>
            <pc:docMk/>
            <pc:sldMk cId="3871140607" sldId="308"/>
            <ac:spMk id="5" creationId="{B0821FEC-4B31-A9D3-125D-D7AEB7F0AAD0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8" creationId="{6BDC4A72-1052-9DAA-0DE7-5D5D2A3F9D38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25" creationId="{CA65CB64-66E7-95B3-1C27-81E2BF6F227B}"/>
          </ac:spMkLst>
        </pc:spChg>
        <pc:spChg chg="del">
          <ac:chgData name="JAEYEON KIM" userId="5fd88c3b828d6b87" providerId="LiveId" clId="{4DEEB11C-6F4E-434B-9DEA-240AA84EFB01}" dt="2026-05-27T02:23:43.004" v="3874" actId="478"/>
          <ac:spMkLst>
            <pc:docMk/>
            <pc:sldMk cId="3871140607" sldId="308"/>
            <ac:spMk id="27" creationId="{3A053650-3032-A90B-B3CD-07BCAB207947}"/>
          </ac:spMkLst>
        </pc:spChg>
        <pc:spChg chg="del">
          <ac:chgData name="JAEYEON KIM" userId="5fd88c3b828d6b87" providerId="LiveId" clId="{4DEEB11C-6F4E-434B-9DEA-240AA84EFB01}" dt="2026-05-27T02:23:39.668" v="3870" actId="478"/>
          <ac:spMkLst>
            <pc:docMk/>
            <pc:sldMk cId="3871140607" sldId="308"/>
            <ac:spMk id="28" creationId="{B508B1C2-1746-6BC2-434C-C28B047DF94B}"/>
          </ac:spMkLst>
        </pc:spChg>
        <pc:spChg chg="del">
          <ac:chgData name="JAEYEON KIM" userId="5fd88c3b828d6b87" providerId="LiveId" clId="{4DEEB11C-6F4E-434B-9DEA-240AA84EFB01}" dt="2026-05-27T02:23:46.817" v="3877" actId="478"/>
          <ac:spMkLst>
            <pc:docMk/>
            <pc:sldMk cId="3871140607" sldId="308"/>
            <ac:spMk id="30" creationId="{CB906C17-1D40-0DD9-E136-D0F894A76C43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1" creationId="{0A199880-AE9C-E612-C286-6795B8BD24AE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2" creationId="{F835040D-72FB-38C0-2560-C65060957A62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3" creationId="{9573B755-4379-D751-D6E8-ED9365EDF64D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7" creationId="{4246A437-723D-8431-58AF-C8C92AA22DAD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8" creationId="{1F66B0E2-2274-DC64-F638-93BCB3B711C6}"/>
          </ac:spMkLst>
        </pc:spChg>
        <pc:spChg chg="del">
          <ac:chgData name="JAEYEON KIM" userId="5fd88c3b828d6b87" providerId="LiveId" clId="{4DEEB11C-6F4E-434B-9DEA-240AA84EFB01}" dt="2026-05-27T02:23:41.629" v="3873" actId="478"/>
          <ac:spMkLst>
            <pc:docMk/>
            <pc:sldMk cId="3871140607" sldId="308"/>
            <ac:spMk id="40" creationId="{F51D8DD7-C7C6-666E-F49C-8A6BE2E00528}"/>
          </ac:spMkLst>
        </pc:spChg>
        <pc:spChg chg="del">
          <ac:chgData name="JAEYEON KIM" userId="5fd88c3b828d6b87" providerId="LiveId" clId="{4DEEB11C-6F4E-434B-9DEA-240AA84EFB01}" dt="2026-05-27T02:23:40.113" v="3871" actId="478"/>
          <ac:spMkLst>
            <pc:docMk/>
            <pc:sldMk cId="3871140607" sldId="308"/>
            <ac:spMk id="41" creationId="{6026A0C3-0862-F5E9-3A4D-B2ACF0720861}"/>
          </ac:spMkLst>
        </pc:spChg>
        <pc:spChg chg="del mod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42" creationId="{4342FE8B-E3A5-5AB4-3B6A-FEA393189883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43" creationId="{4A9A8062-5EE5-BA65-656C-BA7DF824EDCF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44" creationId="{F1EA1494-CD8E-2937-D204-2B1A4EE8142F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45" creationId="{FD32BF33-3A3C-DBC8-C6D9-264F8EC92A58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46" creationId="{9129E4BD-3E70-5E3D-6FA8-1F655F589D1D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53" creationId="{3AC61AD1-42F4-0021-E24D-439F1F3E3E65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54" creationId="{1A540525-10EB-932C-7F17-64C444E28897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55" creationId="{1C69FE92-6AC9-6C9F-F9FC-B45C83E6E03F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56" creationId="{E1BD13DD-FA65-AAEF-6AD5-CAE9BA8F69D6}"/>
          </ac:spMkLst>
        </pc:spChg>
        <pc:spChg chg="mod">
          <ac:chgData name="JAEYEON KIM" userId="5fd88c3b828d6b87" providerId="LiveId" clId="{4DEEB11C-6F4E-434B-9DEA-240AA84EFB01}" dt="2026-05-27T02:14:48.870" v="3486" actId="207"/>
          <ac:spMkLst>
            <pc:docMk/>
            <pc:sldMk cId="3871140607" sldId="308"/>
            <ac:spMk id="59" creationId="{2914EC21-D979-70F5-C116-B762721A21CF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10" creationId="{D799B61B-3F85-126B-1774-65D5EF8A5ABB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16" creationId="{0A4D3C2E-5AB4-2B7C-A8CE-D0F4BEF60BB2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20" creationId="{541EEC41-F94E-FBB7-098F-4548E5D44411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25" creationId="{F37EC86F-D620-56C1-0762-C26B723CC583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30" creationId="{DE3BFD43-158C-B81A-DED9-A09B0296D74F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32" creationId="{D3CFF8F5-4EF6-C7B7-B123-2F9D5087F033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38" creationId="{863600B5-E4CB-47B6-F71B-F4E347702BB2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60" creationId="{4EE32F0E-3F87-E5C8-F687-EC234C44CCC7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63" creationId="{9105A2DB-79A9-FC5D-1132-CA7829B23CD8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68" creationId="{9700A312-C6AF-60A0-5782-FDE7715D820B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69" creationId="{57C1ED40-6BFA-05BD-0179-9742E4163C44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70" creationId="{881515F8-7058-0BFC-7D0F-07D3B607F0AD}"/>
          </ac:spMkLst>
        </pc:spChg>
        <pc:spChg chg="mod topLvl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71" creationId="{106AA938-4E3E-5056-9F12-C6BAF573E15D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72" creationId="{E3A87DDB-9EC2-C745-67DB-66EED1227A75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74" creationId="{3C81B941-0964-6A0E-2B49-9CC595300C77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75" creationId="{7A183434-AE26-F14E-FFF3-BDEBEF286D42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188" creationId="{FF352F6B-0D71-A179-94F9-143E2A2C64FA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189" creationId="{4FC5F0C6-DF4C-0C25-5FC1-3C59152B0B2D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92" creationId="{ADF816C8-A186-8532-7FD1-B333CE45F6B1}"/>
          </ac:spMkLst>
        </pc:spChg>
        <pc:spChg chg="mod topLvl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94" creationId="{1474E247-5535-B2EB-AF78-74D303E8F1EB}"/>
          </ac:spMkLst>
        </pc:spChg>
        <pc:spChg chg="mod">
          <ac:chgData name="JAEYEON KIM" userId="5fd88c3b828d6b87" providerId="LiveId" clId="{4DEEB11C-6F4E-434B-9DEA-240AA84EFB01}" dt="2026-05-27T02:16:58.256" v="3538" actId="2711"/>
          <ac:spMkLst>
            <pc:docMk/>
            <pc:sldMk cId="3871140607" sldId="308"/>
            <ac:spMk id="198" creationId="{2CB4FD89-FF8E-09F0-30B5-F841B85B3F4A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02" creationId="{1B32E47F-E5CF-F78F-B66D-77E7545AE859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03" creationId="{7575B265-26E5-0D2F-F37A-97BDA015B5F7}"/>
          </ac:spMkLst>
        </pc:spChg>
        <pc:spChg chg="mod topLvl">
          <ac:chgData name="JAEYEON KIM" userId="5fd88c3b828d6b87" providerId="LiveId" clId="{4DEEB11C-6F4E-434B-9DEA-240AA84EFB01}" dt="2026-05-27T02:24:09.461" v="3886" actId="20577"/>
          <ac:spMkLst>
            <pc:docMk/>
            <pc:sldMk cId="3871140607" sldId="308"/>
            <ac:spMk id="204" creationId="{F67EAC02-0E57-95CF-3C1E-A4258BAB1814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07" creationId="{BE6B4DB3-18B8-0D83-8262-CA242052ACB5}"/>
          </ac:spMkLst>
        </pc:spChg>
        <pc:spChg chg="del mod">
          <ac:chgData name="JAEYEON KIM" userId="5fd88c3b828d6b87" providerId="LiveId" clId="{4DEEB11C-6F4E-434B-9DEA-240AA84EFB01}" dt="2026-05-27T02:18:11.428" v="3616" actId="478"/>
          <ac:spMkLst>
            <pc:docMk/>
            <pc:sldMk cId="3871140607" sldId="308"/>
            <ac:spMk id="208" creationId="{3EB48514-2507-0AFB-875A-707C67923C81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10" creationId="{7D4A6D8C-6214-39ED-F1D3-9C19D2486559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15" creationId="{64581714-04B0-F7D4-7E89-D88F03C80C30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17" creationId="{1F206E55-A0CC-EB8C-E7A7-C23B64BCC18F}"/>
          </ac:spMkLst>
        </pc:spChg>
        <pc:spChg chg="del mod">
          <ac:chgData name="JAEYEON KIM" userId="5fd88c3b828d6b87" providerId="LiveId" clId="{4DEEB11C-6F4E-434B-9DEA-240AA84EFB01}" dt="2026-05-27T02:18:09.859" v="3615" actId="478"/>
          <ac:spMkLst>
            <pc:docMk/>
            <pc:sldMk cId="3871140607" sldId="308"/>
            <ac:spMk id="218" creationId="{52DF654D-1E6F-26B5-76F9-567CCF6C0800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27" creationId="{42E7B71E-6E23-A89E-1E6E-9D80F1AC0E3F}"/>
          </ac:spMkLst>
        </pc:spChg>
        <pc:spChg chg="del mod">
          <ac:chgData name="JAEYEON KIM" userId="5fd88c3b828d6b87" providerId="LiveId" clId="{4DEEB11C-6F4E-434B-9DEA-240AA84EFB01}" dt="2026-05-27T02:18:08.560" v="3614" actId="478"/>
          <ac:spMkLst>
            <pc:docMk/>
            <pc:sldMk cId="3871140607" sldId="308"/>
            <ac:spMk id="228" creationId="{D7CBE824-B9F7-9CC0-9A6F-18FEE4646657}"/>
          </ac:spMkLst>
        </pc:spChg>
        <pc:spChg chg="del">
          <ac:chgData name="JAEYEON KIM" userId="5fd88c3b828d6b87" providerId="LiveId" clId="{4DEEB11C-6F4E-434B-9DEA-240AA84EFB01}" dt="2026-05-27T02:17:15.701" v="3539" actId="478"/>
          <ac:spMkLst>
            <pc:docMk/>
            <pc:sldMk cId="3871140607" sldId="308"/>
            <ac:spMk id="230" creationId="{839E4BA2-594D-CEA2-0EFD-EF0E47E07583}"/>
          </ac:spMkLst>
        </pc:spChg>
        <pc:spChg chg="del">
          <ac:chgData name="JAEYEON KIM" userId="5fd88c3b828d6b87" providerId="LiveId" clId="{4DEEB11C-6F4E-434B-9DEA-240AA84EFB01}" dt="2026-05-27T02:17:36.543" v="3565" actId="478"/>
          <ac:spMkLst>
            <pc:docMk/>
            <pc:sldMk cId="3871140607" sldId="308"/>
            <ac:spMk id="232" creationId="{8EC8C3E7-7055-4424-4D39-AF526CC9337C}"/>
          </ac:spMkLst>
        </pc:spChg>
        <pc:spChg chg="del">
          <ac:chgData name="JAEYEON KIM" userId="5fd88c3b828d6b87" providerId="LiveId" clId="{4DEEB11C-6F4E-434B-9DEA-240AA84EFB01}" dt="2026-05-27T02:17:46.542" v="3583" actId="478"/>
          <ac:spMkLst>
            <pc:docMk/>
            <pc:sldMk cId="3871140607" sldId="308"/>
            <ac:spMk id="234" creationId="{A8BE94B5-8E9B-DC9B-F903-0E0089568B01}"/>
          </ac:spMkLst>
        </pc:spChg>
        <pc:spChg chg="del">
          <ac:chgData name="JAEYEON KIM" userId="5fd88c3b828d6b87" providerId="LiveId" clId="{4DEEB11C-6F4E-434B-9DEA-240AA84EFB01}" dt="2026-05-27T02:17:54.679" v="3596" actId="478"/>
          <ac:spMkLst>
            <pc:docMk/>
            <pc:sldMk cId="3871140607" sldId="308"/>
            <ac:spMk id="236" creationId="{91FF4463-2F09-B944-6619-0522BA1E3E9C}"/>
          </ac:spMkLst>
        </pc:spChg>
        <pc:spChg chg="del mod">
          <ac:chgData name="JAEYEON KIM" userId="5fd88c3b828d6b87" providerId="LiveId" clId="{4DEEB11C-6F4E-434B-9DEA-240AA84EFB01}" dt="2026-05-27T02:18:06.502" v="3613" actId="478"/>
          <ac:spMkLst>
            <pc:docMk/>
            <pc:sldMk cId="3871140607" sldId="308"/>
            <ac:spMk id="238" creationId="{F2AAA709-C845-F2B5-0128-4295B29FDB86}"/>
          </ac:spMkLst>
        </pc:spChg>
        <pc:spChg chg="del mod topLvl">
          <ac:chgData name="JAEYEON KIM" userId="5fd88c3b828d6b87" providerId="LiveId" clId="{4DEEB11C-6F4E-434B-9DEA-240AA84EFB01}" dt="2026-05-27T02:18:55.021" v="3733" actId="478"/>
          <ac:spMkLst>
            <pc:docMk/>
            <pc:sldMk cId="3871140607" sldId="308"/>
            <ac:spMk id="239" creationId="{7BFCA6D3-D39E-5A71-E32F-009C7CD3D8FB}"/>
          </ac:spMkLst>
        </pc:spChg>
        <pc:spChg chg="mod topLvl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40" creationId="{9F9DD826-FBA2-F7BB-0B07-40D649AC482F}"/>
          </ac:spMkLst>
        </pc:spChg>
        <pc:spChg chg="del">
          <ac:chgData name="JAEYEON KIM" userId="5fd88c3b828d6b87" providerId="LiveId" clId="{4DEEB11C-6F4E-434B-9DEA-240AA84EFB01}" dt="2026-05-27T02:18:55.681" v="3734" actId="478"/>
          <ac:spMkLst>
            <pc:docMk/>
            <pc:sldMk cId="3871140607" sldId="308"/>
            <ac:spMk id="241" creationId="{D428B705-941E-28EA-2292-24026FEAEDCE}"/>
          </ac:spMkLst>
        </pc:spChg>
        <pc:spChg chg="mod">
          <ac:chgData name="JAEYEON KIM" userId="5fd88c3b828d6b87" providerId="LiveId" clId="{4DEEB11C-6F4E-434B-9DEA-240AA84EFB01}" dt="2026-05-27T02:17:42.948" v="3582" actId="1035"/>
          <ac:spMkLst>
            <pc:docMk/>
            <pc:sldMk cId="3871140607" sldId="308"/>
            <ac:spMk id="242" creationId="{818DA4BC-FF3C-A7C6-274B-CD19B40AD7D2}"/>
          </ac:spMkLst>
        </pc:spChg>
        <pc:spChg chg="del">
          <ac:chgData name="JAEYEON KIM" userId="5fd88c3b828d6b87" providerId="LiveId" clId="{4DEEB11C-6F4E-434B-9DEA-240AA84EFB01}" dt="2026-05-27T02:18:56.538" v="3735" actId="478"/>
          <ac:spMkLst>
            <pc:docMk/>
            <pc:sldMk cId="3871140607" sldId="308"/>
            <ac:spMk id="243" creationId="{39C6D651-DAB0-6D98-18D1-C44801F6DB3A}"/>
          </ac:spMkLst>
        </pc:spChg>
        <pc:spChg chg="mod">
          <ac:chgData name="JAEYEON KIM" userId="5fd88c3b828d6b87" providerId="LiveId" clId="{4DEEB11C-6F4E-434B-9DEA-240AA84EFB01}" dt="2026-05-27T02:17:50.803" v="3595" actId="1035"/>
          <ac:spMkLst>
            <pc:docMk/>
            <pc:sldMk cId="3871140607" sldId="308"/>
            <ac:spMk id="244" creationId="{76DE8DAC-0431-5B0F-7EAA-A819C5AB1D32}"/>
          </ac:spMkLst>
        </pc:spChg>
        <pc:spChg chg="del">
          <ac:chgData name="JAEYEON KIM" userId="5fd88c3b828d6b87" providerId="LiveId" clId="{4DEEB11C-6F4E-434B-9DEA-240AA84EFB01}" dt="2026-05-27T02:18:57.206" v="3736" actId="478"/>
          <ac:spMkLst>
            <pc:docMk/>
            <pc:sldMk cId="3871140607" sldId="308"/>
            <ac:spMk id="245" creationId="{5DC3176A-B11B-F401-F600-20659391B169}"/>
          </ac:spMkLst>
        </pc:spChg>
        <pc:spChg chg="mod">
          <ac:chgData name="JAEYEON KIM" userId="5fd88c3b828d6b87" providerId="LiveId" clId="{4DEEB11C-6F4E-434B-9DEA-240AA84EFB01}" dt="2026-05-27T02:17:59.686" v="3612" actId="1035"/>
          <ac:spMkLst>
            <pc:docMk/>
            <pc:sldMk cId="3871140607" sldId="308"/>
            <ac:spMk id="246" creationId="{42026D1A-10E7-1DF4-6697-1D61732C3D8C}"/>
          </ac:spMkLst>
        </pc:spChg>
        <pc:spChg chg="del">
          <ac:chgData name="JAEYEON KIM" userId="5fd88c3b828d6b87" providerId="LiveId" clId="{4DEEB11C-6F4E-434B-9DEA-240AA84EFB01}" dt="2026-05-27T02:18:58.090" v="3737" actId="478"/>
          <ac:spMkLst>
            <pc:docMk/>
            <pc:sldMk cId="3871140607" sldId="308"/>
            <ac:spMk id="247" creationId="{AB5DA525-5B5C-F7C6-139F-02A5137E0AC7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48" creationId="{4AE2E041-D17C-5BEB-64C3-F24F6A5E335E}"/>
          </ac:spMkLst>
        </pc:spChg>
        <pc:spChg chg="add del">
          <ac:chgData name="JAEYEON KIM" userId="5fd88c3b828d6b87" providerId="LiveId" clId="{4DEEB11C-6F4E-434B-9DEA-240AA84EFB01}" dt="2026-05-27T02:17:19.373" v="3541" actId="22"/>
          <ac:spMkLst>
            <pc:docMk/>
            <pc:sldMk cId="3871140607" sldId="308"/>
            <ac:spMk id="250" creationId="{530CF613-9629-BEA9-CCDE-C159E68BA4A2}"/>
          </ac:spMkLst>
        </pc:spChg>
        <pc:spChg chg="add mod">
          <ac:chgData name="JAEYEON KIM" userId="5fd88c3b828d6b87" providerId="LiveId" clId="{4DEEB11C-6F4E-434B-9DEA-240AA84EFB01}" dt="2026-05-27T02:17:22.789" v="3542"/>
          <ac:spMkLst>
            <pc:docMk/>
            <pc:sldMk cId="3871140607" sldId="308"/>
            <ac:spMk id="251" creationId="{69E81E33-4EFC-0978-190E-2216F9307774}"/>
          </ac:spMkLst>
        </pc:spChg>
        <pc:spChg chg="add mod">
          <ac:chgData name="JAEYEON KIM" userId="5fd88c3b828d6b87" providerId="LiveId" clId="{4DEEB11C-6F4E-434B-9DEA-240AA84EFB01}" dt="2026-05-27T02:18:30.653" v="3686" actId="1036"/>
          <ac:spMkLst>
            <pc:docMk/>
            <pc:sldMk cId="3871140607" sldId="308"/>
            <ac:spMk id="252" creationId="{F4124F2E-B381-615F-E8B6-0C19B09F0ED4}"/>
          </ac:spMkLst>
        </pc:spChg>
        <pc:spChg chg="add mod">
          <ac:chgData name="JAEYEON KIM" userId="5fd88c3b828d6b87" providerId="LiveId" clId="{4DEEB11C-6F4E-434B-9DEA-240AA84EFB01}" dt="2026-05-27T02:18:31.707" v="3687"/>
          <ac:spMkLst>
            <pc:docMk/>
            <pc:sldMk cId="3871140607" sldId="308"/>
            <ac:spMk id="253" creationId="{235C7694-6DE1-D70F-FA96-B48D8F222F08}"/>
          </ac:spMkLst>
        </pc:spChg>
        <pc:spChg chg="add 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54" creationId="{C5F742E8-F67E-3473-D826-4582262A1AB2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0" creationId="{3735BE3A-94B1-EAE8-D814-64D48B627497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1" creationId="{588CE33A-2F4A-2B39-AB71-E641A5701E2E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2" creationId="{75AD7C84-804A-CD0F-6B2C-92D8B9655795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3" creationId="{03BAE6BA-E6FC-23B9-4E0F-32EC394C55EF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4" creationId="{303E519C-3DC4-48E2-5F4E-8481CA3F6EB6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5" creationId="{863BF674-4114-C5E8-8E8D-CD5B4880C40B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7" creationId="{818E961F-DC66-9191-00B8-A8FECF173D5D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9" creationId="{3BEAFF2B-8930-350D-C703-0592CB5F7B94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70" creationId="{B5D70D87-07E2-2FF0-496C-0B176334ABFF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72" creationId="{C741D6B5-70BB-03BD-8D16-4F8A1FE301CF}"/>
          </ac:spMkLst>
        </pc:spChg>
        <pc:spChg chg="mod">
          <ac:chgData name="JAEYEON KIM" userId="5fd88c3b828d6b87" providerId="LiveId" clId="{4DEEB11C-6F4E-434B-9DEA-240AA84EFB01}" dt="2026-05-27T02:30:51.512" v="4008"/>
          <ac:spMkLst>
            <pc:docMk/>
            <pc:sldMk cId="3871140607" sldId="308"/>
            <ac:spMk id="276" creationId="{55F2BCF2-862E-6B9C-9FFD-A8EF7567363D}"/>
          </ac:spMkLst>
        </pc:spChg>
        <pc:spChg chg="mod">
          <ac:chgData name="JAEYEON KIM" userId="5fd88c3b828d6b87" providerId="LiveId" clId="{4DEEB11C-6F4E-434B-9DEA-240AA84EFB01}" dt="2026-05-27T02:30:51.512" v="4008"/>
          <ac:spMkLst>
            <pc:docMk/>
            <pc:sldMk cId="3871140607" sldId="308"/>
            <ac:spMk id="277" creationId="{409E2625-D904-0A96-029B-B65891A225F6}"/>
          </ac:spMkLst>
        </pc:spChg>
        <pc:spChg chg="mod">
          <ac:chgData name="JAEYEON KIM" userId="5fd88c3b828d6b87" providerId="LiveId" clId="{4DEEB11C-6F4E-434B-9DEA-240AA84EFB01}" dt="2026-05-27T02:31:23.025" v="4098"/>
          <ac:spMkLst>
            <pc:docMk/>
            <pc:sldMk cId="3871140607" sldId="308"/>
            <ac:spMk id="278" creationId="{386BA8C4-7EEB-02DE-21C2-DE18563C6CAD}"/>
          </ac:spMkLst>
        </pc:spChg>
        <pc:spChg chg="mod">
          <ac:chgData name="JAEYEON KIM" userId="5fd88c3b828d6b87" providerId="LiveId" clId="{4DEEB11C-6F4E-434B-9DEA-240AA84EFB01}" dt="2026-05-27T02:30:52.618" v="4009"/>
          <ac:spMkLst>
            <pc:docMk/>
            <pc:sldMk cId="3871140607" sldId="308"/>
            <ac:spMk id="280" creationId="{54BB776B-C5BB-BE98-07F6-7AF18E1C5BFC}"/>
          </ac:spMkLst>
        </pc:spChg>
        <pc:spChg chg="mod">
          <ac:chgData name="JAEYEON KIM" userId="5fd88c3b828d6b87" providerId="LiveId" clId="{4DEEB11C-6F4E-434B-9DEA-240AA84EFB01}" dt="2026-05-27T02:30:52.618" v="4009"/>
          <ac:spMkLst>
            <pc:docMk/>
            <pc:sldMk cId="3871140607" sldId="308"/>
            <ac:spMk id="281" creationId="{28B81D2F-FCEF-2FB2-5D32-DD16B57681A0}"/>
          </ac:spMkLst>
        </pc:spChg>
        <pc:spChg chg="mod">
          <ac:chgData name="JAEYEON KIM" userId="5fd88c3b828d6b87" providerId="LiveId" clId="{4DEEB11C-6F4E-434B-9DEA-240AA84EFB01}" dt="2026-05-27T04:26:08.617" v="4932" actId="20577"/>
          <ac:spMkLst>
            <pc:docMk/>
            <pc:sldMk cId="3871140607" sldId="308"/>
            <ac:spMk id="282" creationId="{00A516BC-2E23-148B-97AF-2B8BFB8FC2A4}"/>
          </ac:spMkLst>
        </pc:spChg>
        <pc:grpChg chg="del mod">
          <ac:chgData name="JAEYEON KIM" userId="5fd88c3b828d6b87" providerId="LiveId" clId="{4DEEB11C-6F4E-434B-9DEA-240AA84EFB01}" dt="2026-05-27T02:13:56.996" v="3441" actId="478"/>
          <ac:grpSpMkLst>
            <pc:docMk/>
            <pc:sldMk cId="3871140607" sldId="308"/>
            <ac:grpSpMk id="9" creationId="{782F1EAB-B10B-BC0E-7E48-791BF4088927}"/>
          </ac:grpSpMkLst>
        </pc:grpChg>
        <pc:grpChg chg="add del mod">
          <ac:chgData name="JAEYEON KIM" userId="5fd88c3b828d6b87" providerId="LiveId" clId="{4DEEB11C-6F4E-434B-9DEA-240AA84EFB01}" dt="2026-05-27T02:32:27.611" v="4110" actId="1076"/>
          <ac:grpSpMkLst>
            <pc:docMk/>
            <pc:sldMk cId="3871140607" sldId="308"/>
            <ac:grpSpMk id="24" creationId="{117D0A52-2999-3157-98BD-FBC0A18AD70F}"/>
          </ac:grpSpMkLst>
        </pc:grpChg>
        <pc:grpChg chg="del">
          <ac:chgData name="JAEYEON KIM" userId="5fd88c3b828d6b87" providerId="LiveId" clId="{4DEEB11C-6F4E-434B-9DEA-240AA84EFB01}" dt="2026-05-27T02:14:54.958" v="3487" actId="478"/>
          <ac:grpSpMkLst>
            <pc:docMk/>
            <pc:sldMk cId="3871140607" sldId="308"/>
            <ac:grpSpMk id="105" creationId="{5EB03F5C-3865-8011-6ECD-7731B72134DD}"/>
          </ac:grpSpMkLst>
        </pc:grpChg>
        <pc:grpChg chg="del mod">
          <ac:chgData name="JAEYEON KIM" userId="5fd88c3b828d6b87" providerId="LiveId" clId="{4DEEB11C-6F4E-434B-9DEA-240AA84EFB01}" dt="2026-05-27T02:31:30.626" v="4100" actId="478"/>
          <ac:grpSpMkLst>
            <pc:docMk/>
            <pc:sldMk cId="3871140607" sldId="308"/>
            <ac:grpSpMk id="106" creationId="{214E0487-760D-01AF-63AC-D6FC438AB4AB}"/>
          </ac:grpSpMkLst>
        </pc:grpChg>
        <pc:grpChg chg="mod">
          <ac:chgData name="JAEYEON KIM" userId="5fd88c3b828d6b87" providerId="LiveId" clId="{4DEEB11C-6F4E-434B-9DEA-240AA84EFB01}" dt="2026-05-27T02:15:03.885" v="3489" actId="14100"/>
          <ac:grpSpMkLst>
            <pc:docMk/>
            <pc:sldMk cId="3871140607" sldId="308"/>
            <ac:grpSpMk id="167" creationId="{6A822AD4-D37C-9D7A-7CAC-CF708DF403D5}"/>
          </ac:grpSpMkLst>
        </pc:grpChg>
        <pc:grpChg chg="mod">
          <ac:chgData name="JAEYEON KIM" userId="5fd88c3b828d6b87" providerId="LiveId" clId="{4DEEB11C-6F4E-434B-9DEA-240AA84EFB01}" dt="2026-05-27T02:32:34.205" v="4111" actId="164"/>
          <ac:grpSpMkLst>
            <pc:docMk/>
            <pc:sldMk cId="3871140607" sldId="308"/>
            <ac:grpSpMk id="255" creationId="{239197C0-50FF-EE8C-702F-DEB1D207EBD6}"/>
          </ac:grpSpMkLst>
        </pc:grpChg>
        <pc:grpChg chg="add mod">
          <ac:chgData name="JAEYEON KIM" userId="5fd88c3b828d6b87" providerId="LiveId" clId="{4DEEB11C-6F4E-434B-9DEA-240AA84EFB01}" dt="2026-05-27T02:24:05.781" v="3883" actId="1076"/>
          <ac:grpSpMkLst>
            <pc:docMk/>
            <pc:sldMk cId="3871140607" sldId="308"/>
            <ac:grpSpMk id="256" creationId="{6986805E-4F6C-38C2-9A31-ABE3FB18F68F}"/>
          </ac:grpSpMkLst>
        </pc:grpChg>
        <pc:grpChg chg="del">
          <ac:chgData name="JAEYEON KIM" userId="5fd88c3b828d6b87" providerId="LiveId" clId="{4DEEB11C-6F4E-434B-9DEA-240AA84EFB01}" dt="2026-05-27T02:31:40.541" v="4103" actId="478"/>
          <ac:grpSpMkLst>
            <pc:docMk/>
            <pc:sldMk cId="3871140607" sldId="308"/>
            <ac:grpSpMk id="258" creationId="{D3E544E6-CDEA-455B-6B85-92C1BD4518C5}"/>
          </ac:grpSpMkLst>
        </pc:grpChg>
        <pc:grpChg chg="mod">
          <ac:chgData name="JAEYEON KIM" userId="5fd88c3b828d6b87" providerId="LiveId" clId="{4DEEB11C-6F4E-434B-9DEA-240AA84EFB01}" dt="2026-05-27T02:32:54.981" v="4114" actId="164"/>
          <ac:grpSpMkLst>
            <pc:docMk/>
            <pc:sldMk cId="3871140607" sldId="308"/>
            <ac:grpSpMk id="259" creationId="{B7D1135F-1E29-BED4-5A6C-4F0366E4F41D}"/>
          </ac:grpSpMkLst>
        </pc:grpChg>
        <pc:grpChg chg="add mod">
          <ac:chgData name="JAEYEON KIM" userId="5fd88c3b828d6b87" providerId="LiveId" clId="{4DEEB11C-6F4E-434B-9DEA-240AA84EFB01}" dt="2026-05-27T02:32:34.205" v="4111" actId="164"/>
          <ac:grpSpMkLst>
            <pc:docMk/>
            <pc:sldMk cId="3871140607" sldId="308"/>
            <ac:grpSpMk id="275" creationId="{8BEDA29E-130F-614A-131C-7D91474D1FCC}"/>
          </ac:grpSpMkLst>
        </pc:grpChg>
        <pc:grpChg chg="add mod">
          <ac:chgData name="JAEYEON KIM" userId="5fd88c3b828d6b87" providerId="LiveId" clId="{4DEEB11C-6F4E-434B-9DEA-240AA84EFB01}" dt="2026-05-27T02:32:54.981" v="4114" actId="164"/>
          <ac:grpSpMkLst>
            <pc:docMk/>
            <pc:sldMk cId="3871140607" sldId="308"/>
            <ac:grpSpMk id="279" creationId="{49824D97-BF90-A178-EA7A-74208FDF5A9B}"/>
          </ac:grpSpMkLst>
        </pc:grpChg>
        <pc:grpChg chg="add mod">
          <ac:chgData name="JAEYEON KIM" userId="5fd88c3b828d6b87" providerId="LiveId" clId="{4DEEB11C-6F4E-434B-9DEA-240AA84EFB01}" dt="2026-05-27T02:32:34.205" v="4111" actId="164"/>
          <ac:grpSpMkLst>
            <pc:docMk/>
            <pc:sldMk cId="3871140607" sldId="308"/>
            <ac:grpSpMk id="283" creationId="{9B292EEB-D74A-D80D-9453-56E7271FDB99}"/>
          </ac:grpSpMkLst>
        </pc:grpChg>
        <pc:grpChg chg="add mod">
          <ac:chgData name="JAEYEON KIM" userId="5fd88c3b828d6b87" providerId="LiveId" clId="{4DEEB11C-6F4E-434B-9DEA-240AA84EFB01}" dt="2026-05-27T02:32:54.981" v="4114" actId="164"/>
          <ac:grpSpMkLst>
            <pc:docMk/>
            <pc:sldMk cId="3871140607" sldId="308"/>
            <ac:grpSpMk id="284" creationId="{736F9F89-7A4C-55F5-5492-1238C159B141}"/>
          </ac:grpSpMkLst>
        </pc:grpChg>
      </pc:sldChg>
      <pc:sldChg chg="addSp delSp modSp add mod">
        <pc:chgData name="JAEYEON KIM" userId="5fd88c3b828d6b87" providerId="LiveId" clId="{4DEEB11C-6F4E-434B-9DEA-240AA84EFB01}" dt="2026-05-27T04:38:43.620" v="5469" actId="1076"/>
        <pc:sldMkLst>
          <pc:docMk/>
          <pc:sldMk cId="2229733357" sldId="309"/>
        </pc:sldMkLst>
        <pc:spChg chg="mod">
          <ac:chgData name="JAEYEON KIM" userId="5fd88c3b828d6b87" providerId="LiveId" clId="{4DEEB11C-6F4E-434B-9DEA-240AA84EFB01}" dt="2026-05-27T01:25:05.047" v="2528" actId="20577"/>
          <ac:spMkLst>
            <pc:docMk/>
            <pc:sldMk cId="2229733357" sldId="309"/>
            <ac:spMk id="5" creationId="{876F4A92-9337-296C-6763-13A2CBFF34A3}"/>
          </ac:spMkLst>
        </pc:spChg>
        <pc:spChg chg="mod">
          <ac:chgData name="JAEYEON KIM" userId="5fd88c3b828d6b87" providerId="LiveId" clId="{4DEEB11C-6F4E-434B-9DEA-240AA84EFB01}" dt="2026-05-27T02:19:37.167" v="3747"/>
          <ac:spMkLst>
            <pc:docMk/>
            <pc:sldMk cId="2229733357" sldId="309"/>
            <ac:spMk id="10" creationId="{9F016E9F-E6C2-D624-E0DA-3CD6E49475CD}"/>
          </ac:spMkLst>
        </pc:spChg>
        <pc:spChg chg="mod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1" creationId="{097D71CF-0E52-411C-D7DA-360DDA9B998A}"/>
          </ac:spMkLst>
        </pc:spChg>
        <pc:spChg chg="mod">
          <ac:chgData name="JAEYEON KIM" userId="5fd88c3b828d6b87" providerId="LiveId" clId="{4DEEB11C-6F4E-434B-9DEA-240AA84EFB01}" dt="2026-05-27T02:20:28.317" v="3793" actId="2711"/>
          <ac:spMkLst>
            <pc:docMk/>
            <pc:sldMk cId="2229733357" sldId="309"/>
            <ac:spMk id="12" creationId="{7592A8B4-0249-6240-793E-795CCFF0D9FA}"/>
          </ac:spMkLst>
        </pc:spChg>
        <pc:spChg chg="mod">
          <ac:chgData name="JAEYEON KIM" userId="5fd88c3b828d6b87" providerId="LiveId" clId="{4DEEB11C-6F4E-434B-9DEA-240AA84EFB01}" dt="2026-05-27T02:21:18.073" v="3798" actId="13822"/>
          <ac:spMkLst>
            <pc:docMk/>
            <pc:sldMk cId="2229733357" sldId="309"/>
            <ac:spMk id="14" creationId="{2AA4F4E8-180D-6F04-9FB4-D19ADE41E6AF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5" creationId="{0064A5F7-573A-FFDF-B1C7-ED6E57249521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6" creationId="{644D2A40-E260-5D44-F8FD-C089F43D0341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7" creationId="{D7CA82E2-2F5D-CE35-D253-7F89F8170429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8" creationId="{87BA4D80-88EC-0FC2-1916-950F77523EDA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9" creationId="{1121174F-B256-4024-2BA4-88AADE2237AA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20" creationId="{35D16961-5A1B-49D4-C1C4-579901F88B05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21" creationId="{E381BCFA-1A5E-6B8A-F10E-C69CB47481AD}"/>
          </ac:spMkLst>
        </pc:spChg>
        <pc:spChg chg="mod">
          <ac:chgData name="JAEYEON KIM" userId="5fd88c3b828d6b87" providerId="LiveId" clId="{4DEEB11C-6F4E-434B-9DEA-240AA84EFB01}" dt="2026-05-27T02:22:23.165" v="3860" actId="164"/>
          <ac:spMkLst>
            <pc:docMk/>
            <pc:sldMk cId="2229733357" sldId="309"/>
            <ac:spMk id="22" creationId="{45A971B1-E2AE-FE6F-B15E-C22A163E96A9}"/>
          </ac:spMkLst>
        </pc:spChg>
        <pc:spChg chg="del">
          <ac:chgData name="JAEYEON KIM" userId="5fd88c3b828d6b87" providerId="LiveId" clId="{4DEEB11C-6F4E-434B-9DEA-240AA84EFB01}" dt="2026-05-27T02:19:31.283" v="3746" actId="478"/>
          <ac:spMkLst>
            <pc:docMk/>
            <pc:sldMk cId="2229733357" sldId="309"/>
            <ac:spMk id="25" creationId="{902FE802-F6E7-155F-1606-378C29BB694A}"/>
          </ac:spMkLst>
        </pc:spChg>
        <pc:spChg chg="del">
          <ac:chgData name="JAEYEON KIM" userId="5fd88c3b828d6b87" providerId="LiveId" clId="{4DEEB11C-6F4E-434B-9DEA-240AA84EFB01}" dt="2026-05-27T02:19:30.732" v="3745" actId="478"/>
          <ac:spMkLst>
            <pc:docMk/>
            <pc:sldMk cId="2229733357" sldId="309"/>
            <ac:spMk id="26" creationId="{82159A52-6070-75B6-B4FA-2C4A250E19A9}"/>
          </ac:spMkLst>
        </pc:spChg>
        <pc:spChg chg="del">
          <ac:chgData name="JAEYEON KIM" userId="5fd88c3b828d6b87" providerId="LiveId" clId="{4DEEB11C-6F4E-434B-9DEA-240AA84EFB01}" dt="2026-05-27T02:19:29.041" v="3743" actId="478"/>
          <ac:spMkLst>
            <pc:docMk/>
            <pc:sldMk cId="2229733357" sldId="309"/>
            <ac:spMk id="27" creationId="{6AD6CA1B-C9C9-6D19-32A6-F06C63EBF356}"/>
          </ac:spMkLst>
        </pc:spChg>
        <pc:spChg chg="del">
          <ac:chgData name="JAEYEON KIM" userId="5fd88c3b828d6b87" providerId="LiveId" clId="{4DEEB11C-6F4E-434B-9DEA-240AA84EFB01}" dt="2026-05-27T02:19:27.676" v="3741" actId="478"/>
          <ac:spMkLst>
            <pc:docMk/>
            <pc:sldMk cId="2229733357" sldId="309"/>
            <ac:spMk id="28" creationId="{B83652E3-51E4-D329-E1F5-016BE75EADD3}"/>
          </ac:spMkLst>
        </pc:spChg>
        <pc:spChg chg="del mod">
          <ac:chgData name="JAEYEON KIM" userId="5fd88c3b828d6b87" providerId="LiveId" clId="{4DEEB11C-6F4E-434B-9DEA-240AA84EFB01}" dt="2026-05-27T02:19:30.205" v="3744" actId="478"/>
          <ac:spMkLst>
            <pc:docMk/>
            <pc:sldMk cId="2229733357" sldId="309"/>
            <ac:spMk id="30" creationId="{CACFD3D7-AFEB-FD48-907D-7544F18941E2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1" creationId="{6CE07305-C6C1-B0D5-E929-0E162C9C7845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3" creationId="{8CB08A8F-C721-7707-F5EA-B8FFE850F335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4" creationId="{3971BC14-F83C-EAFB-663D-93ABD61580E9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5" creationId="{BC77837A-D269-B190-6ADC-78E0B715DD6B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8" creationId="{65C1416B-A7B0-193E-C8F2-218690D8FAE8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9" creationId="{C9B27355-07D0-B981-601E-66ECF3442671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0" creationId="{21886093-B789-449A-885A-84E873AA9A2C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1" creationId="{5A1DA98A-BA19-3322-6ED0-8CA09FAA8111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2" creationId="{1A02F330-F91E-1317-A3EA-2554CB803DD3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4" creationId="{59D19BE3-72B2-525D-D887-0268B2C87E55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45" creationId="{28BFCBD5-42CD-A0E1-DBEC-16719F977308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46" creationId="{C4636BCA-76E1-86FB-6BC9-DE5BEAC17B48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51" creationId="{67D03598-6410-E5E0-64AC-9B98572F8F0A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52" creationId="{8F88D24E-3887-67FD-F42A-EC33F7B7E817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54" creationId="{66FBAEF0-D10C-135C-71AE-9481616B66AA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55" creationId="{8D7BC582-7E01-9F22-A801-9CBE3ED385DD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56" creationId="{B4DC181A-DB6D-4F57-1F0B-57CF6C4C5D2D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00" creationId="{289BF266-8F9D-BC5B-3F4C-CC2448F211FF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03" creationId="{B479F292-D56A-3B50-EF9F-9493C80E3F6C}"/>
          </ac:spMkLst>
        </pc:spChg>
        <pc:spChg chg="del">
          <ac:chgData name="JAEYEON KIM" userId="5fd88c3b828d6b87" providerId="LiveId" clId="{4DEEB11C-6F4E-434B-9DEA-240AA84EFB01}" dt="2026-05-27T02:22:05.832" v="3831" actId="478"/>
          <ac:spMkLst>
            <pc:docMk/>
            <pc:sldMk cId="2229733357" sldId="309"/>
            <ac:spMk id="108" creationId="{1FC36DB3-2B9D-D798-7AEA-E8F372EDF54D}"/>
          </ac:spMkLst>
        </pc:spChg>
        <pc:spChg chg="del mod">
          <ac:chgData name="JAEYEON KIM" userId="5fd88c3b828d6b87" providerId="LiveId" clId="{4DEEB11C-6F4E-434B-9DEA-240AA84EFB01}" dt="2026-05-27T02:22:04.723" v="3830" actId="478"/>
          <ac:spMkLst>
            <pc:docMk/>
            <pc:sldMk cId="2229733357" sldId="309"/>
            <ac:spMk id="109" creationId="{6A7748D8-295D-3E33-653E-24867E9D6850}"/>
          </ac:spMkLst>
        </pc:spChg>
        <pc:spChg chg="del mod topLvl">
          <ac:chgData name="JAEYEON KIM" userId="5fd88c3b828d6b87" providerId="LiveId" clId="{4DEEB11C-6F4E-434B-9DEA-240AA84EFB01}" dt="2026-05-27T02:22:07.179" v="3833" actId="478"/>
          <ac:spMkLst>
            <pc:docMk/>
            <pc:sldMk cId="2229733357" sldId="309"/>
            <ac:spMk id="110" creationId="{168A522F-CDC9-C53F-07B7-7C234CBB2599}"/>
          </ac:spMkLst>
        </pc:spChg>
        <pc:spChg chg="del mod">
          <ac:chgData name="JAEYEON KIM" userId="5fd88c3b828d6b87" providerId="LiveId" clId="{4DEEB11C-6F4E-434B-9DEA-240AA84EFB01}" dt="2026-05-27T02:22:06.608" v="3832" actId="478"/>
          <ac:spMkLst>
            <pc:docMk/>
            <pc:sldMk cId="2229733357" sldId="309"/>
            <ac:spMk id="111" creationId="{CEDB2BA6-00C9-A4A8-EED4-63E3DB0842AF}"/>
          </ac:spMkLst>
        </pc:spChg>
        <pc:spChg chg="add del mod">
          <ac:chgData name="JAEYEON KIM" userId="5fd88c3b828d6b87" providerId="LiveId" clId="{4DEEB11C-6F4E-434B-9DEA-240AA84EFB01}" dt="2026-05-27T04:31:26.753" v="5135" actId="478"/>
          <ac:spMkLst>
            <pc:docMk/>
            <pc:sldMk cId="2229733357" sldId="309"/>
            <ac:spMk id="114" creationId="{0A81AF97-1ACC-86AD-921C-EA7F2B8DACE6}"/>
          </ac:spMkLst>
        </pc:spChg>
        <pc:spChg chg="mod">
          <ac:chgData name="JAEYEON KIM" userId="5fd88c3b828d6b87" providerId="LiveId" clId="{4DEEB11C-6F4E-434B-9DEA-240AA84EFB01}" dt="2026-05-27T04:26:33.497" v="4933"/>
          <ac:spMkLst>
            <pc:docMk/>
            <pc:sldMk cId="2229733357" sldId="309"/>
            <ac:spMk id="116" creationId="{1C465ED0-B60F-59A3-6689-7ACB7BADDC59}"/>
          </ac:spMkLst>
        </pc:spChg>
        <pc:spChg chg="mod">
          <ac:chgData name="JAEYEON KIM" userId="5fd88c3b828d6b87" providerId="LiveId" clId="{4DEEB11C-6F4E-434B-9DEA-240AA84EFB01}" dt="2026-05-27T04:26:36.539" v="4935" actId="1076"/>
          <ac:spMkLst>
            <pc:docMk/>
            <pc:sldMk cId="2229733357" sldId="309"/>
            <ac:spMk id="117" creationId="{6DB72F41-AE4B-FEAA-D7DE-2143E5FCC508}"/>
          </ac:spMkLst>
        </pc:spChg>
        <pc:spChg chg="mod">
          <ac:chgData name="JAEYEON KIM" userId="5fd88c3b828d6b87" providerId="LiveId" clId="{4DEEB11C-6F4E-434B-9DEA-240AA84EFB01}" dt="2026-05-27T04:28:01.947" v="5033" actId="20577"/>
          <ac:spMkLst>
            <pc:docMk/>
            <pc:sldMk cId="2229733357" sldId="309"/>
            <ac:spMk id="118" creationId="{68F77B0F-FF95-6A08-EF46-DD6E0AD3F37F}"/>
          </ac:spMkLst>
        </pc:spChg>
        <pc:spChg chg="mod">
          <ac:chgData name="JAEYEON KIM" userId="5fd88c3b828d6b87" providerId="LiveId" clId="{4DEEB11C-6F4E-434B-9DEA-240AA84EFB01}" dt="2026-05-27T04:28:40.084" v="5039" actId="13822"/>
          <ac:spMkLst>
            <pc:docMk/>
            <pc:sldMk cId="2229733357" sldId="309"/>
            <ac:spMk id="120" creationId="{DDD262F4-2204-26C5-6A7F-7DF93F35E22C}"/>
          </ac:spMkLst>
        </pc:spChg>
        <pc:spChg chg="mod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22" creationId="{8FEE8568-C6AB-FAFC-B13B-14F06CC78FB3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24" creationId="{01510891-79BE-3222-037F-013AD7E8FB8B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27" creationId="{D75DACF9-E1D7-3474-B053-E950172415C0}"/>
          </ac:spMkLst>
        </pc:spChg>
        <pc:spChg chg="mod">
          <ac:chgData name="JAEYEON KIM" userId="5fd88c3b828d6b87" providerId="LiveId" clId="{4DEEB11C-6F4E-434B-9DEA-240AA84EFB01}" dt="2026-05-27T04:29:05.076" v="5061" actId="2711"/>
          <ac:spMkLst>
            <pc:docMk/>
            <pc:sldMk cId="2229733357" sldId="309"/>
            <ac:spMk id="129" creationId="{DB46D335-BF9D-CF93-40ED-4DEF3E9CE8EA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1" creationId="{40414574-84B3-CFF0-490D-4A7E034675DB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2" creationId="{75E3C37E-8108-5A60-4530-6924167D0F82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3" creationId="{82B097F1-9886-C9D0-8031-7ACDDFE47AE4}"/>
          </ac:spMkLst>
        </pc:spChg>
        <pc:spChg chg="mod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4" creationId="{4ADAB53B-994F-6755-6FB7-08FBAD0EE1E8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6" creationId="{6203A175-B8AB-291D-77CB-87024A4768E3}"/>
          </ac:spMkLst>
        </pc:spChg>
        <pc:spChg chg="mod topLvl">
          <ac:chgData name="JAEYEON KIM" userId="5fd88c3b828d6b87" providerId="LiveId" clId="{4DEEB11C-6F4E-434B-9DEA-240AA84EFB01}" dt="2026-05-27T04:32:07.914" v="5161" actId="20577"/>
          <ac:spMkLst>
            <pc:docMk/>
            <pc:sldMk cId="2229733357" sldId="309"/>
            <ac:spMk id="137" creationId="{FE99D2FC-2082-62D6-B61E-724000E9A449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43" creationId="{3B8B0F44-6409-79D3-2702-A9704D8E5E82}"/>
          </ac:spMkLst>
        </pc:spChg>
        <pc:spChg chg="del">
          <ac:chgData name="JAEYEON KIM" userId="5fd88c3b828d6b87" providerId="LiveId" clId="{4DEEB11C-6F4E-434B-9DEA-240AA84EFB01}" dt="2026-05-27T04:29:39.826" v="5075" actId="478"/>
          <ac:spMkLst>
            <pc:docMk/>
            <pc:sldMk cId="2229733357" sldId="309"/>
            <ac:spMk id="144" creationId="{D02445DD-1DC9-BD09-089A-9BED366150E2}"/>
          </ac:spMkLst>
        </pc:spChg>
        <pc:spChg chg="del mod topLvl">
          <ac:chgData name="JAEYEON KIM" userId="5fd88c3b828d6b87" providerId="LiveId" clId="{4DEEB11C-6F4E-434B-9DEA-240AA84EFB01}" dt="2026-05-27T04:29:39.112" v="5074" actId="478"/>
          <ac:spMkLst>
            <pc:docMk/>
            <pc:sldMk cId="2229733357" sldId="309"/>
            <ac:spMk id="145" creationId="{92F2DA41-BE81-07D5-830F-9F03D8931355}"/>
          </ac:spMkLst>
        </pc:spChg>
        <pc:spChg chg="del">
          <ac:chgData name="JAEYEON KIM" userId="5fd88c3b828d6b87" providerId="LiveId" clId="{4DEEB11C-6F4E-434B-9DEA-240AA84EFB01}" dt="2026-05-27T04:29:38.330" v="5073" actId="478"/>
          <ac:spMkLst>
            <pc:docMk/>
            <pc:sldMk cId="2229733357" sldId="309"/>
            <ac:spMk id="146" creationId="{FD0A655D-E21B-891C-CA03-33BA9DC6CEC2}"/>
          </ac:spMkLst>
        </pc:spChg>
        <pc:spChg chg="del">
          <ac:chgData name="JAEYEON KIM" userId="5fd88c3b828d6b87" providerId="LiveId" clId="{4DEEB11C-6F4E-434B-9DEA-240AA84EFB01}" dt="2026-05-27T04:29:37.582" v="5072" actId="478"/>
          <ac:spMkLst>
            <pc:docMk/>
            <pc:sldMk cId="2229733357" sldId="309"/>
            <ac:spMk id="147" creationId="{C27BA85A-FB59-0537-98C6-AA156612458B}"/>
          </ac:spMkLst>
        </pc:spChg>
        <pc:spChg chg="del">
          <ac:chgData name="JAEYEON KIM" userId="5fd88c3b828d6b87" providerId="LiveId" clId="{4DEEB11C-6F4E-434B-9DEA-240AA84EFB01}" dt="2026-05-27T04:29:36.753" v="5071" actId="478"/>
          <ac:spMkLst>
            <pc:docMk/>
            <pc:sldMk cId="2229733357" sldId="309"/>
            <ac:spMk id="148" creationId="{9A9FEB2C-8925-DB7A-4036-38DB824AB7C3}"/>
          </ac:spMkLst>
        </pc:spChg>
        <pc:spChg chg="del mod topLvl">
          <ac:chgData name="JAEYEON KIM" userId="5fd88c3b828d6b87" providerId="LiveId" clId="{4DEEB11C-6F4E-434B-9DEA-240AA84EFB01}" dt="2026-05-27T04:29:35.810" v="5070" actId="478"/>
          <ac:spMkLst>
            <pc:docMk/>
            <pc:sldMk cId="2229733357" sldId="309"/>
            <ac:spMk id="149" creationId="{679D1F08-297C-15B0-08AC-11817AE4FC0D}"/>
          </ac:spMkLst>
        </pc:spChg>
        <pc:spChg chg="mod">
          <ac:chgData name="JAEYEON KIM" userId="5fd88c3b828d6b87" providerId="LiveId" clId="{4DEEB11C-6F4E-434B-9DEA-240AA84EFB01}" dt="2026-05-27T04:30:19.572" v="5078"/>
          <ac:spMkLst>
            <pc:docMk/>
            <pc:sldMk cId="2229733357" sldId="309"/>
            <ac:spMk id="152" creationId="{A2CBD63E-B211-30E7-6F51-4806739720D2}"/>
          </ac:spMkLst>
        </pc:spChg>
        <pc:spChg chg="mod">
          <ac:chgData name="JAEYEON KIM" userId="5fd88c3b828d6b87" providerId="LiveId" clId="{4DEEB11C-6F4E-434B-9DEA-240AA84EFB01}" dt="2026-05-27T04:30:19.572" v="5078"/>
          <ac:spMkLst>
            <pc:docMk/>
            <pc:sldMk cId="2229733357" sldId="309"/>
            <ac:spMk id="153" creationId="{D2EFD0E5-F492-6113-E8F2-A97185083D5F}"/>
          </ac:spMkLst>
        </pc:spChg>
        <pc:spChg chg="mod">
          <ac:chgData name="JAEYEON KIM" userId="5fd88c3b828d6b87" providerId="LiveId" clId="{4DEEB11C-6F4E-434B-9DEA-240AA84EFB01}" dt="2026-05-27T04:30:47.087" v="5129" actId="20577"/>
          <ac:spMkLst>
            <pc:docMk/>
            <pc:sldMk cId="2229733357" sldId="309"/>
            <ac:spMk id="154" creationId="{0E6BA0C7-958B-9C0C-E707-FF16B34AA470}"/>
          </ac:spMkLst>
        </pc:spChg>
        <pc:spChg chg="add mod">
          <ac:chgData name="JAEYEON KIM" userId="5fd88c3b828d6b87" providerId="LiveId" clId="{4DEEB11C-6F4E-434B-9DEA-240AA84EFB01}" dt="2026-05-27T04:31:01.213" v="5131"/>
          <ac:spMkLst>
            <pc:docMk/>
            <pc:sldMk cId="2229733357" sldId="309"/>
            <ac:spMk id="155" creationId="{852EB61B-ED8D-7398-9EBF-A43D3B981C4D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6" creationId="{C027B11A-3672-CE0C-EF80-5BC94279AA55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7" creationId="{C49DB34C-FF22-9060-6682-4132FEEF9E6F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8" creationId="{25CC7846-D3F0-DAF1-18FB-32648D5DF102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9" creationId="{BF26750D-1609-1737-90A9-FA1ACF610887}"/>
          </ac:spMkLst>
        </pc:spChg>
        <pc:spChg chg="add mod">
          <ac:chgData name="JAEYEON KIM" userId="5fd88c3b828d6b87" providerId="LiveId" clId="{4DEEB11C-6F4E-434B-9DEA-240AA84EFB01}" dt="2026-05-27T04:33:12.679" v="5168"/>
          <ac:spMkLst>
            <pc:docMk/>
            <pc:sldMk cId="2229733357" sldId="309"/>
            <ac:spMk id="160" creationId="{B7172261-F0CE-75EF-4030-B03F476957C8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3" creationId="{F16CD9AB-0640-E3CB-0750-DAE958529198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4" creationId="{1E5E1E1B-BEA2-5FB8-4AB0-1FD06B37EFD5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5" creationId="{E4A9A295-3F31-F65D-FB76-FF43C67EFFE9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6" creationId="{DB1EB3FD-C05D-0A02-15BF-C34EF66591D6}"/>
          </ac:spMkLst>
        </pc:spChg>
        <pc:grpChg chg="add del mod">
          <ac:chgData name="JAEYEON KIM" userId="5fd88c3b828d6b87" providerId="LiveId" clId="{4DEEB11C-6F4E-434B-9DEA-240AA84EFB01}" dt="2026-05-27T04:27:28.455" v="5023" actId="21"/>
          <ac:grpSpMkLst>
            <pc:docMk/>
            <pc:sldMk cId="2229733357" sldId="309"/>
            <ac:grpSpMk id="9" creationId="{64274B11-2565-4676-83AF-F9441236E95D}"/>
          </ac:grpSpMkLst>
        </pc:grpChg>
        <pc:grpChg chg="mod">
          <ac:chgData name="JAEYEON KIM" userId="5fd88c3b828d6b87" providerId="LiveId" clId="{4DEEB11C-6F4E-434B-9DEA-240AA84EFB01}" dt="2026-05-27T02:20:57.915" v="3796" actId="1076"/>
          <ac:grpSpMkLst>
            <pc:docMk/>
            <pc:sldMk cId="2229733357" sldId="309"/>
            <ac:grpSpMk id="13" creationId="{38BDA97A-4116-1259-7262-3D6F063176DC}"/>
          </ac:grpSpMkLst>
        </pc:grpChg>
        <pc:grpChg chg="del mod">
          <ac:chgData name="JAEYEON KIM" userId="5fd88c3b828d6b87" providerId="LiveId" clId="{4DEEB11C-6F4E-434B-9DEA-240AA84EFB01}" dt="2026-05-27T04:30:16.288" v="5077" actId="478"/>
          <ac:grpSpMkLst>
            <pc:docMk/>
            <pc:sldMk cId="2229733357" sldId="309"/>
            <ac:grpSpMk id="105" creationId="{A8479F5C-D92C-E011-40EF-6313CF5E0C08}"/>
          </ac:grpSpMkLst>
        </pc:grpChg>
        <pc:grpChg chg="del mod">
          <ac:chgData name="JAEYEON KIM" userId="5fd88c3b828d6b87" providerId="LiveId" clId="{4DEEB11C-6F4E-434B-9DEA-240AA84EFB01}" dt="2026-05-27T04:30:26.857" v="5080" actId="478"/>
          <ac:grpSpMkLst>
            <pc:docMk/>
            <pc:sldMk cId="2229733357" sldId="309"/>
            <ac:grpSpMk id="106" creationId="{728B3398-E960-9E1D-4FEF-AFCF457B70A6}"/>
          </ac:grpSpMkLst>
        </pc:grpChg>
        <pc:grpChg chg="del mod">
          <ac:chgData name="JAEYEON KIM" userId="5fd88c3b828d6b87" providerId="LiveId" clId="{4DEEB11C-6F4E-434B-9DEA-240AA84EFB01}" dt="2026-05-27T04:28:04.280" v="5034" actId="478"/>
          <ac:grpSpMkLst>
            <pc:docMk/>
            <pc:sldMk cId="2229733357" sldId="309"/>
            <ac:grpSpMk id="112" creationId="{52BFCF71-9FDC-ED5C-F828-A776E9FD53CE}"/>
          </ac:grpSpMkLst>
        </pc:grpChg>
        <pc:grpChg chg="add mod">
          <ac:chgData name="JAEYEON KIM" userId="5fd88c3b828d6b87" providerId="LiveId" clId="{4DEEB11C-6F4E-434B-9DEA-240AA84EFB01}" dt="2026-05-27T02:24:17.947" v="3887" actId="164"/>
          <ac:grpSpMkLst>
            <pc:docMk/>
            <pc:sldMk cId="2229733357" sldId="309"/>
            <ac:grpSpMk id="113" creationId="{5674B473-B3E6-606B-342E-7F3D25697B55}"/>
          </ac:grpSpMkLst>
        </pc:grpChg>
        <pc:grpChg chg="add mod">
          <ac:chgData name="JAEYEON KIM" userId="5fd88c3b828d6b87" providerId="LiveId" clId="{4DEEB11C-6F4E-434B-9DEA-240AA84EFB01}" dt="2026-05-27T04:35:10.501" v="5406" actId="164"/>
          <ac:grpSpMkLst>
            <pc:docMk/>
            <pc:sldMk cId="2229733357" sldId="309"/>
            <ac:grpSpMk id="115" creationId="{12F27DE8-8C92-F18A-BFDF-46006A112336}"/>
          </ac:grpSpMkLst>
        </pc:grpChg>
        <pc:grpChg chg="mod">
          <ac:chgData name="JAEYEON KIM" userId="5fd88c3b828d6b87" providerId="LiveId" clId="{4DEEB11C-6F4E-434B-9DEA-240AA84EFB01}" dt="2026-05-27T04:28:13.201" v="5037" actId="14100"/>
          <ac:grpSpMkLst>
            <pc:docMk/>
            <pc:sldMk cId="2229733357" sldId="309"/>
            <ac:grpSpMk id="119" creationId="{49D1DF53-8273-829B-68D5-8B9E7F2212A4}"/>
          </ac:grpSpMkLst>
        </pc:grpChg>
        <pc:grpChg chg="mod">
          <ac:chgData name="JAEYEON KIM" userId="5fd88c3b828d6b87" providerId="LiveId" clId="{4DEEB11C-6F4E-434B-9DEA-240AA84EFB01}" dt="2026-05-27T04:35:10.501" v="5406" actId="164"/>
          <ac:grpSpMkLst>
            <pc:docMk/>
            <pc:sldMk cId="2229733357" sldId="309"/>
            <ac:grpSpMk id="150" creationId="{55652F30-D7F8-7401-2ACD-AE782F90AA46}"/>
          </ac:grpSpMkLst>
        </pc:grpChg>
        <pc:grpChg chg="add mod">
          <ac:chgData name="JAEYEON KIM" userId="5fd88c3b828d6b87" providerId="LiveId" clId="{4DEEB11C-6F4E-434B-9DEA-240AA84EFB01}" dt="2026-05-27T04:38:35.905" v="5467" actId="164"/>
          <ac:grpSpMkLst>
            <pc:docMk/>
            <pc:sldMk cId="2229733357" sldId="309"/>
            <ac:grpSpMk id="151" creationId="{E90DE434-1F6F-A85C-13D0-D2C7DBE68D49}"/>
          </ac:grpSpMkLst>
        </pc:grpChg>
        <pc:grpChg chg="add del mod">
          <ac:chgData name="JAEYEON KIM" userId="5fd88c3b828d6b87" providerId="LiveId" clId="{4DEEB11C-6F4E-434B-9DEA-240AA84EFB01}" dt="2026-05-27T04:35:32.827" v="5410" actId="165"/>
          <ac:grpSpMkLst>
            <pc:docMk/>
            <pc:sldMk cId="2229733357" sldId="309"/>
            <ac:grpSpMk id="161" creationId="{96CAEDF1-E159-03FD-F032-31E5CC56B1CF}"/>
          </ac:grpSpMkLst>
        </pc:grpChg>
        <pc:grpChg chg="add del mod">
          <ac:chgData name="JAEYEON KIM" userId="5fd88c3b828d6b87" providerId="LiveId" clId="{4DEEB11C-6F4E-434B-9DEA-240AA84EFB01}" dt="2026-05-27T04:35:44.228" v="5414" actId="165"/>
          <ac:grpSpMkLst>
            <pc:docMk/>
            <pc:sldMk cId="2229733357" sldId="309"/>
            <ac:grpSpMk id="162" creationId="{0BD6EF76-789B-46DB-FACF-5CE9DE118E5B}"/>
          </ac:grpSpMkLst>
        </pc:grpChg>
        <pc:grpChg chg="add mod">
          <ac:chgData name="JAEYEON KIM" userId="5fd88c3b828d6b87" providerId="LiveId" clId="{4DEEB11C-6F4E-434B-9DEA-240AA84EFB01}" dt="2026-05-27T04:38:43.620" v="5469" actId="1076"/>
          <ac:grpSpMkLst>
            <pc:docMk/>
            <pc:sldMk cId="2229733357" sldId="309"/>
            <ac:grpSpMk id="167" creationId="{5F1DBE0B-D303-E3AB-CF4D-B321AA28B791}"/>
          </ac:grpSpMkLst>
        </pc:grpChg>
        <pc:grpChg chg="add del mod">
          <ac:chgData name="JAEYEON KIM" userId="5fd88c3b828d6b87" providerId="LiveId" clId="{4DEEB11C-6F4E-434B-9DEA-240AA84EFB01}" dt="2026-05-27T04:37:07.540" v="5433" actId="165"/>
          <ac:grpSpMkLst>
            <pc:docMk/>
            <pc:sldMk cId="2229733357" sldId="309"/>
            <ac:grpSpMk id="168" creationId="{F851A3EF-1C53-DE08-2C78-E7891A702BF9}"/>
          </ac:grpSpMkLst>
        </pc:grpChg>
        <pc:grpChg chg="add mod">
          <ac:chgData name="JAEYEON KIM" userId="5fd88c3b828d6b87" providerId="LiveId" clId="{4DEEB11C-6F4E-434B-9DEA-240AA84EFB01}" dt="2026-05-27T04:38:35.905" v="5467" actId="164"/>
          <ac:grpSpMkLst>
            <pc:docMk/>
            <pc:sldMk cId="2229733357" sldId="309"/>
            <ac:grpSpMk id="169" creationId="{1469E8FB-5A91-D293-7249-8EF2616C1D6A}"/>
          </ac:grpSpMkLst>
        </pc:grpChg>
        <pc:grpChg chg="add mod">
          <ac:chgData name="JAEYEON KIM" userId="5fd88c3b828d6b87" providerId="LiveId" clId="{4DEEB11C-6F4E-434B-9DEA-240AA84EFB01}" dt="2026-05-27T04:38:35.905" v="5467" actId="164"/>
          <ac:grpSpMkLst>
            <pc:docMk/>
            <pc:sldMk cId="2229733357" sldId="309"/>
            <ac:grpSpMk id="170" creationId="{ABB44529-75E9-4F1D-1376-7932EF2B8DB2}"/>
          </ac:grpSpMkLst>
        </pc:grpChg>
        <pc:grpChg chg="add mod">
          <ac:chgData name="JAEYEON KIM" userId="5fd88c3b828d6b87" providerId="LiveId" clId="{4DEEB11C-6F4E-434B-9DEA-240AA84EFB01}" dt="2026-05-27T04:38:40.058" v="5468" actId="1076"/>
          <ac:grpSpMkLst>
            <pc:docMk/>
            <pc:sldMk cId="2229733357" sldId="309"/>
            <ac:grpSpMk id="171" creationId="{86BD7951-B8FF-CCCE-BE1E-D9A389977FA6}"/>
          </ac:grpSpMkLst>
        </pc:grpChg>
      </pc:sldChg>
      <pc:sldChg chg="addSp delSp modSp add mod">
        <pc:chgData name="JAEYEON KIM" userId="5fd88c3b828d6b87" providerId="LiveId" clId="{4DEEB11C-6F4E-434B-9DEA-240AA84EFB01}" dt="2026-05-27T04:23:41.449" v="4877" actId="20577"/>
        <pc:sldMkLst>
          <pc:docMk/>
          <pc:sldMk cId="3877365360" sldId="310"/>
        </pc:sldMkLst>
        <pc:spChg chg="del">
          <ac:chgData name="JAEYEON KIM" userId="5fd88c3b828d6b87" providerId="LiveId" clId="{4DEEB11C-6F4E-434B-9DEA-240AA84EFB01}" dt="2026-05-27T01:27:06.124" v="2532" actId="478"/>
          <ac:spMkLst>
            <pc:docMk/>
            <pc:sldMk cId="3877365360" sldId="310"/>
            <ac:spMk id="5" creationId="{7D132AB8-6235-1863-93DF-C9542444AE00}"/>
          </ac:spMkLst>
        </pc:spChg>
        <pc:spChg chg="add mod">
          <ac:chgData name="JAEYEON KIM" userId="5fd88c3b828d6b87" providerId="LiveId" clId="{4DEEB11C-6F4E-434B-9DEA-240AA84EFB01}" dt="2026-05-27T04:12:36.157" v="4354" actId="20577"/>
          <ac:spMkLst>
            <pc:docMk/>
            <pc:sldMk cId="3877365360" sldId="310"/>
            <ac:spMk id="9" creationId="{82FD72F6-3011-C22F-47A2-9605C4CCA03B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1" creationId="{3B76BF24-1E0B-1222-9DDA-9A0247CBA100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2" creationId="{4307AB8F-F636-8428-B652-B5D672888ADA}"/>
          </ac:spMkLst>
        </pc:spChg>
        <pc:spChg chg="mod topLvl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3" creationId="{EA30AC74-923D-795C-BDB1-016D5938DFD1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5" creationId="{F6E4A4A1-E6CA-3AD9-B5EF-71BFC53F8907}"/>
          </ac:spMkLst>
        </pc:spChg>
        <pc:spChg chg="mod topLvl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6" creationId="{2C50DE19-C9CE-F011-A566-91CEAC4B21E4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17" creationId="{4216E6CA-9E5A-F7D0-CDE3-93A72E8771D6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9" creationId="{03121A73-6068-6917-611D-E75CAB92550C}"/>
          </ac:spMkLst>
        </pc:spChg>
        <pc:spChg chg="mod topLvl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20" creationId="{19D25F48-93A7-EB4D-17A9-A3D683834234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21" creationId="{5F3D6A83-901C-DFAF-20B2-AF23A8434F69}"/>
          </ac:spMkLst>
        </pc:spChg>
        <pc:spChg chg="mod">
          <ac:chgData name="JAEYEON KIM" userId="5fd88c3b828d6b87" providerId="LiveId" clId="{4DEEB11C-6F4E-434B-9DEA-240AA84EFB01}" dt="2026-05-27T01:27:32.731" v="2583" actId="2711"/>
          <ac:spMkLst>
            <pc:docMk/>
            <pc:sldMk cId="3877365360" sldId="310"/>
            <ac:spMk id="23" creationId="{0662BE7D-0F39-6F9B-9275-F22E5FDB01E5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27" creationId="{9AC7A5DF-AD2A-09A5-9A12-212D3C264EF3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28" creationId="{692D5ACD-34B5-86F3-80CC-C49CCAE901B3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29" creationId="{9ABA4BA2-399D-479A-6FE8-EAD235DF46CF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33" creationId="{8D0B4F1A-87CB-A4E5-6D7A-5C3A35D70B3C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36" creationId="{04C61326-6100-7630-8884-7B29FF3CA92D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2" creationId="{8F37C159-6D53-6A3D-7323-665000D9D494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3" creationId="{2FB3DFDD-A272-0791-0791-60EF77F2FE4A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4" creationId="{DEEC9A0E-C5E8-B7DD-6A62-1A22F8E2AB4C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5" creationId="{D9F5392A-BEE8-AF94-7906-24F94C97183E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52" creationId="{72A26F7B-D582-A1CC-D840-149A91B6DCA4}"/>
          </ac:spMkLst>
        </pc:spChg>
        <pc:spChg chg="mod">
          <ac:chgData name="JAEYEON KIM" userId="5fd88c3b828d6b87" providerId="LiveId" clId="{4DEEB11C-6F4E-434B-9DEA-240AA84EFB01}" dt="2026-05-27T01:58:47.393" v="3179" actId="2711"/>
          <ac:spMkLst>
            <pc:docMk/>
            <pc:sldMk cId="3877365360" sldId="310"/>
            <ac:spMk id="56" creationId="{1D719FBA-9FED-7405-B109-FEF551D29C59}"/>
          </ac:spMkLst>
        </pc:spChg>
        <pc:spChg chg="mod">
          <ac:chgData name="JAEYEON KIM" userId="5fd88c3b828d6b87" providerId="LiveId" clId="{4DEEB11C-6F4E-434B-9DEA-240AA84EFB01}" dt="2026-05-27T02:28:41.831" v="3960" actId="20577"/>
          <ac:spMkLst>
            <pc:docMk/>
            <pc:sldMk cId="3877365360" sldId="310"/>
            <ac:spMk id="59" creationId="{F3DF25BD-2059-C173-BFD7-B8922E952474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00" creationId="{4C1F10D6-1BFF-C925-DF8E-606D58D7AA80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01" creationId="{1FDFBF90-9A59-EA55-8AED-B467249412A2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03" creationId="{6EB872F0-ACC0-B1E2-7872-D598E79D4795}"/>
          </ac:spMkLst>
        </pc:spChg>
        <pc:spChg chg="mod">
          <ac:chgData name="JAEYEON KIM" userId="5fd88c3b828d6b87" providerId="LiveId" clId="{4DEEB11C-6F4E-434B-9DEA-240AA84EFB01}" dt="2026-05-27T04:05:25.209" v="4157" actId="1076"/>
          <ac:spMkLst>
            <pc:docMk/>
            <pc:sldMk cId="3877365360" sldId="310"/>
            <ac:spMk id="107" creationId="{B400D966-1A0F-E9CD-9352-FBDD81B3A5D5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09" creationId="{A1FB2503-384E-4582-3B20-A80D3603BA94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10" creationId="{CFD8078D-AB59-3662-586B-D9B994F6A0E9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111" creationId="{CFB85C88-3FDF-5BE0-2FCB-ECBC011BF54B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12" creationId="{E048FA90-CDAE-3EC1-EF3F-04926694AAE6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13" creationId="{32CCFBF4-6FB1-C17D-D3D7-65766C296513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14" creationId="{CC90AD49-3CD5-0186-A899-929876298391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115" creationId="{7E6C90E8-58AD-5F09-8B64-EBC7CC4A3A3A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16" creationId="{BE0B20D5-46E5-079E-A0A8-EEE64B20DA9B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17" creationId="{1F62C09C-D6D7-A9A1-251D-AB393B88A75B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18" creationId="{49B63BF3-0917-BA42-42E5-BC0BF5BE5C24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19" creationId="{005F5743-AD87-1ADD-AE42-B4FEFBA69EE6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21" creationId="{7D01EFC8-AAF2-6738-D04F-382295EF927C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22" creationId="{9E68853D-7ED3-4F8A-8590-63039DC96521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23" creationId="{2467FB41-70FC-108A-81D4-551E571E8148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24" creationId="{EBFB2B66-9DDC-FB78-5A66-D6A654586DE1}"/>
          </ac:spMkLst>
        </pc:spChg>
        <pc:spChg chg="mod">
          <ac:chgData name="JAEYEON KIM" userId="5fd88c3b828d6b87" providerId="LiveId" clId="{4DEEB11C-6F4E-434B-9DEA-240AA84EFB01}" dt="2026-05-27T01:34:26.811" v="2989" actId="13822"/>
          <ac:spMkLst>
            <pc:docMk/>
            <pc:sldMk cId="3877365360" sldId="310"/>
            <ac:spMk id="126" creationId="{1350A1C6-AD2E-44E2-05A7-4480E7E7994B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27" creationId="{A8D0167C-F167-863C-26EB-57CBC5039817}"/>
          </ac:spMkLst>
        </pc:spChg>
        <pc:spChg chg="mod">
          <ac:chgData name="JAEYEON KIM" userId="5fd88c3b828d6b87" providerId="LiveId" clId="{4DEEB11C-6F4E-434B-9DEA-240AA84EFB01}" dt="2026-05-27T01:39:27.019" v="3092" actId="2085"/>
          <ac:spMkLst>
            <pc:docMk/>
            <pc:sldMk cId="3877365360" sldId="310"/>
            <ac:spMk id="128" creationId="{6F50E740-7A7C-909D-49A4-96AEA11DD7F1}"/>
          </ac:spMkLst>
        </pc:spChg>
        <pc:spChg chg="mod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29" creationId="{C20F669A-FA0A-483B-1B19-D04CF2554064}"/>
          </ac:spMkLst>
        </pc:spChg>
        <pc:spChg chg="mod">
          <ac:chgData name="JAEYEON KIM" userId="5fd88c3b828d6b87" providerId="LiveId" clId="{4DEEB11C-6F4E-434B-9DEA-240AA84EFB01}" dt="2026-05-27T01:34:26.811" v="2989" actId="13822"/>
          <ac:spMkLst>
            <pc:docMk/>
            <pc:sldMk cId="3877365360" sldId="310"/>
            <ac:spMk id="130" creationId="{0B08991B-031D-8FE8-317B-2F36E01AFAD8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31" creationId="{75DF6BBD-F055-F631-13CE-5855852F8B75}"/>
          </ac:spMkLst>
        </pc:spChg>
        <pc:spChg chg="mod">
          <ac:chgData name="JAEYEON KIM" userId="5fd88c3b828d6b87" providerId="LiveId" clId="{4DEEB11C-6F4E-434B-9DEA-240AA84EFB01}" dt="2026-05-27T01:39:32.895" v="3093" actId="2085"/>
          <ac:spMkLst>
            <pc:docMk/>
            <pc:sldMk cId="3877365360" sldId="310"/>
            <ac:spMk id="132" creationId="{457205DE-E9A0-634D-91D8-6E5C21898CBD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33" creationId="{D95B4E05-F870-70A9-A811-9A562C10A039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34" creationId="{26EE9F00-B8B3-2933-6401-7A089961870B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35" creationId="{EC5402FC-BED1-FBB9-1193-57A642A7B4AA}"/>
          </ac:spMkLst>
        </pc:spChg>
        <pc:spChg chg="mod">
          <ac:chgData name="JAEYEON KIM" userId="5fd88c3b828d6b87" providerId="LiveId" clId="{4DEEB11C-6F4E-434B-9DEA-240AA84EFB01}" dt="2026-05-27T01:42:18.483" v="3101" actId="14100"/>
          <ac:spMkLst>
            <pc:docMk/>
            <pc:sldMk cId="3877365360" sldId="310"/>
            <ac:spMk id="136" creationId="{84EE043E-2304-54C9-2EF2-D9D8997B30A4}"/>
          </ac:spMkLst>
        </pc:spChg>
        <pc:spChg chg="mod topLvl">
          <ac:chgData name="JAEYEON KIM" userId="5fd88c3b828d6b87" providerId="LiveId" clId="{4DEEB11C-6F4E-434B-9DEA-240AA84EFB01}" dt="2026-05-27T04:07:11.536" v="4253" actId="2711"/>
          <ac:spMkLst>
            <pc:docMk/>
            <pc:sldMk cId="3877365360" sldId="310"/>
            <ac:spMk id="137" creationId="{B824C316-86EA-6749-3363-7D4202BB0958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38" creationId="{0C060A2B-3213-D0FE-EC5A-D7A1A65F377B}"/>
          </ac:spMkLst>
        </pc:spChg>
        <pc:spChg chg="mod topLvl">
          <ac:chgData name="JAEYEON KIM" userId="5fd88c3b828d6b87" providerId="LiveId" clId="{4DEEB11C-6F4E-434B-9DEA-240AA84EFB01}" dt="2026-05-27T04:05:24.238" v="4156" actId="20577"/>
          <ac:spMkLst>
            <pc:docMk/>
            <pc:sldMk cId="3877365360" sldId="310"/>
            <ac:spMk id="139" creationId="{0D51E7E2-4A33-D244-C258-C5B2C564C7E4}"/>
          </ac:spMkLst>
        </pc:spChg>
        <pc:spChg chg="mod">
          <ac:chgData name="JAEYEON KIM" userId="5fd88c3b828d6b87" providerId="LiveId" clId="{4DEEB11C-6F4E-434B-9DEA-240AA84EFB01}" dt="2026-05-27T04:07:01.328" v="4251" actId="20577"/>
          <ac:spMkLst>
            <pc:docMk/>
            <pc:sldMk cId="3877365360" sldId="310"/>
            <ac:spMk id="141" creationId="{41D0CFBC-ADD3-404E-88CD-6CFCBDABFFCD}"/>
          </ac:spMkLst>
        </pc:spChg>
        <pc:spChg chg="mod">
          <ac:chgData name="JAEYEON KIM" userId="5fd88c3b828d6b87" providerId="LiveId" clId="{4DEEB11C-6F4E-434B-9DEA-240AA84EFB01}" dt="2026-05-27T01:34:58.853" v="2991" actId="14861"/>
          <ac:spMkLst>
            <pc:docMk/>
            <pc:sldMk cId="3877365360" sldId="310"/>
            <ac:spMk id="142" creationId="{B2A6D957-C70C-C1E7-4F97-710F55258439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43" creationId="{D421B78C-B116-2DBA-44D4-2C37B774882B}"/>
          </ac:spMkLst>
        </pc:spChg>
        <pc:spChg chg="mod">
          <ac:chgData name="JAEYEON KIM" userId="5fd88c3b828d6b87" providerId="LiveId" clId="{4DEEB11C-6F4E-434B-9DEA-240AA84EFB01}" dt="2026-05-27T04:07:38.584" v="4286" actId="20577"/>
          <ac:spMkLst>
            <pc:docMk/>
            <pc:sldMk cId="3877365360" sldId="310"/>
            <ac:spMk id="145" creationId="{7206BD68-0931-F5BB-7164-39B2B709BD72}"/>
          </ac:spMkLst>
        </pc:spChg>
        <pc:spChg chg="mod">
          <ac:chgData name="JAEYEON KIM" userId="5fd88c3b828d6b87" providerId="LiveId" clId="{4DEEB11C-6F4E-434B-9DEA-240AA84EFB01}" dt="2026-05-27T02:41:41.763" v="4137" actId="14861"/>
          <ac:spMkLst>
            <pc:docMk/>
            <pc:sldMk cId="3877365360" sldId="310"/>
            <ac:spMk id="146" creationId="{0CAD209A-7DEE-EDB7-7B80-F72C67F2F19D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47" creationId="{D0AB211B-3C84-676E-391E-9C29BD6180D1}"/>
          </ac:spMkLst>
        </pc:spChg>
        <pc:spChg chg="mod">
          <ac:chgData name="JAEYEON KIM" userId="5fd88c3b828d6b87" providerId="LiveId" clId="{4DEEB11C-6F4E-434B-9DEA-240AA84EFB01}" dt="2026-05-27T02:41:58.812" v="4138" actId="207"/>
          <ac:spMkLst>
            <pc:docMk/>
            <pc:sldMk cId="3877365360" sldId="310"/>
            <ac:spMk id="148" creationId="{E7C13251-7EBA-E264-0DAF-0B4285F67ECC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49" creationId="{87AA5A84-3242-F401-B817-708FF5912AF2}"/>
          </ac:spMkLst>
        </pc:spChg>
        <pc:spChg chg="mod">
          <ac:chgData name="JAEYEON KIM" userId="5fd88c3b828d6b87" providerId="LiveId" clId="{4DEEB11C-6F4E-434B-9DEA-240AA84EFB01}" dt="2026-05-27T02:41:41.763" v="4137" actId="14861"/>
          <ac:spMkLst>
            <pc:docMk/>
            <pc:sldMk cId="3877365360" sldId="310"/>
            <ac:spMk id="150" creationId="{C142FC4C-C8CD-C884-CF6C-DB86D4635553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51" creationId="{AE2397E3-7A69-60D5-55E2-D787E6E1167B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2" creationId="{C11F91DD-0F30-D131-A62C-4A1C953655C4}"/>
          </ac:spMkLst>
        </pc:spChg>
        <pc:spChg chg="mod">
          <ac:chgData name="JAEYEON KIM" userId="5fd88c3b828d6b87" providerId="LiveId" clId="{4DEEB11C-6F4E-434B-9DEA-240AA84EFB01}" dt="2026-05-27T01:57:21.830" v="3119" actId="1035"/>
          <ac:spMkLst>
            <pc:docMk/>
            <pc:sldMk cId="3877365360" sldId="310"/>
            <ac:spMk id="153" creationId="{6908B916-B960-092B-C9DA-4A3AFD4ADCEA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4" creationId="{C6CA8E87-A448-A6D9-13AA-F2BFC44F9795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5" creationId="{B15423DF-4223-4D68-D3F9-B69D538CC167}"/>
          </ac:spMkLst>
        </pc:spChg>
        <pc:spChg chg="mod">
          <ac:chgData name="JAEYEON KIM" userId="5fd88c3b828d6b87" providerId="LiveId" clId="{4DEEB11C-6F4E-434B-9DEA-240AA84EFB01}" dt="2026-05-27T02:41:58.812" v="4138" actId="207"/>
          <ac:spMkLst>
            <pc:docMk/>
            <pc:sldMk cId="3877365360" sldId="310"/>
            <ac:spMk id="156" creationId="{0D579B03-EBC1-1EC9-5912-DA8A5EF3B2A5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7" creationId="{F801CF34-5DE9-9C87-FBAA-49B1E74DF1EF}"/>
          </ac:spMkLst>
        </pc:spChg>
        <pc:spChg chg="mod">
          <ac:chgData name="JAEYEON KIM" userId="5fd88c3b828d6b87" providerId="LiveId" clId="{4DEEB11C-6F4E-434B-9DEA-240AA84EFB01}" dt="2026-05-27T01:35:25.317" v="2994" actId="14861"/>
          <ac:spMkLst>
            <pc:docMk/>
            <pc:sldMk cId="3877365360" sldId="310"/>
            <ac:spMk id="158" creationId="{E6444FBC-7131-06AA-13D0-CB1C574F3EAC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59" creationId="{E7653E48-C0DA-0470-B80B-FAC358E685F3}"/>
          </ac:spMkLst>
        </pc:spChg>
        <pc:spChg chg="del mod topLvl">
          <ac:chgData name="JAEYEON KIM" userId="5fd88c3b828d6b87" providerId="LiveId" clId="{4DEEB11C-6F4E-434B-9DEA-240AA84EFB01}" dt="2026-05-27T04:04:29.284" v="4151" actId="478"/>
          <ac:spMkLst>
            <pc:docMk/>
            <pc:sldMk cId="3877365360" sldId="310"/>
            <ac:spMk id="160" creationId="{F33C9719-86A1-3546-BAE2-8107B7A26669}"/>
          </ac:spMkLst>
        </pc:spChg>
        <pc:spChg chg="del mod">
          <ac:chgData name="JAEYEON KIM" userId="5fd88c3b828d6b87" providerId="LiveId" clId="{4DEEB11C-6F4E-434B-9DEA-240AA84EFB01}" dt="2026-05-27T04:04:29.284" v="4151" actId="478"/>
          <ac:spMkLst>
            <pc:docMk/>
            <pc:sldMk cId="3877365360" sldId="310"/>
            <ac:spMk id="161" creationId="{CB520D93-6DC1-7DED-AA6E-B8022BE110BE}"/>
          </ac:spMkLst>
        </pc:spChg>
        <pc:spChg chg="mod">
          <ac:chgData name="JAEYEON KIM" userId="5fd88c3b828d6b87" providerId="LiveId" clId="{4DEEB11C-6F4E-434B-9DEA-240AA84EFB01}" dt="2026-05-27T01:35:25.317" v="2994" actId="14861"/>
          <ac:spMkLst>
            <pc:docMk/>
            <pc:sldMk cId="3877365360" sldId="310"/>
            <ac:spMk id="162" creationId="{01819C22-1C22-EB65-8471-64898A247B32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63" creationId="{A6F85DE1-553C-9400-3932-4DC7EF61BBFD}"/>
          </ac:spMkLst>
        </pc:spChg>
        <pc:spChg chg="del mod">
          <ac:chgData name="JAEYEON KIM" userId="5fd88c3b828d6b87" providerId="LiveId" clId="{4DEEB11C-6F4E-434B-9DEA-240AA84EFB01}" dt="2026-05-27T04:04:23.698" v="4150" actId="478"/>
          <ac:spMkLst>
            <pc:docMk/>
            <pc:sldMk cId="3877365360" sldId="310"/>
            <ac:spMk id="164" creationId="{F44DABFC-1332-ACDD-7AFB-6617C79C722D}"/>
          </ac:spMkLst>
        </pc:spChg>
        <pc:spChg chg="del mod">
          <ac:chgData name="JAEYEON KIM" userId="5fd88c3b828d6b87" providerId="LiveId" clId="{4DEEB11C-6F4E-434B-9DEA-240AA84EFB01}" dt="2026-05-27T04:04:23.698" v="4150" actId="478"/>
          <ac:spMkLst>
            <pc:docMk/>
            <pc:sldMk cId="3877365360" sldId="310"/>
            <ac:spMk id="165" creationId="{C6756938-15FF-C5E8-330A-F05F7657A713}"/>
          </ac:spMkLst>
        </pc:spChg>
        <pc:spChg chg="add del">
          <ac:chgData name="JAEYEON KIM" userId="5fd88c3b828d6b87" providerId="LiveId" clId="{4DEEB11C-6F4E-434B-9DEA-240AA84EFB01}" dt="2026-05-27T02:33:08.388" v="4116" actId="22"/>
          <ac:spMkLst>
            <pc:docMk/>
            <pc:sldMk cId="3877365360" sldId="310"/>
            <ac:spMk id="171" creationId="{BF0908EA-3607-889A-4407-A51F803C7914}"/>
          </ac:spMkLst>
        </pc:spChg>
        <pc:spChg chg="mod">
          <ac:chgData name="JAEYEON KIM" userId="5fd88c3b828d6b87" providerId="LiveId" clId="{4DEEB11C-6F4E-434B-9DEA-240AA84EFB01}" dt="2026-05-27T02:39:28.959" v="4117"/>
          <ac:spMkLst>
            <pc:docMk/>
            <pc:sldMk cId="3877365360" sldId="310"/>
            <ac:spMk id="173" creationId="{DDFF5D1E-EE3E-838A-7462-07CF61051B36}"/>
          </ac:spMkLst>
        </pc:spChg>
        <pc:spChg chg="mod">
          <ac:chgData name="JAEYEON KIM" userId="5fd88c3b828d6b87" providerId="LiveId" clId="{4DEEB11C-6F4E-434B-9DEA-240AA84EFB01}" dt="2026-05-27T02:39:28.959" v="4117"/>
          <ac:spMkLst>
            <pc:docMk/>
            <pc:sldMk cId="3877365360" sldId="310"/>
            <ac:spMk id="174" creationId="{4BC4BE16-15E8-C0BA-080B-11B36CA16554}"/>
          </ac:spMkLst>
        </pc:spChg>
        <pc:spChg chg="mod">
          <ac:chgData name="JAEYEON KIM" userId="5fd88c3b828d6b87" providerId="LiveId" clId="{4DEEB11C-6F4E-434B-9DEA-240AA84EFB01}" dt="2026-05-27T04:23:41.449" v="4877" actId="20577"/>
          <ac:spMkLst>
            <pc:docMk/>
            <pc:sldMk cId="3877365360" sldId="310"/>
            <ac:spMk id="175" creationId="{678A2A00-15D8-0DA7-4F3A-6EDD0610982F}"/>
          </ac:spMkLst>
        </pc:spChg>
        <pc:spChg chg="add mod">
          <ac:chgData name="JAEYEON KIM" userId="5fd88c3b828d6b87" providerId="LiveId" clId="{4DEEB11C-6F4E-434B-9DEA-240AA84EFB01}" dt="2026-05-27T04:04:46.259" v="4153" actId="1035"/>
          <ac:spMkLst>
            <pc:docMk/>
            <pc:sldMk cId="3877365360" sldId="310"/>
            <ac:spMk id="176" creationId="{09C0DC08-3459-0D17-0974-73EF095CCA43}"/>
          </ac:spMkLst>
        </pc:spChg>
        <pc:spChg chg="add mod">
          <ac:chgData name="JAEYEON KIM" userId="5fd88c3b828d6b87" providerId="LiveId" clId="{4DEEB11C-6F4E-434B-9DEA-240AA84EFB01}" dt="2026-05-27T04:04:50.486" v="4154" actId="1035"/>
          <ac:spMkLst>
            <pc:docMk/>
            <pc:sldMk cId="3877365360" sldId="310"/>
            <ac:spMk id="177" creationId="{2718298F-7A7B-2ED6-4A47-524596140C16}"/>
          </ac:spMkLst>
        </pc:spChg>
        <pc:spChg chg="add mod">
          <ac:chgData name="JAEYEON KIM" userId="5fd88c3b828d6b87" providerId="LiveId" clId="{4DEEB11C-6F4E-434B-9DEA-240AA84EFB01}" dt="2026-05-27T04:04:38.173" v="4152" actId="1076"/>
          <ac:spMkLst>
            <pc:docMk/>
            <pc:sldMk cId="3877365360" sldId="310"/>
            <ac:spMk id="178" creationId="{C91FABC6-1812-8201-B043-EFE4D7826A21}"/>
          </ac:spMkLst>
        </pc:spChg>
        <pc:spChg chg="add mod">
          <ac:chgData name="JAEYEON KIM" userId="5fd88c3b828d6b87" providerId="LiveId" clId="{4DEEB11C-6F4E-434B-9DEA-240AA84EFB01}" dt="2026-05-27T04:04:38.173" v="4152" actId="1076"/>
          <ac:spMkLst>
            <pc:docMk/>
            <pc:sldMk cId="3877365360" sldId="310"/>
            <ac:spMk id="179" creationId="{32B701C1-A927-8176-A750-FAA884D5D281}"/>
          </ac:spMkLst>
        </pc:spChg>
        <pc:spChg chg="mod">
          <ac:chgData name="JAEYEON KIM" userId="5fd88c3b828d6b87" providerId="LiveId" clId="{4DEEB11C-6F4E-434B-9DEA-240AA84EFB01}" dt="2026-05-27T04:09:53.460" v="4287"/>
          <ac:spMkLst>
            <pc:docMk/>
            <pc:sldMk cId="3877365360" sldId="310"/>
            <ac:spMk id="182" creationId="{7772F2D2-5121-CC51-2089-29C7D1E0C7DA}"/>
          </ac:spMkLst>
        </pc:spChg>
        <pc:spChg chg="mod">
          <ac:chgData name="JAEYEON KIM" userId="5fd88c3b828d6b87" providerId="LiveId" clId="{4DEEB11C-6F4E-434B-9DEA-240AA84EFB01}" dt="2026-05-27T04:09:53.460" v="4287"/>
          <ac:spMkLst>
            <pc:docMk/>
            <pc:sldMk cId="3877365360" sldId="310"/>
            <ac:spMk id="183" creationId="{A4DF57C5-62AE-D74B-4315-90BD28EC035E}"/>
          </ac:spMkLst>
        </pc:spChg>
        <pc:spChg chg="mod">
          <ac:chgData name="JAEYEON KIM" userId="5fd88c3b828d6b87" providerId="LiveId" clId="{4DEEB11C-6F4E-434B-9DEA-240AA84EFB01}" dt="2026-05-27T04:09:53.460" v="4287"/>
          <ac:spMkLst>
            <pc:docMk/>
            <pc:sldMk cId="3877365360" sldId="310"/>
            <ac:spMk id="184" creationId="{5CF23378-1AFD-0A9A-F263-F7898C7C7717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191" creationId="{8FB86A83-2EAB-2DB4-90C8-3EB05172311A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199" creationId="{A1B019F5-E015-A2C9-BC90-EEFD1E6F1D93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03" creationId="{74B42D68-8A2D-4696-B48D-DBF0DDE4B703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05" creationId="{5F91E53D-D6AD-149F-D293-CF0ADB01D27B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08" creationId="{CA9E144E-6CEC-D51A-B433-5E695D0BF16B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0" creationId="{9233D95D-9D8B-DD96-4D60-D503764B7978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5" creationId="{457E8781-1E81-AEC1-4555-856CE731456D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6" creationId="{342F7EF9-7C4E-35C1-51CC-846754DAA982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7" creationId="{5088386A-5E19-B808-CE60-983AB4BCE9E1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24" creationId="{6DB60EC0-5AFC-44BF-B755-02839D409EE2}"/>
          </ac:spMkLst>
        </pc:spChg>
        <pc:spChg chg="mod">
          <ac:chgData name="JAEYEON KIM" userId="5fd88c3b828d6b87" providerId="LiveId" clId="{4DEEB11C-6F4E-434B-9DEA-240AA84EFB01}" dt="2026-05-27T04:11:53.411" v="4335"/>
          <ac:spMkLst>
            <pc:docMk/>
            <pc:sldMk cId="3877365360" sldId="310"/>
            <ac:spMk id="229" creationId="{226B529E-2A59-156F-C3C6-89C0A543D5A1}"/>
          </ac:spMkLst>
        </pc:spChg>
        <pc:spChg chg="mod">
          <ac:chgData name="JAEYEON KIM" userId="5fd88c3b828d6b87" providerId="LiveId" clId="{4DEEB11C-6F4E-434B-9DEA-240AA84EFB01}" dt="2026-05-27T04:11:53.411" v="4335"/>
          <ac:spMkLst>
            <pc:docMk/>
            <pc:sldMk cId="3877365360" sldId="310"/>
            <ac:spMk id="231" creationId="{580BF562-98F4-30AB-58FF-1AAFFEBC9D14}"/>
          </ac:spMkLst>
        </pc:spChg>
        <pc:spChg chg="del mod">
          <ac:chgData name="JAEYEON KIM" userId="5fd88c3b828d6b87" providerId="LiveId" clId="{4DEEB11C-6F4E-434B-9DEA-240AA84EFB01}" dt="2026-05-27T04:14:16.561" v="4383" actId="478"/>
          <ac:spMkLst>
            <pc:docMk/>
            <pc:sldMk cId="3877365360" sldId="310"/>
            <ac:spMk id="233" creationId="{97A22EE0-68BF-CAC4-7EA1-470BA4F02BEA}"/>
          </ac:spMkLst>
        </pc:spChg>
        <pc:spChg chg="del">
          <ac:chgData name="JAEYEON KIM" userId="5fd88c3b828d6b87" providerId="LiveId" clId="{4DEEB11C-6F4E-434B-9DEA-240AA84EFB01}" dt="2026-05-27T04:14:48.238" v="4396" actId="478"/>
          <ac:spMkLst>
            <pc:docMk/>
            <pc:sldMk cId="3877365360" sldId="310"/>
            <ac:spMk id="234" creationId="{F0CD6053-4855-2113-BAA4-C2739630A28E}"/>
          </ac:spMkLst>
        </pc:spChg>
        <pc:spChg chg="del">
          <ac:chgData name="JAEYEON KIM" userId="5fd88c3b828d6b87" providerId="LiveId" clId="{4DEEB11C-6F4E-434B-9DEA-240AA84EFB01}" dt="2026-05-27T04:14:02.087" v="4372" actId="478"/>
          <ac:spMkLst>
            <pc:docMk/>
            <pc:sldMk cId="3877365360" sldId="310"/>
            <ac:spMk id="235" creationId="{85BE7E80-4DE9-BAC1-AB3D-C11FE865D712}"/>
          </ac:spMkLst>
        </pc:spChg>
        <pc:spChg chg="del">
          <ac:chgData name="JAEYEON KIM" userId="5fd88c3b828d6b87" providerId="LiveId" clId="{4DEEB11C-6F4E-434B-9DEA-240AA84EFB01}" dt="2026-05-27T04:14:09.753" v="4377" actId="478"/>
          <ac:spMkLst>
            <pc:docMk/>
            <pc:sldMk cId="3877365360" sldId="310"/>
            <ac:spMk id="236" creationId="{3C211D37-0255-E7F7-7B0B-31C82CE2CD3B}"/>
          </ac:spMkLst>
        </pc:spChg>
        <pc:spChg chg="del">
          <ac:chgData name="JAEYEON KIM" userId="5fd88c3b828d6b87" providerId="LiveId" clId="{4DEEB11C-6F4E-434B-9DEA-240AA84EFB01}" dt="2026-05-27T04:14:11.138" v="4378" actId="478"/>
          <ac:spMkLst>
            <pc:docMk/>
            <pc:sldMk cId="3877365360" sldId="310"/>
            <ac:spMk id="237" creationId="{7E2E11B6-DDC9-A622-0D3C-5C25D35F8A84}"/>
          </ac:spMkLst>
        </pc:spChg>
        <pc:spChg chg="del">
          <ac:chgData name="JAEYEON KIM" userId="5fd88c3b828d6b87" providerId="LiveId" clId="{4DEEB11C-6F4E-434B-9DEA-240AA84EFB01}" dt="2026-05-27T04:14:04.681" v="4373" actId="478"/>
          <ac:spMkLst>
            <pc:docMk/>
            <pc:sldMk cId="3877365360" sldId="310"/>
            <ac:spMk id="238" creationId="{AD904E28-EB1E-5647-847F-8A7A2D826509}"/>
          </ac:spMkLst>
        </pc:spChg>
        <pc:spChg chg="del">
          <ac:chgData name="JAEYEON KIM" userId="5fd88c3b828d6b87" providerId="LiveId" clId="{4DEEB11C-6F4E-434B-9DEA-240AA84EFB01}" dt="2026-05-27T04:14:08.105" v="4376" actId="478"/>
          <ac:spMkLst>
            <pc:docMk/>
            <pc:sldMk cId="3877365360" sldId="310"/>
            <ac:spMk id="239" creationId="{8419C8C8-F20A-9C49-3A83-B15FC1456764}"/>
          </ac:spMkLst>
        </pc:spChg>
        <pc:spChg chg="del mod">
          <ac:chgData name="JAEYEON KIM" userId="5fd88c3b828d6b87" providerId="LiveId" clId="{4DEEB11C-6F4E-434B-9DEA-240AA84EFB01}" dt="2026-05-27T04:14:06.907" v="4375" actId="478"/>
          <ac:spMkLst>
            <pc:docMk/>
            <pc:sldMk cId="3877365360" sldId="310"/>
            <ac:spMk id="240" creationId="{7C2F6DC3-76D8-F8A3-9F04-E8E71972BB9D}"/>
          </ac:spMkLst>
        </pc:spChg>
        <pc:spChg chg="del">
          <ac:chgData name="JAEYEON KIM" userId="5fd88c3b828d6b87" providerId="LiveId" clId="{4DEEB11C-6F4E-434B-9DEA-240AA84EFB01}" dt="2026-05-27T04:14:24.533" v="4386" actId="478"/>
          <ac:spMkLst>
            <pc:docMk/>
            <pc:sldMk cId="3877365360" sldId="310"/>
            <ac:spMk id="241" creationId="{847D05A0-B528-84B6-C711-AD6C1A4E5CA1}"/>
          </ac:spMkLst>
        </pc:spChg>
        <pc:spChg chg="del">
          <ac:chgData name="JAEYEON KIM" userId="5fd88c3b828d6b87" providerId="LiveId" clId="{4DEEB11C-6F4E-434B-9DEA-240AA84EFB01}" dt="2026-05-27T04:14:22.774" v="4385" actId="478"/>
          <ac:spMkLst>
            <pc:docMk/>
            <pc:sldMk cId="3877365360" sldId="310"/>
            <ac:spMk id="242" creationId="{9FD66DBC-56A0-3A5D-966F-F5B41DA4934F}"/>
          </ac:spMkLst>
        </pc:spChg>
        <pc:spChg chg="del mod">
          <ac:chgData name="JAEYEON KIM" userId="5fd88c3b828d6b87" providerId="LiveId" clId="{4DEEB11C-6F4E-434B-9DEA-240AA84EFB01}" dt="2026-05-27T04:14:25.967" v="4387" actId="478"/>
          <ac:spMkLst>
            <pc:docMk/>
            <pc:sldMk cId="3877365360" sldId="310"/>
            <ac:spMk id="243" creationId="{CCB3A06B-B9D0-1BDE-77E8-687552D5BB36}"/>
          </ac:spMkLst>
        </pc:spChg>
        <pc:spChg chg="del mod">
          <ac:chgData name="JAEYEON KIM" userId="5fd88c3b828d6b87" providerId="LiveId" clId="{4DEEB11C-6F4E-434B-9DEA-240AA84EFB01}" dt="2026-05-27T04:14:50.173" v="4397" actId="478"/>
          <ac:spMkLst>
            <pc:docMk/>
            <pc:sldMk cId="3877365360" sldId="310"/>
            <ac:spMk id="244" creationId="{FCF4F8B5-6EFE-0807-9CB1-1D28EBE0986D}"/>
          </ac:spMkLst>
        </pc:spChg>
        <pc:spChg chg="del">
          <ac:chgData name="JAEYEON KIM" userId="5fd88c3b828d6b87" providerId="LiveId" clId="{4DEEB11C-6F4E-434B-9DEA-240AA84EFB01}" dt="2026-05-27T04:14:53.041" v="4398" actId="478"/>
          <ac:spMkLst>
            <pc:docMk/>
            <pc:sldMk cId="3877365360" sldId="310"/>
            <ac:spMk id="245" creationId="{57F326D6-9948-3F1E-9CD8-4F46150C4A5E}"/>
          </ac:spMkLst>
        </pc:spChg>
        <pc:spChg chg="del">
          <ac:chgData name="JAEYEON KIM" userId="5fd88c3b828d6b87" providerId="LiveId" clId="{4DEEB11C-6F4E-434B-9DEA-240AA84EFB01}" dt="2026-05-27T04:14:54.648" v="4399" actId="478"/>
          <ac:spMkLst>
            <pc:docMk/>
            <pc:sldMk cId="3877365360" sldId="310"/>
            <ac:spMk id="246" creationId="{7131A9C6-3E1E-2F5D-C01C-583BA1C16226}"/>
          </ac:spMkLst>
        </pc:spChg>
        <pc:spChg chg="del mod">
          <ac:chgData name="JAEYEON KIM" userId="5fd88c3b828d6b87" providerId="LiveId" clId="{4DEEB11C-6F4E-434B-9DEA-240AA84EFB01}" dt="2026-05-27T04:14:20.185" v="4384" actId="478"/>
          <ac:spMkLst>
            <pc:docMk/>
            <pc:sldMk cId="3877365360" sldId="310"/>
            <ac:spMk id="247" creationId="{704DB6B4-3AA7-AAE3-EE1A-18C773EA076D}"/>
          </ac:spMkLst>
        </pc:spChg>
        <pc:spChg chg="del">
          <ac:chgData name="JAEYEON KIM" userId="5fd88c3b828d6b87" providerId="LiveId" clId="{4DEEB11C-6F4E-434B-9DEA-240AA84EFB01}" dt="2026-05-27T04:14:58.466" v="4400" actId="478"/>
          <ac:spMkLst>
            <pc:docMk/>
            <pc:sldMk cId="3877365360" sldId="310"/>
            <ac:spMk id="248" creationId="{C5B19F66-F4B2-287D-A63F-6A2042EFFFA1}"/>
          </ac:spMkLst>
        </pc:spChg>
        <pc:spChg chg="mod">
          <ac:chgData name="JAEYEON KIM" userId="5fd88c3b828d6b87" providerId="LiveId" clId="{4DEEB11C-6F4E-434B-9DEA-240AA84EFB01}" dt="2026-05-27T04:15:58.474" v="4518" actId="14100"/>
          <ac:spMkLst>
            <pc:docMk/>
            <pc:sldMk cId="3877365360" sldId="310"/>
            <ac:spMk id="249" creationId="{34C6A5C7-E258-D4F7-2CFD-632F837BC6E5}"/>
          </ac:spMkLst>
        </pc:spChg>
        <pc:spChg chg="mod">
          <ac:chgData name="JAEYEON KIM" userId="5fd88c3b828d6b87" providerId="LiveId" clId="{4DEEB11C-6F4E-434B-9DEA-240AA84EFB01}" dt="2026-05-27T04:20:20.524" v="4845" actId="403"/>
          <ac:spMkLst>
            <pc:docMk/>
            <pc:sldMk cId="3877365360" sldId="310"/>
            <ac:spMk id="250" creationId="{2677EF1F-94F3-A2DD-BCC5-BADA750D2CCD}"/>
          </ac:spMkLst>
        </pc:spChg>
        <pc:spChg chg="mod">
          <ac:chgData name="JAEYEON KIM" userId="5fd88c3b828d6b87" providerId="LiveId" clId="{4DEEB11C-6F4E-434B-9DEA-240AA84EFB01}" dt="2026-05-27T04:20:15.362" v="4844" actId="1036"/>
          <ac:spMkLst>
            <pc:docMk/>
            <pc:sldMk cId="3877365360" sldId="310"/>
            <ac:spMk id="251" creationId="{7E189C5F-9E2F-88E6-B2E3-BF2F19FB0810}"/>
          </ac:spMkLst>
        </pc:spChg>
        <pc:spChg chg="del mod">
          <ac:chgData name="JAEYEON KIM" userId="5fd88c3b828d6b87" providerId="LiveId" clId="{4DEEB11C-6F4E-434B-9DEA-240AA84EFB01}" dt="2026-05-27T04:14:35.924" v="4393" actId="478"/>
          <ac:spMkLst>
            <pc:docMk/>
            <pc:sldMk cId="3877365360" sldId="310"/>
            <ac:spMk id="252" creationId="{9803BBC3-F8E6-DC56-E7D8-F63A877C2C70}"/>
          </ac:spMkLst>
        </pc:spChg>
        <pc:spChg chg="del">
          <ac:chgData name="JAEYEON KIM" userId="5fd88c3b828d6b87" providerId="LiveId" clId="{4DEEB11C-6F4E-434B-9DEA-240AA84EFB01}" dt="2026-05-27T04:14:37.949" v="4394" actId="478"/>
          <ac:spMkLst>
            <pc:docMk/>
            <pc:sldMk cId="3877365360" sldId="310"/>
            <ac:spMk id="253" creationId="{BAB4EA19-AAE2-6D4A-68CD-53AF90712578}"/>
          </ac:spMkLst>
        </pc:spChg>
        <pc:spChg chg="del mod">
          <ac:chgData name="JAEYEON KIM" userId="5fd88c3b828d6b87" providerId="LiveId" clId="{4DEEB11C-6F4E-434B-9DEA-240AA84EFB01}" dt="2026-05-27T04:14:39.927" v="4395" actId="478"/>
          <ac:spMkLst>
            <pc:docMk/>
            <pc:sldMk cId="3877365360" sldId="310"/>
            <ac:spMk id="254" creationId="{FE219071-CC4B-6501-3BB8-EE75371930E9}"/>
          </ac:spMkLst>
        </pc:spChg>
        <pc:spChg chg="del">
          <ac:chgData name="JAEYEON KIM" userId="5fd88c3b828d6b87" providerId="LiveId" clId="{4DEEB11C-6F4E-434B-9DEA-240AA84EFB01}" dt="2026-05-27T04:14:32.048" v="4391" actId="478"/>
          <ac:spMkLst>
            <pc:docMk/>
            <pc:sldMk cId="3877365360" sldId="310"/>
            <ac:spMk id="255" creationId="{D145F985-8E18-20C4-EBCD-0DD72684175C}"/>
          </ac:spMkLst>
        </pc:spChg>
        <pc:spChg chg="del">
          <ac:chgData name="JAEYEON KIM" userId="5fd88c3b828d6b87" providerId="LiveId" clId="{4DEEB11C-6F4E-434B-9DEA-240AA84EFB01}" dt="2026-05-27T04:14:27.893" v="4388" actId="478"/>
          <ac:spMkLst>
            <pc:docMk/>
            <pc:sldMk cId="3877365360" sldId="310"/>
            <ac:spMk id="256" creationId="{15E9925C-939E-F2E5-9A0B-3A318D72E67D}"/>
          </ac:spMkLst>
        </pc:spChg>
        <pc:spChg chg="del mod">
          <ac:chgData name="JAEYEON KIM" userId="5fd88c3b828d6b87" providerId="LiveId" clId="{4DEEB11C-6F4E-434B-9DEA-240AA84EFB01}" dt="2026-05-27T04:14:34.332" v="4392" actId="478"/>
          <ac:spMkLst>
            <pc:docMk/>
            <pc:sldMk cId="3877365360" sldId="310"/>
            <ac:spMk id="257" creationId="{FC9441BA-3A61-E784-A97D-EE304A3EF138}"/>
          </ac:spMkLst>
        </pc:spChg>
        <pc:spChg chg="mod">
          <ac:chgData name="JAEYEON KIM" userId="5fd88c3b828d6b87" providerId="LiveId" clId="{4DEEB11C-6F4E-434B-9DEA-240AA84EFB01}" dt="2026-05-27T04:15:04.484" v="4432" actId="1035"/>
          <ac:spMkLst>
            <pc:docMk/>
            <pc:sldMk cId="3877365360" sldId="310"/>
            <ac:spMk id="258" creationId="{C8CFE038-AB1D-5E33-FD72-691B8AE7000F}"/>
          </ac:spMkLst>
        </pc:spChg>
        <pc:spChg chg="mod">
          <ac:chgData name="JAEYEON KIM" userId="5fd88c3b828d6b87" providerId="LiveId" clId="{4DEEB11C-6F4E-434B-9DEA-240AA84EFB01}" dt="2026-05-27T04:17:27.055" v="4652" actId="2711"/>
          <ac:spMkLst>
            <pc:docMk/>
            <pc:sldMk cId="3877365360" sldId="310"/>
            <ac:spMk id="259" creationId="{040602CA-E46A-DE6B-5EEF-50A3141569FE}"/>
          </ac:spMkLst>
        </pc:spChg>
        <pc:spChg chg="mod">
          <ac:chgData name="JAEYEON KIM" userId="5fd88c3b828d6b87" providerId="LiveId" clId="{4DEEB11C-6F4E-434B-9DEA-240AA84EFB01}" dt="2026-05-27T04:18:01.837" v="4765" actId="20577"/>
          <ac:spMkLst>
            <pc:docMk/>
            <pc:sldMk cId="3877365360" sldId="310"/>
            <ac:spMk id="260" creationId="{152837AB-5591-4746-1820-C164D05AA7A7}"/>
          </ac:spMkLst>
        </pc:spChg>
        <pc:grpChg chg="mod">
          <ac:chgData name="JAEYEON KIM" userId="5fd88c3b828d6b87" providerId="LiveId" clId="{4DEEB11C-6F4E-434B-9DEA-240AA84EFB01}" dt="2026-05-27T01:28:20.377" v="2619" actId="1076"/>
          <ac:grpSpMkLst>
            <pc:docMk/>
            <pc:sldMk cId="3877365360" sldId="310"/>
            <ac:grpSpMk id="10" creationId="{043DD956-BF8F-044F-FE50-394994115962}"/>
          </ac:grpSpMkLst>
        </pc:grpChg>
        <pc:grpChg chg="mod">
          <ac:chgData name="JAEYEON KIM" userId="5fd88c3b828d6b87" providerId="LiveId" clId="{4DEEB11C-6F4E-434B-9DEA-240AA84EFB01}" dt="2026-05-27T02:05:16.670" v="3394" actId="1076"/>
          <ac:grpSpMkLst>
            <pc:docMk/>
            <pc:sldMk cId="3877365360" sldId="310"/>
            <ac:grpSpMk id="24" creationId="{D00EA64F-D27B-94A8-7EE9-48E8FB0E5E10}"/>
          </ac:grpSpMkLst>
        </pc:grpChg>
        <pc:grpChg chg="del">
          <ac:chgData name="JAEYEON KIM" userId="5fd88c3b828d6b87" providerId="LiveId" clId="{4DEEB11C-6F4E-434B-9DEA-240AA84EFB01}" dt="2026-05-27T01:28:15.465" v="2618" actId="478"/>
          <ac:grpSpMkLst>
            <pc:docMk/>
            <pc:sldMk cId="3877365360" sldId="310"/>
            <ac:grpSpMk id="105" creationId="{E55E3319-FA92-63BB-2174-04E4C4AF45AC}"/>
          </ac:grpSpMkLst>
        </pc:grpChg>
        <pc:grpChg chg="del mod">
          <ac:chgData name="JAEYEON KIM" userId="5fd88c3b828d6b87" providerId="LiveId" clId="{4DEEB11C-6F4E-434B-9DEA-240AA84EFB01}" dt="2026-05-27T02:39:52.366" v="4129" actId="478"/>
          <ac:grpSpMkLst>
            <pc:docMk/>
            <pc:sldMk cId="3877365360" sldId="310"/>
            <ac:grpSpMk id="106" creationId="{3A7E9B7E-3750-A917-2555-46568BA720E9}"/>
          </ac:grpSpMkLst>
        </pc:grpChg>
        <pc:grpChg chg="mod">
          <ac:chgData name="JAEYEON KIM" userId="5fd88c3b828d6b87" providerId="LiveId" clId="{4DEEB11C-6F4E-434B-9DEA-240AA84EFB01}" dt="2026-05-27T01:28:34.418" v="2623" actId="1076"/>
          <ac:grpSpMkLst>
            <pc:docMk/>
            <pc:sldMk cId="3877365360" sldId="310"/>
            <ac:grpSpMk id="125" creationId="{167273F1-1D68-BFF2-169D-D48FB72865AB}"/>
          </ac:grpSpMkLst>
        </pc:grpChg>
        <pc:grpChg chg="mod">
          <ac:chgData name="JAEYEON KIM" userId="5fd88c3b828d6b87" providerId="LiveId" clId="{4DEEB11C-6F4E-434B-9DEA-240AA84EFB01}" dt="2026-05-27T04:10:17.790" v="4291" actId="1076"/>
          <ac:grpSpMkLst>
            <pc:docMk/>
            <pc:sldMk cId="3877365360" sldId="310"/>
            <ac:grpSpMk id="167" creationId="{AE22EED1-4673-B1D6-1650-4C72FC817F0B}"/>
          </ac:grpSpMkLst>
        </pc:grpChg>
        <pc:grpChg chg="mod">
          <ac:chgData name="JAEYEON KIM" userId="5fd88c3b828d6b87" providerId="LiveId" clId="{4DEEB11C-6F4E-434B-9DEA-240AA84EFB01}" dt="2026-05-27T02:40:17.718" v="4132" actId="1076"/>
          <ac:grpSpMkLst>
            <pc:docMk/>
            <pc:sldMk cId="3877365360" sldId="310"/>
            <ac:grpSpMk id="168" creationId="{87328A3C-3D5C-98B2-A8AC-E97B51F51DB7}"/>
          </ac:grpSpMkLst>
        </pc:grpChg>
        <pc:grpChg chg="add mod">
          <ac:chgData name="JAEYEON KIM" userId="5fd88c3b828d6b87" providerId="LiveId" clId="{4DEEB11C-6F4E-434B-9DEA-240AA84EFB01}" dt="2026-05-27T02:27:13.767" v="3894" actId="1076"/>
          <ac:grpSpMkLst>
            <pc:docMk/>
            <pc:sldMk cId="3877365360" sldId="310"/>
            <ac:grpSpMk id="169" creationId="{1B9DB893-92B5-0FBA-71A9-A8C25C131115}"/>
          </ac:grpSpMkLst>
        </pc:grpChg>
        <pc:grpChg chg="add mod">
          <ac:chgData name="JAEYEON KIM" userId="5fd88c3b828d6b87" providerId="LiveId" clId="{4DEEB11C-6F4E-434B-9DEA-240AA84EFB01}" dt="2026-05-27T04:12:17.412" v="4350" actId="1035"/>
          <ac:grpSpMkLst>
            <pc:docMk/>
            <pc:sldMk cId="3877365360" sldId="310"/>
            <ac:grpSpMk id="172" creationId="{B397F49A-9F1C-6765-3806-22563736A86D}"/>
          </ac:grpSpMkLst>
        </pc:grpChg>
        <pc:grpChg chg="mod">
          <ac:chgData name="JAEYEON KIM" userId="5fd88c3b828d6b87" providerId="LiveId" clId="{4DEEB11C-6F4E-434B-9DEA-240AA84EFB01}" dt="2026-05-27T04:10:17.790" v="4291" actId="1076"/>
          <ac:grpSpMkLst>
            <pc:docMk/>
            <pc:sldMk cId="3877365360" sldId="310"/>
            <ac:grpSpMk id="180" creationId="{2DD416F1-7120-67BE-B5F3-15F9BFCDF3CE}"/>
          </ac:grpSpMkLst>
        </pc:grpChg>
        <pc:grpChg chg="add mod">
          <ac:chgData name="JAEYEON KIM" userId="5fd88c3b828d6b87" providerId="LiveId" clId="{4DEEB11C-6F4E-434B-9DEA-240AA84EFB01}" dt="2026-05-27T04:10:05.785" v="4290" actId="1076"/>
          <ac:grpSpMkLst>
            <pc:docMk/>
            <pc:sldMk cId="3877365360" sldId="310"/>
            <ac:grpSpMk id="181" creationId="{827F2D92-D46B-2DDB-78FC-8EF1B5A0020E}"/>
          </ac:grpSpMkLst>
        </pc:grpChg>
        <pc:grpChg chg="del mod">
          <ac:chgData name="JAEYEON KIM" userId="5fd88c3b828d6b87" providerId="LiveId" clId="{4DEEB11C-6F4E-434B-9DEA-240AA84EFB01}" dt="2026-05-27T04:11:37.953" v="4334" actId="478"/>
          <ac:grpSpMkLst>
            <pc:docMk/>
            <pc:sldMk cId="3877365360" sldId="310"/>
            <ac:grpSpMk id="185" creationId="{48225443-9750-D2D7-FA66-53C764A40F72}"/>
          </ac:grpSpMkLst>
        </pc:grpChg>
        <pc:grpChg chg="add del mod">
          <ac:chgData name="JAEYEON KIM" userId="5fd88c3b828d6b87" providerId="LiveId" clId="{4DEEB11C-6F4E-434B-9DEA-240AA84EFB01}" dt="2026-05-27T04:14:30.039" v="4390" actId="478"/>
          <ac:grpSpMkLst>
            <pc:docMk/>
            <pc:sldMk cId="3877365360" sldId="310"/>
            <ac:grpSpMk id="228" creationId="{A7CED136-F2A6-95A1-6ED2-6C897F44EE65}"/>
          </ac:grpSpMkLst>
        </pc:grpChg>
      </pc:sldChg>
      <pc:sldChg chg="add">
        <pc:chgData name="JAEYEON KIM" userId="5fd88c3b828d6b87" providerId="LiveId" clId="{4DEEB11C-6F4E-434B-9DEA-240AA84EFB01}" dt="2026-05-27T05:50:02.353" v="5544"/>
        <pc:sldMkLst>
          <pc:docMk/>
          <pc:sldMk cId="827560813" sldId="311"/>
        </pc:sldMkLst>
      </pc:sldChg>
      <pc:sldChg chg="add">
        <pc:chgData name="JAEYEON KIM" userId="5fd88c3b828d6b87" providerId="LiveId" clId="{4DEEB11C-6F4E-434B-9DEA-240AA84EFB01}" dt="2026-05-27T05:50:03.493" v="5545"/>
        <pc:sldMkLst>
          <pc:docMk/>
          <pc:sldMk cId="1994786653" sldId="312"/>
        </pc:sldMkLst>
      </pc:sldChg>
      <pc:sldChg chg="add">
        <pc:chgData name="JAEYEON KIM" userId="5fd88c3b828d6b87" providerId="LiveId" clId="{4DEEB11C-6F4E-434B-9DEA-240AA84EFB01}" dt="2026-05-27T05:50:04.079" v="5546"/>
        <pc:sldMkLst>
          <pc:docMk/>
          <pc:sldMk cId="805261497" sldId="313"/>
        </pc:sldMkLst>
      </pc:sldChg>
      <pc:sldChg chg="add">
        <pc:chgData name="JAEYEON KIM" userId="5fd88c3b828d6b87" providerId="LiveId" clId="{4DEEB11C-6F4E-434B-9DEA-240AA84EFB01}" dt="2026-05-27T05:50:04.420" v="5547"/>
        <pc:sldMkLst>
          <pc:docMk/>
          <pc:sldMk cId="1436047741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9992" y="1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81892-A103-4555-A6CB-F24C3B2C13DA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5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A9292-43B6-4495-A0D2-E67080E48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09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124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71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0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69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CE904-E161-1729-9423-CAE3470B4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846DD5-7769-E50F-0D0E-AC75B9C8B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2CEB2-AFE2-C443-94F2-C27D8987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96C0B-FCD7-0B1B-92D9-B44EDE83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C97779-16B4-4AE2-53E0-16BA0E65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5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7D1B7-B4A1-FD99-7E55-959027E2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3D7AC-4A4F-22DD-FF2C-5009B002B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E3D62D-73A6-9402-D14E-75FDE254E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3527C7-5E62-B26D-BE49-4C4912F6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CA7A7-1BC6-1E6F-34ED-7FACCB3F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1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EA8C6-C959-3850-C053-7BF21953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3D84B3-B474-082B-2098-EA05DE44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3A4EC3-22A0-A330-707A-D7A060B9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BE661-E0AD-02F3-7164-1951DE42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F6CA3-39D5-9968-C051-950FCD57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5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F9CA0-915A-6AC1-497B-3AF1C397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56ECB-6D86-4078-AACE-2CB815D2C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5C8D95-4F96-DB13-E5BC-0EEC58913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7C385D-E674-BA0F-76F1-79F56F86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BC452D-9FC6-15C3-45AF-210FF397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88CFA-218B-9170-EA96-23138A04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77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2DC5A-172A-C386-32BD-5207E29A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55EA4-A3D2-8061-BE59-CD58A13F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A5C2FD-3122-8E74-DD85-D67DFD9B5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54BA9B-8BBE-732F-020D-2287B63C2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F9956B-5DAD-F6DD-F32E-D230D72F1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0ACA18-1BE4-82C2-5313-E2272F6F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05B4A0-8B03-DCD5-7207-638063A3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2A709A-A526-2A6D-3F0F-F3A9B307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35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36A1B-27FC-DD38-6099-46408599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B0B1C6-B12F-690A-2489-81071052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E8CE27-8EA3-0C88-4EF6-5AC0C5CE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C1EB85-1175-F396-DC37-B29F94AB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68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57A9D1-B06B-1F23-6131-5BFE47DC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D6FB4B-9135-0EF1-2E26-DCFC7498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17F02-F49A-D00D-4D7F-65AA8CB8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80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08855-DE4D-2122-9034-94B33BE4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51ACCA-3DAD-9E43-7D65-3CA6FA96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4006CF-CDDC-15D0-1640-772D4717A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328DE9-37FD-33C1-5A5D-224A6353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1AD4C1-2B41-C944-80A5-41E17FBE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39BFE-F078-DCA1-FC79-54FBEA67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1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BFEA2-8C90-C865-DA30-6D31C48D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33C095-A6A1-53B0-8041-394A61A26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A9E424-705A-CA62-A69A-7A4B2B924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B8651D-8214-8FF7-AFBD-760A156D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322A44-4452-18F9-DD33-78618368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1664EC-8149-EF59-C8C1-6E6D1569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06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C565C-D2DB-37E1-A232-41E006B1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2D3757-5882-9423-EA16-C649A5B8B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BE21AC-EAA8-37AA-5FB0-39B00A60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6243A-FE60-3EB9-2DDD-8A3A0613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2D1AE8-BD3E-9504-4C6E-65423FAA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84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2B0337-628E-B58A-F1A3-786D331CF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6A5F83-9080-3D41-AAFE-121D6CE50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98AB-22EE-E68B-3295-405894B6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FBD28-96DC-720F-6B54-2B1659F3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664B2-EE2A-E4CC-1D96-690E9C4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84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34DA47-C1A1-963C-AFCA-EC322840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8BE729-4111-A4F0-E3D0-B008B837D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61084-0466-E5AE-8B39-9BF9979CC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D2B60-3DEC-9C47-6611-57CD71BBD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35839-5384-EB38-3E9B-D70C3C5A0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0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E447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" name="Rectangle 3"/>
          <p:cNvSpPr/>
          <p:nvPr/>
        </p:nvSpPr>
        <p:spPr>
          <a:xfrm>
            <a:off x="8990140" y="5760720"/>
            <a:ext cx="3200400" cy="1097280"/>
          </a:xfrm>
          <a:prstGeom prst="rect">
            <a:avLst/>
          </a:prstGeom>
          <a:solidFill>
            <a:srgbClr val="2E447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4548" y="1645920"/>
            <a:ext cx="9144000" cy="25400"/>
          </a:xfrm>
          <a:prstGeom prst="rect">
            <a:avLst/>
          </a:prstGeom>
          <a:solidFill>
            <a:srgbClr val="FFFFFF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824548" y="18084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화면정의 및 기획</a:t>
            </a:r>
            <a:r>
              <a:rPr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  |  Screen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Builder </a:t>
            </a:r>
            <a:r>
              <a:rPr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548" y="233172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dirty="0" err="1"/>
              <a:t>소통나눔방</a:t>
            </a:r>
            <a:endParaRPr sz="5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4548" y="3291841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chemeClr val="bg2">
                    <a:lumMod val="75000"/>
                  </a:schemeClr>
                </a:solidFill>
              </a:rPr>
              <a:t>P</a:t>
            </a:r>
            <a:r>
              <a:rPr lang="en-US" sz="3400" b="1">
                <a:solidFill>
                  <a:schemeClr val="bg2">
                    <a:lumMod val="75000"/>
                  </a:schemeClr>
                </a:solidFill>
              </a:rPr>
              <a:t>R</a:t>
            </a:r>
            <a:r>
              <a:rPr sz="3400" b="1">
                <a:solidFill>
                  <a:schemeClr val="bg2">
                    <a:lumMod val="75000"/>
                  </a:schemeClr>
                </a:solidFill>
              </a:rPr>
              <a:t> v1.</a:t>
            </a:r>
            <a:r>
              <a:rPr lang="en-US" sz="3400" b="1">
                <a:solidFill>
                  <a:schemeClr val="bg2">
                    <a:lumMod val="75000"/>
                  </a:schemeClr>
                </a:solidFill>
              </a:rPr>
              <a:t>1</a:t>
            </a:r>
            <a:endParaRPr sz="3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4548" y="4160520"/>
            <a:ext cx="9144000" cy="127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TextBox 9"/>
          <p:cNvSpPr txBox="1"/>
          <p:nvPr/>
        </p:nvSpPr>
        <p:spPr>
          <a:xfrm>
            <a:off x="824548" y="4389121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시스템명</a:t>
            </a:r>
            <a:r>
              <a:rPr sz="1100" b="1" dirty="0">
                <a:solidFill>
                  <a:srgbClr val="BBCCFF"/>
                </a:solidFill>
              </a:rPr>
              <a:t>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0428" y="4389121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소통나눔방</a:t>
            </a:r>
            <a:r>
              <a:rPr sz="1100" b="1" dirty="0"/>
              <a:t> (http</a:t>
            </a:r>
            <a:r>
              <a:rPr lang="en-US" sz="1100" b="1" dirty="0"/>
              <a:t>s</a:t>
            </a:r>
            <a:r>
              <a:rPr sz="1100" b="1" dirty="0"/>
              <a:t>://***.go.kr)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548" y="4736593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문서</a:t>
            </a:r>
            <a:r>
              <a:rPr sz="1100" b="1" dirty="0"/>
              <a:t> </a:t>
            </a:r>
            <a:r>
              <a:rPr sz="1100" b="1" dirty="0" err="1"/>
              <a:t>버전</a:t>
            </a:r>
            <a:r>
              <a:rPr sz="1100" b="1" dirty="0"/>
              <a:t>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0428" y="4736593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/>
              <a:t>v1.</a:t>
            </a:r>
            <a:r>
              <a:rPr lang="en-US" sz="1100" b="1" dirty="0"/>
              <a:t>1</a:t>
            </a:r>
            <a:endParaRPr sz="11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853748" y="4389121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작성</a:t>
            </a:r>
            <a:r>
              <a:rPr sz="1100" b="1" dirty="0"/>
              <a:t> </a:t>
            </a:r>
            <a:r>
              <a:rPr sz="1100" b="1" dirty="0" err="1"/>
              <a:t>일자</a:t>
            </a:r>
            <a:r>
              <a:rPr sz="1100" b="1" dirty="0"/>
              <a:t>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9628" y="4389121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/>
              <a:t>2026-0</a:t>
            </a:r>
            <a:r>
              <a:rPr lang="en-US" sz="1100" b="1" dirty="0"/>
              <a:t>6</a:t>
            </a:r>
            <a:r>
              <a:rPr sz="1100" b="1" dirty="0"/>
              <a:t>-</a:t>
            </a:r>
            <a:r>
              <a:rPr lang="en-US" sz="1100" b="1" dirty="0"/>
              <a:t>24</a:t>
            </a:r>
            <a:endParaRPr sz="11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853748" y="4736593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작성</a:t>
            </a:r>
            <a:r>
              <a:rPr sz="1100" b="1" dirty="0"/>
              <a:t> </a:t>
            </a:r>
            <a:r>
              <a:rPr sz="1100" b="1" dirty="0" err="1"/>
              <a:t>기관</a:t>
            </a:r>
            <a:r>
              <a:rPr sz="1100" b="1" dirty="0"/>
              <a:t>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9628" y="4736593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cs typeface="Arial Unicode MS" pitchFamily="50" charset="-127"/>
              </a:rPr>
              <a:t>○○부처 ○○과</a:t>
            </a:r>
            <a:endParaRPr sz="1100" b="1" dirty="0">
              <a:cs typeface="Arial Unicode MS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81580" y="5897880"/>
            <a:ext cx="2926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dirty="0">
                <a:solidFill>
                  <a:srgbClr val="E8ECF4"/>
                </a:solidFill>
              </a:rPr>
              <a:t>KOR Ver 1.0  |  Noto Sans KR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-693420" y="-906780"/>
            <a:ext cx="2689860" cy="274320"/>
            <a:chOff x="-693420" y="-906780"/>
            <a:chExt cx="2689860" cy="274320"/>
          </a:xfrm>
        </p:grpSpPr>
        <p:sp>
          <p:nvSpPr>
            <p:cNvPr id="20" name="타원 19"/>
            <p:cNvSpPr/>
            <p:nvPr/>
          </p:nvSpPr>
          <p:spPr>
            <a:xfrm>
              <a:off x="-693420" y="-906780"/>
              <a:ext cx="274320" cy="2743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/>
            <p:cNvSpPr/>
            <p:nvPr/>
          </p:nvSpPr>
          <p:spPr>
            <a:xfrm>
              <a:off x="-210312" y="-906780"/>
              <a:ext cx="274320" cy="274320"/>
            </a:xfrm>
            <a:prstGeom prst="ellipse">
              <a:avLst/>
            </a:prstGeom>
            <a:solidFill>
              <a:srgbClr val="AABB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/>
            <p:cNvSpPr/>
            <p:nvPr/>
          </p:nvSpPr>
          <p:spPr>
            <a:xfrm>
              <a:off x="272796" y="-906780"/>
              <a:ext cx="274320" cy="274320"/>
            </a:xfrm>
            <a:prstGeom prst="ellipse">
              <a:avLst/>
            </a:prstGeom>
            <a:solidFill>
              <a:srgbClr val="E8EC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755904" y="-906780"/>
              <a:ext cx="274320" cy="274320"/>
            </a:xfrm>
            <a:prstGeom prst="ellipse">
              <a:avLst/>
            </a:prstGeom>
            <a:solidFill>
              <a:srgbClr val="4450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/>
            <p:cNvSpPr/>
            <p:nvPr/>
          </p:nvSpPr>
          <p:spPr>
            <a:xfrm>
              <a:off x="1239012" y="-906780"/>
              <a:ext cx="274320" cy="27432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타원 24"/>
            <p:cNvSpPr/>
            <p:nvPr/>
          </p:nvSpPr>
          <p:spPr>
            <a:xfrm>
              <a:off x="1722120" y="-906780"/>
              <a:ext cx="274320" cy="274320"/>
            </a:xfrm>
            <a:prstGeom prst="ellipse">
              <a:avLst/>
            </a:prstGeom>
            <a:solidFill>
              <a:srgbClr val="1E2D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11879103" cy="407537"/>
                <a:chOff x="184469" y="42227"/>
                <a:chExt cx="11879103" cy="407537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62BE7D-0F39-6F9B-9275-F22E5FDB01E5}"/>
                    </a:ext>
                  </a:extLst>
                </p:cNvPr>
                <p:cNvSpPr txBox="1"/>
                <p:nvPr/>
              </p:nvSpPr>
              <p:spPr>
                <a:xfrm>
                  <a:off x="6984842" y="218932"/>
                  <a:ext cx="507873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ko-KR" altLang="en-US" sz="900" dirty="0" err="1">
                      <a:solidFill>
                        <a:schemeClr val="bg1"/>
                      </a:solidFill>
                      <a:latin typeface="+mn-ea"/>
                    </a:rPr>
                    <a:t>소통나눔방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 화면정의  기획서</a:t>
                  </a:r>
                  <a:endParaRPr sz="9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1400" b="1">
                      <a:solidFill>
                        <a:srgbClr val="E8ECF4"/>
                      </a:solidFill>
                      <a:latin typeface="+mn-ea"/>
                    </a:rPr>
                    <a:t>변경이력</a:t>
                  </a:r>
                  <a:endParaRPr sz="14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 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6741" y="2529138"/>
            <a:ext cx="11681080" cy="317420"/>
            <a:chOff x="382491" y="4286685"/>
            <a:chExt cx="11681080" cy="317420"/>
          </a:xfrm>
        </p:grpSpPr>
        <p:sp>
          <p:nvSpPr>
            <p:cNvPr id="17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8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목차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(Table  of Contents)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88581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변경 이력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(Revision History)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4" name="Rectangle 9"/>
          <p:cNvSpPr/>
          <p:nvPr/>
        </p:nvSpPr>
        <p:spPr>
          <a:xfrm>
            <a:off x="255461" y="1381039"/>
            <a:ext cx="861283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11"/>
          <p:cNvSpPr/>
          <p:nvPr/>
        </p:nvSpPr>
        <p:spPr>
          <a:xfrm>
            <a:off x="1116745" y="1381039"/>
            <a:ext cx="1423119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Rectangle 13"/>
          <p:cNvSpPr/>
          <p:nvPr/>
        </p:nvSpPr>
        <p:spPr>
          <a:xfrm>
            <a:off x="2539864" y="1381039"/>
            <a:ext cx="1233370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7" name="Rectangle 15"/>
          <p:cNvSpPr/>
          <p:nvPr/>
        </p:nvSpPr>
        <p:spPr>
          <a:xfrm>
            <a:off x="3773235" y="1381039"/>
            <a:ext cx="6166851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Rectangle 17"/>
          <p:cNvSpPr/>
          <p:nvPr/>
        </p:nvSpPr>
        <p:spPr>
          <a:xfrm>
            <a:off x="9940086" y="1381039"/>
            <a:ext cx="1996455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Rectangle 19"/>
          <p:cNvSpPr/>
          <p:nvPr/>
        </p:nvSpPr>
        <p:spPr>
          <a:xfrm>
            <a:off x="262873" y="1728511"/>
            <a:ext cx="853872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0" name="Rectangle 21"/>
          <p:cNvSpPr/>
          <p:nvPr/>
        </p:nvSpPr>
        <p:spPr>
          <a:xfrm>
            <a:off x="1116745" y="1728511"/>
            <a:ext cx="1423119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1" name="Rectangle 23"/>
          <p:cNvSpPr/>
          <p:nvPr/>
        </p:nvSpPr>
        <p:spPr>
          <a:xfrm>
            <a:off x="2539864" y="1728511"/>
            <a:ext cx="1233370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Rectangle 25"/>
          <p:cNvSpPr/>
          <p:nvPr/>
        </p:nvSpPr>
        <p:spPr>
          <a:xfrm>
            <a:off x="3773235" y="1728511"/>
            <a:ext cx="6161910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Rectangle 27"/>
          <p:cNvSpPr/>
          <p:nvPr/>
        </p:nvSpPr>
        <p:spPr>
          <a:xfrm>
            <a:off x="9945027" y="1728511"/>
            <a:ext cx="1986574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31642" y="1444498"/>
            <a:ext cx="11487596" cy="594559"/>
            <a:chOff x="504508" y="1188721"/>
            <a:chExt cx="11000546" cy="594559"/>
          </a:xfrm>
        </p:grpSpPr>
        <p:sp>
          <p:nvSpPr>
            <p:cNvPr id="35" name="TextBox 34"/>
            <p:cNvSpPr txBox="1"/>
            <p:nvPr/>
          </p:nvSpPr>
          <p:spPr>
            <a:xfrm>
              <a:off x="504508" y="1188721"/>
              <a:ext cx="692053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버전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27469" y="1188721"/>
              <a:ext cx="1226029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작성일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699068" y="1188721"/>
              <a:ext cx="1037716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작성자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87789" y="1188721"/>
              <a:ext cx="5813055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변경</a:t>
              </a:r>
              <a:r>
                <a:rPr sz="95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내용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39948" y="1188721"/>
              <a:ext cx="1765106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비고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4508" y="1527048"/>
              <a:ext cx="69205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>
                  <a:latin typeface="+mn-ea"/>
                </a:rPr>
                <a:t>v1.0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27468" y="1527048"/>
              <a:ext cx="12260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>
                  <a:latin typeface="+mn-ea"/>
                </a:rPr>
                <a:t>2026-0</a:t>
              </a:r>
              <a:r>
                <a:rPr lang="en-US" sz="900" dirty="0">
                  <a:latin typeface="+mn-ea"/>
                </a:rPr>
                <a:t>6</a:t>
              </a:r>
              <a:r>
                <a:rPr sz="900" dirty="0">
                  <a:latin typeface="+mn-ea"/>
                </a:rPr>
                <a:t>-</a:t>
              </a:r>
              <a:r>
                <a:rPr lang="en-US" sz="900" dirty="0">
                  <a:latin typeface="+mn-ea"/>
                </a:rPr>
                <a:t>16</a:t>
              </a:r>
              <a:endParaRPr sz="900" dirty="0">
                <a:latin typeface="+mn-ea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699068" y="1527048"/>
              <a:ext cx="10377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>
                  <a:latin typeface="+mn-ea"/>
                </a:rPr>
                <a:t>김재연</a:t>
              </a:r>
              <a:endParaRPr sz="900" dirty="0">
                <a:latin typeface="+mn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87788" y="1552448"/>
              <a:ext cx="5852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latin typeface="+mn-ea"/>
                </a:rPr>
                <a:t>최초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작성</a:t>
              </a:r>
              <a:r>
                <a:rPr sz="900" dirty="0">
                  <a:latin typeface="+mn-ea"/>
                </a:rPr>
                <a:t> (</a:t>
              </a:r>
              <a:r>
                <a:rPr sz="900" dirty="0" err="1">
                  <a:latin typeface="+mn-ea"/>
                </a:rPr>
                <a:t>기능분해도·매뉴얼·메뉴구조도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분석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기반</a:t>
              </a:r>
              <a:r>
                <a:rPr sz="900" dirty="0">
                  <a:latin typeface="+mn-ea"/>
                </a:rPr>
                <a:t>)</a:t>
              </a: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288616" y="2909806"/>
            <a:ext cx="11651479" cy="3557761"/>
            <a:chOff x="288616" y="2969680"/>
            <a:chExt cx="11651479" cy="3557761"/>
          </a:xfrm>
        </p:grpSpPr>
        <p:grpSp>
          <p:nvGrpSpPr>
            <p:cNvPr id="44" name="그룹 43"/>
            <p:cNvGrpSpPr/>
            <p:nvPr/>
          </p:nvGrpSpPr>
          <p:grpSpPr>
            <a:xfrm>
              <a:off x="297107" y="2969680"/>
              <a:ext cx="11634493" cy="2603217"/>
              <a:chOff x="458787" y="2530656"/>
              <a:chExt cx="11252038" cy="2310675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668EA0F7-7A13-EC13-AD60-C142BA309EBF}"/>
                  </a:ext>
                </a:extLst>
              </p:cNvPr>
              <p:cNvGrpSpPr/>
              <p:nvPr/>
            </p:nvGrpSpPr>
            <p:grpSpPr>
              <a:xfrm>
                <a:off x="6112825" y="2537043"/>
                <a:ext cx="5598000" cy="2304288"/>
                <a:chOff x="5945188" y="2514600"/>
                <a:chExt cx="5303520" cy="2304288"/>
              </a:xfrm>
            </p:grpSpPr>
            <p:sp>
              <p:nvSpPr>
                <p:cNvPr id="115" name="Rectangle 35"/>
                <p:cNvSpPr/>
                <p:nvPr/>
              </p:nvSpPr>
              <p:spPr>
                <a:xfrm>
                  <a:off x="5945188" y="2514600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6" name="Rectangle 43"/>
                <p:cNvSpPr/>
                <p:nvPr/>
              </p:nvSpPr>
              <p:spPr>
                <a:xfrm>
                  <a:off x="5945188" y="2807208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7" name="Rectangle 51"/>
                <p:cNvSpPr/>
                <p:nvPr/>
              </p:nvSpPr>
              <p:spPr>
                <a:xfrm>
                  <a:off x="5945188" y="3099816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8" name="Rectangle 59"/>
                <p:cNvSpPr/>
                <p:nvPr/>
              </p:nvSpPr>
              <p:spPr>
                <a:xfrm>
                  <a:off x="5945188" y="3392424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9" name="Rectangle 67"/>
                <p:cNvSpPr/>
                <p:nvPr/>
              </p:nvSpPr>
              <p:spPr>
                <a:xfrm>
                  <a:off x="5945188" y="3685032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0" name="Rectangle 75"/>
                <p:cNvSpPr/>
                <p:nvPr/>
              </p:nvSpPr>
              <p:spPr>
                <a:xfrm>
                  <a:off x="5945188" y="3977640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1" name="Rectangle 83"/>
                <p:cNvSpPr/>
                <p:nvPr/>
              </p:nvSpPr>
              <p:spPr>
                <a:xfrm>
                  <a:off x="5945188" y="4270248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2" name="Rectangle 91"/>
                <p:cNvSpPr/>
                <p:nvPr/>
              </p:nvSpPr>
              <p:spPr>
                <a:xfrm>
                  <a:off x="5945188" y="4562856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56767003-DE52-8540-FA67-16E609978D53}"/>
                  </a:ext>
                </a:extLst>
              </p:cNvPr>
              <p:cNvGrpSpPr/>
              <p:nvPr/>
            </p:nvGrpSpPr>
            <p:grpSpPr>
              <a:xfrm>
                <a:off x="6203032" y="2560320"/>
                <a:ext cx="5415596" cy="230331"/>
                <a:chOff x="6198078" y="2543647"/>
                <a:chExt cx="5415596" cy="230331"/>
              </a:xfrm>
            </p:grpSpPr>
            <p:sp>
              <p:nvSpPr>
                <p:cNvPr id="112" name="TextBox 111"/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900" dirty="0">
                      <a:latin typeface="+mn-ea"/>
                    </a:rPr>
                    <a:t>2.</a:t>
                  </a: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6867526" y="2569086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현황분석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0</a:t>
                  </a:r>
                  <a:r>
                    <a:rPr lang="en-US" sz="850" dirty="0">
                      <a:latin typeface="+mn-ea"/>
                    </a:rPr>
                    <a:t>6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0587FB28-ECCF-6168-1926-F2EBF97CF021}"/>
                  </a:ext>
                </a:extLst>
              </p:cNvPr>
              <p:cNvGrpSpPr/>
              <p:nvPr/>
            </p:nvGrpSpPr>
            <p:grpSpPr>
              <a:xfrm>
                <a:off x="458787" y="2530656"/>
                <a:ext cx="5598000" cy="2304288"/>
                <a:chOff x="5945188" y="2514600"/>
                <a:chExt cx="5303520" cy="2304288"/>
              </a:xfrm>
            </p:grpSpPr>
            <p:sp>
              <p:nvSpPr>
                <p:cNvPr id="104" name="Rectangle 35">
                  <a:extLst>
                    <a:ext uri="{FF2B5EF4-FFF2-40B4-BE49-F238E27FC236}">
                      <a16:creationId xmlns:a16="http://schemas.microsoft.com/office/drawing/2014/main" id="{2B0CCB33-F98D-4A2A-9A6C-A961A67D635C}"/>
                    </a:ext>
                  </a:extLst>
                </p:cNvPr>
                <p:cNvSpPr/>
                <p:nvPr/>
              </p:nvSpPr>
              <p:spPr>
                <a:xfrm>
                  <a:off x="5945188" y="2514600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5" name="Rectangle 43">
                  <a:extLst>
                    <a:ext uri="{FF2B5EF4-FFF2-40B4-BE49-F238E27FC236}">
                      <a16:creationId xmlns:a16="http://schemas.microsoft.com/office/drawing/2014/main" id="{E9AE364B-3C64-7C17-55AF-50E474B209B2}"/>
                    </a:ext>
                  </a:extLst>
                </p:cNvPr>
                <p:cNvSpPr/>
                <p:nvPr/>
              </p:nvSpPr>
              <p:spPr>
                <a:xfrm>
                  <a:off x="5945188" y="2807208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6" name="Rectangle 51">
                  <a:extLst>
                    <a:ext uri="{FF2B5EF4-FFF2-40B4-BE49-F238E27FC236}">
                      <a16:creationId xmlns:a16="http://schemas.microsoft.com/office/drawing/2014/main" id="{CC9145AA-0DCC-2A7A-F9A5-451D0E350AFC}"/>
                    </a:ext>
                  </a:extLst>
                </p:cNvPr>
                <p:cNvSpPr/>
                <p:nvPr/>
              </p:nvSpPr>
              <p:spPr>
                <a:xfrm>
                  <a:off x="5945188" y="3099816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7" name="Rectangle 59">
                  <a:extLst>
                    <a:ext uri="{FF2B5EF4-FFF2-40B4-BE49-F238E27FC236}">
                      <a16:creationId xmlns:a16="http://schemas.microsoft.com/office/drawing/2014/main" id="{B146ED05-6D5A-7F91-3B13-B63CBB189942}"/>
                    </a:ext>
                  </a:extLst>
                </p:cNvPr>
                <p:cNvSpPr/>
                <p:nvPr/>
              </p:nvSpPr>
              <p:spPr>
                <a:xfrm>
                  <a:off x="5945188" y="3392424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8" name="Rectangle 67">
                  <a:extLst>
                    <a:ext uri="{FF2B5EF4-FFF2-40B4-BE49-F238E27FC236}">
                      <a16:creationId xmlns:a16="http://schemas.microsoft.com/office/drawing/2014/main" id="{B096605A-9D40-153C-9A59-EE8AE502B754}"/>
                    </a:ext>
                  </a:extLst>
                </p:cNvPr>
                <p:cNvSpPr/>
                <p:nvPr/>
              </p:nvSpPr>
              <p:spPr>
                <a:xfrm>
                  <a:off x="5945188" y="3685032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" name="Rectangle 75">
                  <a:extLst>
                    <a:ext uri="{FF2B5EF4-FFF2-40B4-BE49-F238E27FC236}">
                      <a16:creationId xmlns:a16="http://schemas.microsoft.com/office/drawing/2014/main" id="{6047B132-627C-0778-EFE7-6509BB4AEBAD}"/>
                    </a:ext>
                  </a:extLst>
                </p:cNvPr>
                <p:cNvSpPr/>
                <p:nvPr/>
              </p:nvSpPr>
              <p:spPr>
                <a:xfrm>
                  <a:off x="5945188" y="3977640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" name="Rectangle 83">
                  <a:extLst>
                    <a:ext uri="{FF2B5EF4-FFF2-40B4-BE49-F238E27FC236}">
                      <a16:creationId xmlns:a16="http://schemas.microsoft.com/office/drawing/2014/main" id="{8B62FEB8-92F2-4B1C-5095-EAAA3CF24816}"/>
                    </a:ext>
                  </a:extLst>
                </p:cNvPr>
                <p:cNvSpPr/>
                <p:nvPr/>
              </p:nvSpPr>
              <p:spPr>
                <a:xfrm>
                  <a:off x="5945188" y="4270248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1" name="Rectangle 91">
                  <a:extLst>
                    <a:ext uri="{FF2B5EF4-FFF2-40B4-BE49-F238E27FC236}">
                      <a16:creationId xmlns:a16="http://schemas.microsoft.com/office/drawing/2014/main" id="{90634C41-09CA-FD5C-C8D3-9449A8CB3383}"/>
                    </a:ext>
                  </a:extLst>
                </p:cNvPr>
                <p:cNvSpPr/>
                <p:nvPr/>
              </p:nvSpPr>
              <p:spPr>
                <a:xfrm>
                  <a:off x="5945188" y="4562856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BB400681-B8C0-6051-40C3-0FB51B6E2828}"/>
                  </a:ext>
                </a:extLst>
              </p:cNvPr>
              <p:cNvGrpSpPr/>
              <p:nvPr/>
            </p:nvGrpSpPr>
            <p:grpSpPr>
              <a:xfrm>
                <a:off x="539910" y="2550794"/>
                <a:ext cx="5415596" cy="243859"/>
                <a:chOff x="6198078" y="2543647"/>
                <a:chExt cx="5415596" cy="243859"/>
              </a:xfrm>
            </p:grpSpPr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31C87AF-CA78-2BDF-39A8-23D321CCB4F3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DE44D2F-5364-9C60-9100-D7C5CC64E280}"/>
                    </a:ext>
                  </a:extLst>
                </p:cNvPr>
                <p:cNvSpPr txBox="1"/>
                <p:nvPr/>
              </p:nvSpPr>
              <p:spPr>
                <a:xfrm>
                  <a:off x="6867526" y="25826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사업 개요 및 목적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B6AF74F-B069-3278-DC58-BEF6B98D0B5C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0</a:t>
                  </a:r>
                  <a:r>
                    <a:rPr lang="en-US" sz="850" dirty="0">
                      <a:latin typeface="+mn-ea"/>
                    </a:rPr>
                    <a:t>3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992D1C2F-285E-C860-02DF-AA949217B95D}"/>
                  </a:ext>
                </a:extLst>
              </p:cNvPr>
              <p:cNvGrpSpPr/>
              <p:nvPr/>
            </p:nvGrpSpPr>
            <p:grpSpPr>
              <a:xfrm>
                <a:off x="540420" y="2849691"/>
                <a:ext cx="5415596" cy="223568"/>
                <a:chOff x="6198078" y="2543647"/>
                <a:chExt cx="5415596" cy="223568"/>
              </a:xfrm>
            </p:grpSpPr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4ACEC9F-B43B-B6D1-D7FE-332583E0A09D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3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0D44B560-837F-96D9-9601-8529E0EAFD42}"/>
                    </a:ext>
                  </a:extLst>
                </p:cNvPr>
                <p:cNvSpPr txBox="1"/>
                <p:nvPr/>
              </p:nvSpPr>
              <p:spPr>
                <a:xfrm>
                  <a:off x="6867526" y="2562323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메뉴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구조도</a:t>
                  </a:r>
                  <a:r>
                    <a:rPr sz="900" dirty="0">
                      <a:latin typeface="+mn-ea"/>
                    </a:rPr>
                    <a:t> (</a:t>
                  </a:r>
                  <a:r>
                    <a:rPr sz="900" dirty="0" err="1">
                      <a:latin typeface="+mn-ea"/>
                    </a:rPr>
                    <a:t>전체</a:t>
                  </a:r>
                  <a:r>
                    <a:rPr sz="900" dirty="0">
                      <a:latin typeface="+mn-ea"/>
                    </a:rPr>
                    <a:t>)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35DF528-750F-A5B0-3D48-2E6177BE0A58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0</a:t>
                  </a:r>
                  <a:r>
                    <a:rPr lang="en-US" sz="850" dirty="0">
                      <a:latin typeface="+mn-ea"/>
                    </a:rPr>
                    <a:t>7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6028BE5-C73B-1AEC-8404-294B18A00306}"/>
                  </a:ext>
                </a:extLst>
              </p:cNvPr>
              <p:cNvGrpSpPr/>
              <p:nvPr/>
            </p:nvGrpSpPr>
            <p:grpSpPr>
              <a:xfrm>
                <a:off x="539910" y="3126383"/>
                <a:ext cx="5415596" cy="230331"/>
                <a:chOff x="6198078" y="2543647"/>
                <a:chExt cx="5415596" cy="230331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5E421B8-BEAC-8812-3129-B21E4BB50BE1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5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F531A43-4189-C7BD-2609-C7061D2946CF}"/>
                    </a:ext>
                  </a:extLst>
                </p:cNvPr>
                <p:cNvSpPr txBox="1"/>
                <p:nvPr/>
              </p:nvSpPr>
              <p:spPr>
                <a:xfrm>
                  <a:off x="6867526" y="2569086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atin typeface="+mn-ea"/>
                    </a:rPr>
                    <a:t>ASIS </a:t>
                  </a:r>
                  <a:r>
                    <a:rPr lang="ko-KR" altLang="en-US" sz="900" dirty="0">
                      <a:latin typeface="+mn-ea"/>
                    </a:rPr>
                    <a:t>현황 ②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검색</a:t>
                  </a:r>
                  <a:r>
                    <a:rPr lang="en-US" altLang="ko-KR" sz="900" dirty="0">
                      <a:latin typeface="+mn-ea"/>
                    </a:rPr>
                    <a:t>/UX </a:t>
                  </a:r>
                  <a:r>
                    <a:rPr lang="ko-KR" altLang="en-US" sz="900" dirty="0">
                      <a:latin typeface="+mn-ea"/>
                    </a:rPr>
                    <a:t>한계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2C19618-33D8-0306-8DBB-451CCBFF8AC1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0</a:t>
                  </a:r>
                  <a:r>
                    <a:rPr lang="en-US" sz="850" dirty="0">
                      <a:latin typeface="+mn-ea"/>
                    </a:rPr>
                    <a:t>9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F5401605-FB23-0D61-62C7-70D077052B26}"/>
                  </a:ext>
                </a:extLst>
              </p:cNvPr>
              <p:cNvGrpSpPr/>
              <p:nvPr/>
            </p:nvGrpSpPr>
            <p:grpSpPr>
              <a:xfrm>
                <a:off x="550228" y="3415058"/>
                <a:ext cx="5415596" cy="231459"/>
                <a:chOff x="6198078" y="2543647"/>
                <a:chExt cx="5415596" cy="231459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B58171D-6B73-BF30-2E59-CEBC8DED180F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7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DC5627C-08D8-A751-4081-5634D8E87701}"/>
                    </a:ext>
                  </a:extLst>
                </p:cNvPr>
                <p:cNvSpPr txBox="1"/>
                <p:nvPr/>
              </p:nvSpPr>
              <p:spPr>
                <a:xfrm>
                  <a:off x="6867526" y="25702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개선방향 ①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권한프로세스 자동화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EA340073-B2D4-8C3A-599F-EA7F9DA5C984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12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A2440CD7-D467-956E-4FE2-9D8C93458F95}"/>
                  </a:ext>
                </a:extLst>
              </p:cNvPr>
              <p:cNvGrpSpPr/>
              <p:nvPr/>
            </p:nvGrpSpPr>
            <p:grpSpPr>
              <a:xfrm>
                <a:off x="539910" y="3699972"/>
                <a:ext cx="5415596" cy="246911"/>
                <a:chOff x="6198078" y="2547358"/>
                <a:chExt cx="5415596" cy="246911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3DA9A38-19E4-7C8F-62E5-BEBB60D659B8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9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03E2C1B-517E-C0CD-AC36-C6DB9731FD22}"/>
                    </a:ext>
                  </a:extLst>
                </p:cNvPr>
                <p:cNvSpPr txBox="1"/>
                <p:nvPr/>
              </p:nvSpPr>
              <p:spPr>
                <a:xfrm>
                  <a:off x="6867526" y="2589377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개선방향 ③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접근성 및 편의성 강화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82C0E04-940B-0512-D7C8-CA0352A3A6D6}"/>
                    </a:ext>
                  </a:extLst>
                </p:cNvPr>
                <p:cNvSpPr txBox="1"/>
                <p:nvPr/>
              </p:nvSpPr>
              <p:spPr>
                <a:xfrm>
                  <a:off x="10242074" y="2571828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14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EF3902B6-B8C1-7A34-5DC0-644BC0586E25}"/>
                  </a:ext>
                </a:extLst>
              </p:cNvPr>
              <p:cNvGrpSpPr/>
              <p:nvPr/>
            </p:nvGrpSpPr>
            <p:grpSpPr>
              <a:xfrm>
                <a:off x="550228" y="3999022"/>
                <a:ext cx="5415596" cy="228875"/>
                <a:chOff x="6198078" y="2547358"/>
                <a:chExt cx="5415596" cy="228875"/>
              </a:xfrm>
            </p:grpSpPr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7996067-B730-BC6F-3E57-35AD35B8A09A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11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FC28912-3B6E-1BBD-C619-94AA3C9F49FE}"/>
                    </a:ext>
                  </a:extLst>
                </p:cNvPr>
                <p:cNvSpPr txBox="1"/>
                <p:nvPr/>
              </p:nvSpPr>
              <p:spPr>
                <a:xfrm>
                  <a:off x="6867526" y="2571341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주요 화면 설계 </a:t>
                  </a:r>
                  <a:r>
                    <a:rPr lang="en-US" altLang="ko-KR" sz="900" dirty="0">
                      <a:latin typeface="+mn-ea"/>
                    </a:rPr>
                    <a:t>– </a:t>
                  </a:r>
                  <a:r>
                    <a:rPr lang="ko-KR" altLang="en-US" sz="900" dirty="0">
                      <a:latin typeface="+mn-ea"/>
                    </a:rPr>
                    <a:t>공지사항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8CE16D2-78FD-1A05-161F-3E58DD71DA5F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23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80FE13D5-7A8B-4D27-604D-5CC729D519AD}"/>
                  </a:ext>
                </a:extLst>
              </p:cNvPr>
              <p:cNvGrpSpPr/>
              <p:nvPr/>
            </p:nvGrpSpPr>
            <p:grpSpPr>
              <a:xfrm>
                <a:off x="550228" y="4295105"/>
                <a:ext cx="5415596" cy="228875"/>
                <a:chOff x="6198078" y="2547358"/>
                <a:chExt cx="5415596" cy="228875"/>
              </a:xfrm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62E7D3B-26D2-8BE4-44F3-620313C40710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13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632C209-A95D-D3A3-9D1F-7E583947CD02}"/>
                    </a:ext>
                  </a:extLst>
                </p:cNvPr>
                <p:cNvSpPr txBox="1"/>
                <p:nvPr/>
              </p:nvSpPr>
              <p:spPr>
                <a:xfrm>
                  <a:off x="6867526" y="2571341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주요 화면 설계 – 자료요청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03378A2-78A5-4773-3984-ACCE5AD30222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 err="1">
                      <a:latin typeface="+mn-ea"/>
                    </a:rPr>
                    <a:t>슬라이드</a:t>
                  </a:r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21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FEDAA12F-ADCC-FE47-55F3-7EC63C3240D2}"/>
                  </a:ext>
                </a:extLst>
              </p:cNvPr>
              <p:cNvGrpSpPr/>
              <p:nvPr/>
            </p:nvGrpSpPr>
            <p:grpSpPr>
              <a:xfrm>
                <a:off x="539910" y="4603071"/>
                <a:ext cx="5415596" cy="214551"/>
                <a:chOff x="6198078" y="2566191"/>
                <a:chExt cx="5415596" cy="214551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972F6126-55DD-2A51-CDEA-4DF42A7C42D2}"/>
                    </a:ext>
                  </a:extLst>
                </p:cNvPr>
                <p:cNvSpPr txBox="1"/>
                <p:nvPr/>
              </p:nvSpPr>
              <p:spPr>
                <a:xfrm>
                  <a:off x="6198078" y="256764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15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3585FF3-80C8-5D37-E738-2A39687A48CA}"/>
                    </a:ext>
                  </a:extLst>
                </p:cNvPr>
                <p:cNvSpPr txBox="1"/>
                <p:nvPr/>
              </p:nvSpPr>
              <p:spPr>
                <a:xfrm>
                  <a:off x="6867526" y="2575850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주요 화면 설계 </a:t>
                  </a:r>
                  <a:r>
                    <a:rPr lang="en-US" altLang="ko-KR" sz="900" dirty="0">
                      <a:latin typeface="+mn-ea"/>
                    </a:rPr>
                    <a:t>– </a:t>
                  </a:r>
                  <a:r>
                    <a:rPr lang="ko-KR" altLang="en-US" sz="900" dirty="0">
                      <a:latin typeface="+mn-ea"/>
                    </a:rPr>
                    <a:t>관리자 </a:t>
                  </a:r>
                  <a:r>
                    <a:rPr lang="en-US" altLang="ko-KR" sz="900" dirty="0">
                      <a:latin typeface="+mn-ea"/>
                    </a:rPr>
                    <a:t>&gt; </a:t>
                  </a:r>
                  <a:r>
                    <a:rPr lang="ko-KR" altLang="en-US" sz="900" dirty="0">
                      <a:latin typeface="+mn-ea"/>
                    </a:rPr>
                    <a:t>권한신청관리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03BFE10-3237-9770-B676-A84298E01F1D}"/>
                    </a:ext>
                  </a:extLst>
                </p:cNvPr>
                <p:cNvSpPr txBox="1"/>
                <p:nvPr/>
              </p:nvSpPr>
              <p:spPr>
                <a:xfrm>
                  <a:off x="10242074" y="2566191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 err="1">
                      <a:latin typeface="+mn-ea"/>
                    </a:rPr>
                    <a:t>슬라이드</a:t>
                  </a:r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30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C0AB5F6E-70F0-5769-00AA-AF12D82B6602}"/>
                  </a:ext>
                </a:extLst>
              </p:cNvPr>
              <p:cNvGrpSpPr/>
              <p:nvPr/>
            </p:nvGrpSpPr>
            <p:grpSpPr>
              <a:xfrm>
                <a:off x="6219508" y="2841203"/>
                <a:ext cx="5415596" cy="243859"/>
                <a:chOff x="6198078" y="2543647"/>
                <a:chExt cx="5415596" cy="243859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659735F-A77D-1255-D180-E72722BB7EFB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4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8F44C7A-752A-8220-12FE-8DBEC06CBB89}"/>
                    </a:ext>
                  </a:extLst>
                </p:cNvPr>
                <p:cNvSpPr txBox="1"/>
                <p:nvPr/>
              </p:nvSpPr>
              <p:spPr>
                <a:xfrm>
                  <a:off x="6867526" y="25826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atin typeface="+mn-ea"/>
                    </a:rPr>
                    <a:t>ASIS </a:t>
                  </a:r>
                  <a:r>
                    <a:rPr lang="ko-KR" altLang="en-US" sz="900" dirty="0">
                      <a:latin typeface="+mn-ea"/>
                    </a:rPr>
                    <a:t>현황 </a:t>
                  </a:r>
                  <a:r>
                    <a:rPr lang="en-US" altLang="ko-KR" sz="900" dirty="0">
                      <a:latin typeface="+mn-ea"/>
                    </a:rPr>
                    <a:t>① - </a:t>
                  </a:r>
                  <a:r>
                    <a:rPr lang="ko-KR" altLang="en-US" sz="900" dirty="0">
                      <a:latin typeface="+mn-ea"/>
                    </a:rPr>
                    <a:t>메뉴중복 운영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01C1C7A-D399-FFF3-18DC-5073E1171475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0</a:t>
                  </a:r>
                  <a:r>
                    <a:rPr lang="en-US" sz="850" dirty="0">
                      <a:latin typeface="+mn-ea"/>
                    </a:rPr>
                    <a:t>8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ED2CA3C0-8DC7-74E6-3E10-3E593C8F8D17}"/>
                  </a:ext>
                </a:extLst>
              </p:cNvPr>
              <p:cNvGrpSpPr/>
              <p:nvPr/>
            </p:nvGrpSpPr>
            <p:grpSpPr>
              <a:xfrm>
                <a:off x="6219508" y="3123900"/>
                <a:ext cx="5415596" cy="233384"/>
                <a:chOff x="6198078" y="2547358"/>
                <a:chExt cx="5415596" cy="233384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3188249-B466-66A6-E42A-701E7390E8A0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6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CC62D46-30AA-EEA8-3792-DED553F7FBB5}"/>
                    </a:ext>
                  </a:extLst>
                </p:cNvPr>
                <p:cNvSpPr txBox="1"/>
                <p:nvPr/>
              </p:nvSpPr>
              <p:spPr>
                <a:xfrm>
                  <a:off x="6867526" y="2575850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atin typeface="+mn-ea"/>
                    </a:rPr>
                    <a:t>ASIS </a:t>
                  </a:r>
                  <a:r>
                    <a:rPr lang="ko-KR" altLang="en-US" sz="900" dirty="0">
                      <a:latin typeface="+mn-ea"/>
                    </a:rPr>
                    <a:t>현황 ③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알림 자동화 부족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ABD7DC46-FDC1-5066-4B1F-5043A8E2C9B8}"/>
                    </a:ext>
                  </a:extLst>
                </p:cNvPr>
                <p:cNvSpPr txBox="1"/>
                <p:nvPr/>
              </p:nvSpPr>
              <p:spPr>
                <a:xfrm>
                  <a:off x="10242074" y="2571828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10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61EAB46F-D39C-6A3E-7C5C-56AB9594AA9D}"/>
                  </a:ext>
                </a:extLst>
              </p:cNvPr>
              <p:cNvGrpSpPr/>
              <p:nvPr/>
            </p:nvGrpSpPr>
            <p:grpSpPr>
              <a:xfrm>
                <a:off x="6226176" y="3423777"/>
                <a:ext cx="5415596" cy="232586"/>
                <a:chOff x="6198078" y="2543647"/>
                <a:chExt cx="5415596" cy="232586"/>
              </a:xfrm>
            </p:grpSpPr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228A1AC-EA63-375E-2FBC-F1D72795EAB8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8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E542952-063B-87A1-F680-0EEB6CCA49EB}"/>
                    </a:ext>
                  </a:extLst>
                </p:cNvPr>
                <p:cNvSpPr txBox="1"/>
                <p:nvPr/>
              </p:nvSpPr>
              <p:spPr>
                <a:xfrm>
                  <a:off x="6867526" y="2571341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개선방향 ②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알림 체계 고도화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2AB9745-1DEF-5A07-9EE4-3C108896301E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13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22B71534-03CA-E0F3-4BA1-B45089B878B5}"/>
                  </a:ext>
                </a:extLst>
              </p:cNvPr>
              <p:cNvGrpSpPr/>
              <p:nvPr/>
            </p:nvGrpSpPr>
            <p:grpSpPr>
              <a:xfrm>
                <a:off x="6219508" y="3702527"/>
                <a:ext cx="5415596" cy="243530"/>
                <a:chOff x="6198078" y="2547358"/>
                <a:chExt cx="5415596" cy="243530"/>
              </a:xfrm>
            </p:grpSpPr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EB01A2A-FF34-A30E-6338-A7BAD6EB5685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10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EF4BFAF-1ADD-9A8C-E1FF-A800ADF96904}"/>
                    </a:ext>
                  </a:extLst>
                </p:cNvPr>
                <p:cNvSpPr txBox="1"/>
                <p:nvPr/>
              </p:nvSpPr>
              <p:spPr>
                <a:xfrm>
                  <a:off x="6867526" y="2585996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메뉴 구조 개편안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39C59-0C8D-466F-5F41-C9C61BBCE086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16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79FDF355-2224-CFFF-04D8-EE98664BEDA1}"/>
                  </a:ext>
                </a:extLst>
              </p:cNvPr>
              <p:cNvGrpSpPr/>
              <p:nvPr/>
            </p:nvGrpSpPr>
            <p:grpSpPr>
              <a:xfrm>
                <a:off x="6219508" y="4015565"/>
                <a:ext cx="5415596" cy="222111"/>
                <a:chOff x="6198078" y="2547358"/>
                <a:chExt cx="5415596" cy="222111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FC406CB-AF3D-7E7E-E5E5-C92F48550B19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12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7EB1162A-AC39-43CE-D07E-4D2A4236104E}"/>
                    </a:ext>
                  </a:extLst>
                </p:cNvPr>
                <p:cNvSpPr txBox="1"/>
                <p:nvPr/>
              </p:nvSpPr>
              <p:spPr>
                <a:xfrm>
                  <a:off x="6867526" y="2564577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주요 화면 설계 – 자료요청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54C0664-AC1D-8F25-99E5-956DD15D41B3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26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A231B8BF-DF1E-A75E-ADC1-6872A03E1F92}"/>
                  </a:ext>
                </a:extLst>
              </p:cNvPr>
              <p:cNvGrpSpPr/>
              <p:nvPr/>
            </p:nvGrpSpPr>
            <p:grpSpPr>
              <a:xfrm>
                <a:off x="6219508" y="4294533"/>
                <a:ext cx="5415596" cy="240148"/>
                <a:chOff x="6198078" y="2547358"/>
                <a:chExt cx="5415596" cy="240148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5BF69FF-D2A7-3F3C-49B8-F883F026479B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14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F0613F8-2A5E-6925-D14D-42B021B364BB}"/>
                    </a:ext>
                  </a:extLst>
                </p:cNvPr>
                <p:cNvSpPr txBox="1"/>
                <p:nvPr/>
              </p:nvSpPr>
              <p:spPr>
                <a:xfrm>
                  <a:off x="6867526" y="25826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주요 화면 설계 </a:t>
                  </a:r>
                  <a:r>
                    <a:rPr lang="en-US" altLang="ko-KR" sz="900" dirty="0">
                      <a:latin typeface="+mn-ea"/>
                    </a:rPr>
                    <a:t>– </a:t>
                  </a:r>
                  <a:r>
                    <a:rPr lang="ko-KR" altLang="en-US" sz="900" dirty="0" err="1">
                      <a:latin typeface="+mn-ea"/>
                    </a:rPr>
                    <a:t>마이페이지</a:t>
                  </a:r>
                  <a:r>
                    <a:rPr lang="ko-KR" altLang="en-US" sz="900" dirty="0">
                      <a:latin typeface="+mn-ea"/>
                    </a:rPr>
                    <a:t> </a:t>
                  </a:r>
                  <a:r>
                    <a:rPr lang="en-US" altLang="ko-KR" sz="900" dirty="0">
                      <a:latin typeface="+mn-ea"/>
                    </a:rPr>
                    <a:t>&gt; </a:t>
                  </a:r>
                  <a:r>
                    <a:rPr lang="ko-KR" altLang="en-US" sz="900" dirty="0">
                      <a:latin typeface="+mn-ea"/>
                    </a:rPr>
                    <a:t>권한신청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DA4B81E-3B53-B8E8-5974-67249DC98AF8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 err="1">
                      <a:latin typeface="+mn-ea"/>
                    </a:rPr>
                    <a:t>슬라이드</a:t>
                  </a:r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28</a:t>
                  </a:r>
                  <a:endParaRPr sz="850" dirty="0">
                    <a:latin typeface="+mn-ea"/>
                  </a:endParaRPr>
                </a:p>
              </p:txBody>
            </p:sp>
          </p:grp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5BF69FF-D2A7-3F3C-49B8-F883F026479B}"/>
                </a:ext>
              </a:extLst>
            </p:cNvPr>
            <p:cNvSpPr txBox="1"/>
            <p:nvPr/>
          </p:nvSpPr>
          <p:spPr>
            <a:xfrm>
              <a:off x="6253633" y="5298125"/>
              <a:ext cx="37819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900" dirty="0">
                  <a:latin typeface="+mn-ea"/>
                </a:rPr>
                <a:t>16</a:t>
              </a:r>
              <a:r>
                <a:rPr sz="900" dirty="0">
                  <a:latin typeface="+mn-ea"/>
                </a:rPr>
                <a:t>.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F0613F8-2A5E-6925-D14D-42B021B364BB}"/>
                </a:ext>
              </a:extLst>
            </p:cNvPr>
            <p:cNvSpPr txBox="1"/>
            <p:nvPr/>
          </p:nvSpPr>
          <p:spPr>
            <a:xfrm>
              <a:off x="6945835" y="5312444"/>
              <a:ext cx="3592825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latin typeface="+mn-ea"/>
                </a:rPr>
                <a:t>주요 화면 설계 </a:t>
              </a:r>
              <a:r>
                <a:rPr lang="en-US" altLang="ko-KR" sz="900" dirty="0">
                  <a:latin typeface="+mn-ea"/>
                </a:rPr>
                <a:t>- </a:t>
              </a:r>
              <a:r>
                <a:rPr lang="ko-KR" altLang="en-US" sz="900" dirty="0">
                  <a:latin typeface="+mn-ea"/>
                </a:rPr>
                <a:t>업무캘린더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DA4B81E-3B53-B8E8-5974-67249DC98AF8}"/>
                </a:ext>
              </a:extLst>
            </p:cNvPr>
            <p:cNvSpPr txBox="1"/>
            <p:nvPr/>
          </p:nvSpPr>
          <p:spPr>
            <a:xfrm>
              <a:off x="10435084" y="5312994"/>
              <a:ext cx="1418220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850" dirty="0" err="1">
                  <a:latin typeface="+mn-ea"/>
                </a:rPr>
                <a:t>슬라이드</a:t>
              </a:r>
              <a:r>
                <a:rPr sz="850" dirty="0">
                  <a:latin typeface="+mn-ea"/>
                </a:rPr>
                <a:t> </a:t>
              </a:r>
              <a:r>
                <a:rPr lang="en-US" sz="850" dirty="0">
                  <a:latin typeface="+mn-ea"/>
                </a:rPr>
                <a:t>31</a:t>
              </a:r>
              <a:endParaRPr sz="850" dirty="0">
                <a:latin typeface="+mn-ea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94963" y="5599879"/>
              <a:ext cx="5796770" cy="288447"/>
              <a:chOff x="294963" y="5599879"/>
              <a:chExt cx="5796770" cy="288447"/>
            </a:xfrm>
          </p:grpSpPr>
          <p:sp>
            <p:nvSpPr>
              <p:cNvPr id="130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94963" y="5599879"/>
                <a:ext cx="5796770" cy="288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17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23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ko-KR" altLang="en-US" sz="900" dirty="0">
                    <a:latin typeface="+mn-ea"/>
                  </a:rPr>
                  <a:t>별책 </a:t>
                </a:r>
                <a:r>
                  <a:rPr lang="en-US" altLang="ko-KR" sz="900" dirty="0">
                    <a:latin typeface="+mn-ea"/>
                  </a:rPr>
                  <a:t>– </a:t>
                </a:r>
                <a:r>
                  <a:rPr lang="ko-KR" altLang="en-US" sz="900" dirty="0">
                    <a:latin typeface="+mn-ea"/>
                  </a:rPr>
                  <a:t>화면 및 컴포넌트 개선안</a:t>
                </a:r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</a:t>
                </a:r>
                <a:r>
                  <a:rPr lang="en-US" altLang="ko-KR" sz="900" dirty="0">
                    <a:latin typeface="+mn-ea"/>
                  </a:rPr>
                  <a:t>)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32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31" name="그룹 130"/>
            <p:cNvGrpSpPr/>
            <p:nvPr/>
          </p:nvGrpSpPr>
          <p:grpSpPr>
            <a:xfrm>
              <a:off x="289608" y="5923320"/>
              <a:ext cx="5796770" cy="288447"/>
              <a:chOff x="288613" y="5599879"/>
              <a:chExt cx="5796770" cy="288447"/>
            </a:xfrm>
          </p:grpSpPr>
          <p:sp>
            <p:nvSpPr>
              <p:cNvPr id="132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19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23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디지털채널지원 </a:t>
                </a:r>
                <a:r>
                  <a:rPr lang="en-US" altLang="ko-KR" sz="900" dirty="0">
                    <a:latin typeface="+mn-ea"/>
                  </a:rPr>
                  <a:t>&gt; </a:t>
                </a:r>
                <a:r>
                  <a:rPr lang="ko-KR" altLang="en-US" sz="900" dirty="0">
                    <a:latin typeface="+mn-ea"/>
                  </a:rPr>
                  <a:t>디지털 </a:t>
                </a:r>
                <a:r>
                  <a:rPr lang="ko-KR" altLang="en-US" sz="900" dirty="0" err="1">
                    <a:latin typeface="+mn-ea"/>
                  </a:rPr>
                  <a:t>콘텐츠</a:t>
                </a:r>
                <a:r>
                  <a:rPr lang="ko-KR" altLang="en-US" sz="900" dirty="0">
                    <a:latin typeface="+mn-ea"/>
                  </a:rPr>
                  <a:t> 계획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34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36" name="그룹 135"/>
            <p:cNvGrpSpPr/>
            <p:nvPr/>
          </p:nvGrpSpPr>
          <p:grpSpPr>
            <a:xfrm>
              <a:off x="6143325" y="5608055"/>
              <a:ext cx="5796770" cy="288447"/>
              <a:chOff x="288613" y="5599879"/>
              <a:chExt cx="5796770" cy="288447"/>
            </a:xfrm>
          </p:grpSpPr>
          <p:sp>
            <p:nvSpPr>
              <p:cNvPr id="137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18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850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매체협업 </a:t>
                </a:r>
                <a:r>
                  <a:rPr lang="en-US" altLang="ko-KR" sz="900" dirty="0">
                    <a:latin typeface="+mn-ea"/>
                  </a:rPr>
                  <a:t>&gt; </a:t>
                </a:r>
                <a:r>
                  <a:rPr lang="ko-KR" altLang="en-US" sz="900" dirty="0">
                    <a:latin typeface="+mn-ea"/>
                  </a:rPr>
                  <a:t>게재실적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33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41" name="그룹 140"/>
            <p:cNvGrpSpPr/>
            <p:nvPr/>
          </p:nvGrpSpPr>
          <p:grpSpPr>
            <a:xfrm>
              <a:off x="6139771" y="5923320"/>
              <a:ext cx="5796770" cy="288447"/>
              <a:chOff x="288613" y="5599879"/>
              <a:chExt cx="5796770" cy="288447"/>
            </a:xfrm>
          </p:grpSpPr>
          <p:sp>
            <p:nvSpPr>
              <p:cNvPr id="142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20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867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스튜디오 </a:t>
                </a:r>
                <a:r>
                  <a:rPr lang="en-US" altLang="ko-KR" sz="900" dirty="0">
                    <a:latin typeface="+mn-ea"/>
                  </a:rPr>
                  <a:t>&gt; </a:t>
                </a:r>
                <a:r>
                  <a:rPr lang="ko-KR" altLang="en-US" sz="900" dirty="0">
                    <a:latin typeface="+mn-ea"/>
                  </a:rPr>
                  <a:t>스튜디오</a:t>
                </a:r>
                <a:r>
                  <a:rPr lang="en-US" altLang="ko-KR" sz="900" dirty="0">
                    <a:latin typeface="+mn-ea"/>
                  </a:rPr>
                  <a:t> </a:t>
                </a:r>
                <a:r>
                  <a:rPr lang="ko-KR" altLang="en-US" sz="900" dirty="0">
                    <a:latin typeface="+mn-ea"/>
                  </a:rPr>
                  <a:t>예약</a:t>
                </a:r>
                <a:r>
                  <a:rPr lang="en-US" altLang="ko-KR" sz="900" dirty="0">
                    <a:latin typeface="+mn-ea"/>
                  </a:rPr>
                  <a:t>(</a:t>
                </a:r>
                <a:r>
                  <a:rPr lang="ko-KR" altLang="en-US" sz="900" dirty="0">
                    <a:latin typeface="+mn-ea"/>
                  </a:rPr>
                  <a:t>변경</a:t>
                </a:r>
                <a:r>
                  <a:rPr lang="en-US" altLang="ko-KR" sz="900" dirty="0">
                    <a:latin typeface="+mn-ea"/>
                  </a:rPr>
                  <a:t>)</a:t>
                </a:r>
                <a:endParaRPr lang="ko-KR" altLang="en-US" sz="900" dirty="0">
                  <a:latin typeface="+mn-ea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35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46" name="그룹 145"/>
            <p:cNvGrpSpPr/>
            <p:nvPr/>
          </p:nvGrpSpPr>
          <p:grpSpPr>
            <a:xfrm>
              <a:off x="288616" y="6238994"/>
              <a:ext cx="5796770" cy="288447"/>
              <a:chOff x="288613" y="5599879"/>
              <a:chExt cx="5796770" cy="288447"/>
            </a:xfrm>
          </p:grpSpPr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21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23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설문조사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36</a:t>
                </a:r>
                <a:endParaRPr sz="850" dirty="0">
                  <a:latin typeface="+mn-ea"/>
                </a:endParaRPr>
              </a:p>
            </p:txBody>
          </p:sp>
        </p:grpSp>
      </p:grpSp>
      <p:sp>
        <p:nvSpPr>
          <p:cNvPr id="152" name="Rectangle 15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2 / 50</a:t>
            </a: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81B6CBEB-B908-D0A8-FF95-1291A45AF840}"/>
              </a:ext>
            </a:extLst>
          </p:cNvPr>
          <p:cNvGrpSpPr/>
          <p:nvPr/>
        </p:nvGrpSpPr>
        <p:grpSpPr>
          <a:xfrm>
            <a:off x="258768" y="2092755"/>
            <a:ext cx="11668728" cy="347472"/>
            <a:chOff x="258768" y="2092755"/>
            <a:chExt cx="11668728" cy="347472"/>
          </a:xfrm>
        </p:grpSpPr>
        <p:sp>
          <p:nvSpPr>
            <p:cNvPr id="175" name="Rectangle 19">
              <a:extLst>
                <a:ext uri="{FF2B5EF4-FFF2-40B4-BE49-F238E27FC236}">
                  <a16:creationId xmlns:a16="http://schemas.microsoft.com/office/drawing/2014/main" id="{0AE63BB4-349B-B552-479C-D061B87D6121}"/>
                </a:ext>
              </a:extLst>
            </p:cNvPr>
            <p:cNvSpPr/>
            <p:nvPr/>
          </p:nvSpPr>
          <p:spPr>
            <a:xfrm>
              <a:off x="258768" y="2092755"/>
              <a:ext cx="853872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n-ea"/>
                </a:rPr>
                <a:t>v1.1</a:t>
              </a:r>
            </a:p>
          </p:txBody>
        </p:sp>
        <p:sp>
          <p:nvSpPr>
            <p:cNvPr id="176" name="Rectangle 21">
              <a:extLst>
                <a:ext uri="{FF2B5EF4-FFF2-40B4-BE49-F238E27FC236}">
                  <a16:creationId xmlns:a16="http://schemas.microsoft.com/office/drawing/2014/main" id="{543ED562-4A75-662B-F287-E1CF42ACD10A}"/>
                </a:ext>
              </a:extLst>
            </p:cNvPr>
            <p:cNvSpPr/>
            <p:nvPr/>
          </p:nvSpPr>
          <p:spPr>
            <a:xfrm>
              <a:off x="1112640" y="2092755"/>
              <a:ext cx="1423119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n-ea"/>
                </a:rPr>
                <a:t>2026-06-24</a:t>
              </a:r>
              <a:endParaRPr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7" name="Rectangle 23">
              <a:extLst>
                <a:ext uri="{FF2B5EF4-FFF2-40B4-BE49-F238E27FC236}">
                  <a16:creationId xmlns:a16="http://schemas.microsoft.com/office/drawing/2014/main" id="{8C9226D9-7E1D-5187-DE61-AEAA726CE027}"/>
                </a:ext>
              </a:extLst>
            </p:cNvPr>
            <p:cNvSpPr/>
            <p:nvPr/>
          </p:nvSpPr>
          <p:spPr>
            <a:xfrm>
              <a:off x="2535759" y="2092755"/>
              <a:ext cx="1233370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김재연</a:t>
              </a:r>
              <a:endParaRPr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8" name="Rectangle 25">
              <a:extLst>
                <a:ext uri="{FF2B5EF4-FFF2-40B4-BE49-F238E27FC236}">
                  <a16:creationId xmlns:a16="http://schemas.microsoft.com/office/drawing/2014/main" id="{84E4230A-C37E-95EA-35F8-13C2B468DA98}"/>
                </a:ext>
              </a:extLst>
            </p:cNvPr>
            <p:cNvSpPr/>
            <p:nvPr/>
          </p:nvSpPr>
          <p:spPr>
            <a:xfrm>
              <a:off x="3769130" y="2092755"/>
              <a:ext cx="6161910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PM </a:t>
              </a:r>
              <a:r>
                <a:rPr lang="ko-KR" altLang="en-US" sz="900" dirty="0">
                  <a:solidFill>
                    <a:schemeClr val="tx1"/>
                  </a:solidFill>
                </a:rPr>
                <a:t>및 </a:t>
              </a:r>
              <a:r>
                <a:rPr lang="en-US" altLang="ko-KR" sz="900" dirty="0">
                  <a:solidFill>
                    <a:schemeClr val="tx1"/>
                  </a:solidFill>
                </a:rPr>
                <a:t>P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L </a:t>
              </a:r>
              <a:r>
                <a:rPr lang="ko-KR" altLang="en-US" sz="900" dirty="0">
                  <a:solidFill>
                    <a:schemeClr val="tx1"/>
                  </a:solidFill>
                </a:rPr>
                <a:t>피드백 반영</a:t>
              </a:r>
              <a:endParaRPr sz="9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27">
              <a:extLst>
                <a:ext uri="{FF2B5EF4-FFF2-40B4-BE49-F238E27FC236}">
                  <a16:creationId xmlns:a16="http://schemas.microsoft.com/office/drawing/2014/main" id="{6C61106F-0F8B-3FA6-9BDF-32FD79F3DC60}"/>
                </a:ext>
              </a:extLst>
            </p:cNvPr>
            <p:cNvSpPr/>
            <p:nvPr/>
          </p:nvSpPr>
          <p:spPr>
            <a:xfrm>
              <a:off x="9940922" y="2092755"/>
              <a:ext cx="1986574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63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6180" cy="6858000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3800" b="1" dirty="0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8239" y="2094976"/>
            <a:ext cx="69832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latin typeface="+mn-ea"/>
              </a:rPr>
              <a:t>사업</a:t>
            </a:r>
            <a:r>
              <a:rPr sz="4000" b="1" dirty="0">
                <a:latin typeface="+mn-ea"/>
              </a:rPr>
              <a:t> </a:t>
            </a:r>
            <a:r>
              <a:rPr sz="4000" b="1" dirty="0" err="1">
                <a:latin typeface="+mn-ea"/>
              </a:rPr>
              <a:t>개요</a:t>
            </a:r>
            <a:r>
              <a:rPr sz="4000" b="1" dirty="0">
                <a:latin typeface="+mn-ea"/>
              </a:rPr>
              <a:t> 및 </a:t>
            </a:r>
            <a:r>
              <a:rPr sz="4000" b="1" dirty="0" err="1">
                <a:latin typeface="+mn-ea"/>
              </a:rPr>
              <a:t>목적</a:t>
            </a:r>
            <a:endParaRPr sz="4000" b="1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8239" y="2793301"/>
            <a:ext cx="6983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Business Overview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8239" y="3174206"/>
            <a:ext cx="5713571" cy="12696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368FDE-E6C4-9C10-B794-DC7FE9AFE767}"/>
              </a:ext>
            </a:extLst>
          </p:cNvPr>
          <p:cNvSpPr/>
          <p:nvPr/>
        </p:nvSpPr>
        <p:spPr>
          <a:xfrm>
            <a:off x="0" y="-3494"/>
            <a:ext cx="12188952" cy="502920"/>
          </a:xfrm>
          <a:prstGeom prst="rect">
            <a:avLst/>
          </a:prstGeom>
          <a:solidFill>
            <a:srgbClr val="2E447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Rectangle 272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990BB-31C1-4668-04FE-6D5EBEDE6554}"/>
              </a:ext>
            </a:extLst>
          </p:cNvPr>
          <p:cNvSpPr txBox="1"/>
          <p:nvPr/>
        </p:nvSpPr>
        <p:spPr>
          <a:xfrm>
            <a:off x="184469" y="42227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2BE7D-0F39-6F9B-9275-F22E5FDB01E5}"/>
              </a:ext>
            </a:extLst>
          </p:cNvPr>
          <p:cNvSpPr txBox="1"/>
          <p:nvPr/>
        </p:nvSpPr>
        <p:spPr>
          <a:xfrm>
            <a:off x="6984842" y="218932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사업 개요 및 목적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(Business Overview &amp; Objectives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)</a:t>
            </a:r>
            <a:endParaRPr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D72F6-3011-C22F-47A2-9605C4CCA03B}"/>
              </a:ext>
            </a:extLst>
          </p:cNvPr>
          <p:cNvSpPr txBox="1"/>
          <p:nvPr/>
        </p:nvSpPr>
        <p:spPr>
          <a:xfrm>
            <a:off x="1525208" y="90619"/>
            <a:ext cx="5713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E8ECF4"/>
                </a:solidFill>
                <a:latin typeface="+mn-ea"/>
              </a:rPr>
              <a:t>개요</a:t>
            </a:r>
            <a:endParaRPr sz="1400" b="1" dirty="0">
              <a:solidFill>
                <a:srgbClr val="E8ECF4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66" y="6642100"/>
            <a:ext cx="2217274" cy="18466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600" b="0" dirty="0" err="1">
                <a:solidFill>
                  <a:srgbClr val="AABBCC"/>
                </a:solidFill>
                <a:latin typeface="+mn-ea"/>
              </a:rPr>
              <a:t>소통나눔방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시스템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고도화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기획서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 | 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○○부처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○○과</a:t>
            </a:r>
            <a:endParaRPr sz="600" b="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D966-1A0F-E9CD-9352-FBDD81B3A5D5}"/>
              </a:ext>
            </a:extLst>
          </p:cNvPr>
          <p:cNvSpPr txBox="1"/>
          <p:nvPr/>
        </p:nvSpPr>
        <p:spPr>
          <a:xfrm>
            <a:off x="4762898" y="6632027"/>
            <a:ext cx="7300674" cy="1846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solidFill>
                  <a:srgbClr val="E8ECF4"/>
                </a:solidFill>
                <a:latin typeface="+mn-ea"/>
              </a:rPr>
              <a:t>PR v1.0</a:t>
            </a:r>
            <a:endParaRPr sz="600" dirty="0">
              <a:solidFill>
                <a:srgbClr val="E8ECF4"/>
              </a:solidFill>
              <a:latin typeface="+mn-ea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245194" y="993760"/>
            <a:ext cx="11691346" cy="1276237"/>
            <a:chOff x="245194" y="993760"/>
            <a:chExt cx="11691346" cy="127623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10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추진 배경 및 필요성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7D1135F-1E29-BED4-5A6C-4F0366E4F41D}"/>
                </a:ext>
              </a:extLst>
            </p:cNvPr>
            <p:cNvGrpSpPr/>
            <p:nvPr/>
          </p:nvGrpSpPr>
          <p:grpSpPr>
            <a:xfrm>
              <a:off x="245194" y="1535081"/>
              <a:ext cx="11681080" cy="734916"/>
              <a:chOff x="1140625" y="5013542"/>
              <a:chExt cx="8744937" cy="609446"/>
            </a:xfrm>
          </p:grpSpPr>
          <p:sp>
            <p:nvSpPr>
              <p:cNvPr id="27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1140625" y="5013542"/>
                <a:ext cx="2872656" cy="228542"/>
              </a:xfrm>
              <a:prstGeom prst="rect">
                <a:avLst/>
              </a:prstGeom>
              <a:solidFill>
                <a:srgbClr val="445064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1140625" y="5018809"/>
                <a:ext cx="2872656" cy="210566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레거시</a:t>
                </a:r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 기술 종속성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9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114062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1191412" y="5329603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+mn-ea"/>
                  </a:rPr>
                  <a:t>기술적 노후화로 인한 유지보수 어려움</a:t>
                </a:r>
                <a:endParaRPr sz="1100" dirty="0">
                  <a:latin typeface="+mn-ea"/>
                </a:endParaRPr>
              </a:p>
            </p:txBody>
          </p:sp>
          <p:sp>
            <p:nvSpPr>
              <p:cNvPr id="31" name="Rectangle 99">
                <a:extLst>
                  <a:ext uri="{FF2B5EF4-FFF2-40B4-BE49-F238E27FC236}">
                    <a16:creationId xmlns:a16="http://schemas.microsoft.com/office/drawing/2014/main" id="{303E519C-3DC4-48E2-5F4E-8481CA3F6EB6}"/>
                  </a:ext>
                </a:extLst>
              </p:cNvPr>
              <p:cNvSpPr/>
              <p:nvPr/>
            </p:nvSpPr>
            <p:spPr>
              <a:xfrm>
                <a:off x="4076765" y="5013542"/>
                <a:ext cx="2872656" cy="228542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63BF674-4114-C5E8-8E8D-CD5B4880C40B}"/>
                  </a:ext>
                </a:extLst>
              </p:cNvPr>
              <p:cNvSpPr txBox="1"/>
              <p:nvPr/>
            </p:nvSpPr>
            <p:spPr>
              <a:xfrm>
                <a:off x="4075625" y="5018808"/>
                <a:ext cx="2872656" cy="210566"/>
              </a:xfrm>
              <a:prstGeom prst="rect">
                <a:avLst/>
              </a:prstGeom>
              <a:noFill/>
              <a:ln>
                <a:solidFill>
                  <a:srgbClr val="2E4470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웹표준</a:t>
                </a:r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 준수 및 </a:t>
                </a:r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보안성</a:t>
                </a:r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 강화 기조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3" name="Rectangle 101">
                <a:extLst>
                  <a:ext uri="{FF2B5EF4-FFF2-40B4-BE49-F238E27FC236}">
                    <a16:creationId xmlns:a16="http://schemas.microsoft.com/office/drawing/2014/main" id="{237794DD-9573-F120-193A-66EF28CB24A0}"/>
                  </a:ext>
                </a:extLst>
              </p:cNvPr>
              <p:cNvSpPr/>
              <p:nvPr/>
            </p:nvSpPr>
            <p:spPr>
              <a:xfrm>
                <a:off x="407676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8E961F-DC66-9191-00B8-A8FECF173D5D}"/>
                  </a:ext>
                </a:extLst>
              </p:cNvPr>
              <p:cNvSpPr txBox="1"/>
              <p:nvPr/>
            </p:nvSpPr>
            <p:spPr>
              <a:xfrm>
                <a:off x="4127552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+mn-ea"/>
                  </a:rPr>
                  <a:t>최신 웹 취약점 대응에 취약 및 보안 규정 준수 시급</a:t>
                </a:r>
                <a:endParaRPr sz="1100" dirty="0">
                  <a:latin typeface="+mn-ea"/>
                </a:endParaRPr>
              </a:p>
            </p:txBody>
          </p:sp>
          <p:sp>
            <p:nvSpPr>
              <p:cNvPr id="35" name="Rectangle 103">
                <a:extLst>
                  <a:ext uri="{FF2B5EF4-FFF2-40B4-BE49-F238E27FC236}">
                    <a16:creationId xmlns:a16="http://schemas.microsoft.com/office/drawing/2014/main" id="{5EFBAC72-DC3A-C10C-5EF0-DFCF979DEA9F}"/>
                  </a:ext>
                </a:extLst>
              </p:cNvPr>
              <p:cNvSpPr/>
              <p:nvPr/>
            </p:nvSpPr>
            <p:spPr>
              <a:xfrm>
                <a:off x="7012906" y="5013542"/>
                <a:ext cx="2872656" cy="228542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EAFF2B-8930-350D-C703-0592CB5F7B94}"/>
                  </a:ext>
                </a:extLst>
              </p:cNvPr>
              <p:cNvSpPr txBox="1"/>
              <p:nvPr/>
            </p:nvSpPr>
            <p:spPr>
              <a:xfrm>
                <a:off x="7012906" y="5018809"/>
                <a:ext cx="2872656" cy="210566"/>
              </a:xfrm>
              <a:prstGeom prst="rect">
                <a:avLst/>
              </a:prstGeom>
              <a:noFill/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공공 시스템의 상호 </a:t>
                </a:r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운용성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7" name="Rectangle 105">
                <a:extLst>
                  <a:ext uri="{FF2B5EF4-FFF2-40B4-BE49-F238E27FC236}">
                    <a16:creationId xmlns:a16="http://schemas.microsoft.com/office/drawing/2014/main" id="{B5D70D87-07E2-2FF0-496C-0B176334ABFF}"/>
                  </a:ext>
                </a:extLst>
              </p:cNvPr>
              <p:cNvSpPr/>
              <p:nvPr/>
            </p:nvSpPr>
            <p:spPr>
              <a:xfrm>
                <a:off x="7012906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FF5806-DEEF-FC9F-56DF-DBFE6A01FCCA}"/>
                  </a:ext>
                </a:extLst>
              </p:cNvPr>
              <p:cNvSpPr txBox="1"/>
              <p:nvPr/>
            </p:nvSpPr>
            <p:spPr>
              <a:xfrm>
                <a:off x="7063693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+mn-ea"/>
                  </a:rPr>
                  <a:t>표준 프레임워크 도입을 통한 </a:t>
                </a:r>
                <a:r>
                  <a:rPr lang="ko-KR" altLang="en-US" sz="1100" dirty="0" err="1">
                    <a:latin typeface="+mn-ea"/>
                  </a:rPr>
                  <a:t>확장성</a:t>
                </a:r>
                <a:r>
                  <a:rPr lang="ko-KR" altLang="en-US" sz="1100" dirty="0">
                    <a:latin typeface="+mn-ea"/>
                  </a:rPr>
                  <a:t> 확보</a:t>
                </a:r>
                <a:endParaRPr sz="1100" dirty="0">
                  <a:latin typeface="+mn-ea"/>
                </a:endParaRPr>
              </a:p>
            </p:txBody>
          </p:sp>
        </p:grpSp>
      </p:grpSp>
      <p:grpSp>
        <p:nvGrpSpPr>
          <p:cNvPr id="61" name="그룹 60"/>
          <p:cNvGrpSpPr/>
          <p:nvPr/>
        </p:nvGrpSpPr>
        <p:grpSpPr>
          <a:xfrm>
            <a:off x="255460" y="4099181"/>
            <a:ext cx="11691346" cy="1503746"/>
            <a:chOff x="287201" y="4275547"/>
            <a:chExt cx="11691346" cy="1503746"/>
          </a:xfrm>
        </p:grpSpPr>
        <p:grpSp>
          <p:nvGrpSpPr>
            <p:cNvPr id="40" name="그룹 39"/>
            <p:cNvGrpSpPr/>
            <p:nvPr/>
          </p:nvGrpSpPr>
          <p:grpSpPr>
            <a:xfrm>
              <a:off x="287201" y="4275547"/>
              <a:ext cx="11691346" cy="1503746"/>
              <a:chOff x="245194" y="993760"/>
              <a:chExt cx="11691346" cy="1503746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827F2D92-D46B-2DDB-78FC-8EF1B5A0020E}"/>
                  </a:ext>
                </a:extLst>
              </p:cNvPr>
              <p:cNvGrpSpPr/>
              <p:nvPr/>
            </p:nvGrpSpPr>
            <p:grpSpPr>
              <a:xfrm>
                <a:off x="255460" y="993760"/>
                <a:ext cx="11681080" cy="317420"/>
                <a:chOff x="382491" y="4286685"/>
                <a:chExt cx="11681080" cy="317420"/>
              </a:xfrm>
            </p:grpSpPr>
            <p:sp>
              <p:nvSpPr>
                <p:cNvPr id="55" name="Rectangle 77">
                  <a:extLst>
                    <a:ext uri="{FF2B5EF4-FFF2-40B4-BE49-F238E27FC236}">
                      <a16:creationId xmlns:a16="http://schemas.microsoft.com/office/drawing/2014/main" id="{7772F2D2-5121-CC51-2089-29C7D1E0C7DA}"/>
                    </a:ext>
                  </a:extLst>
                </p:cNvPr>
                <p:cNvSpPr/>
                <p:nvPr/>
              </p:nvSpPr>
              <p:spPr>
                <a:xfrm>
                  <a:off x="382491" y="4286685"/>
                  <a:ext cx="38090" cy="317420"/>
                </a:xfrm>
                <a:prstGeom prst="rect">
                  <a:avLst/>
                </a:prstGeom>
                <a:solidFill>
                  <a:srgbClr val="2E4470"/>
                </a:solidFill>
                <a:ln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6" name="Rectangle 78">
                  <a:extLst>
                    <a:ext uri="{FF2B5EF4-FFF2-40B4-BE49-F238E27FC236}">
                      <a16:creationId xmlns:a16="http://schemas.microsoft.com/office/drawing/2014/main" id="{A4DF57C5-62AE-D74B-4315-90BD28EC035E}"/>
                    </a:ext>
                  </a:extLst>
                </p:cNvPr>
                <p:cNvSpPr/>
                <p:nvPr/>
              </p:nvSpPr>
              <p:spPr>
                <a:xfrm>
                  <a:off x="420582" y="4286685"/>
                  <a:ext cx="11642989" cy="317420"/>
                </a:xfrm>
                <a:prstGeom prst="rect">
                  <a:avLst/>
                </a:prstGeom>
                <a:solidFill>
                  <a:srgbClr val="E8ECF4"/>
                </a:solidFill>
                <a:ln>
                  <a:solidFill>
                    <a:srgbClr val="2E447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CF23378-1AFD-0A9A-F263-F7898C7C7717}"/>
                    </a:ext>
                  </a:extLst>
                </p:cNvPr>
                <p:cNvSpPr txBox="1"/>
                <p:nvPr/>
              </p:nvSpPr>
              <p:spPr>
                <a:xfrm>
                  <a:off x="458672" y="4311400"/>
                  <a:ext cx="1155411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sz="1200" b="1" dirty="0">
                      <a:solidFill>
                        <a:schemeClr val="accent1">
                          <a:lumMod val="50000"/>
                        </a:schemeClr>
                      </a:solidFill>
                      <a:latin typeface="+mn-ea"/>
                    </a:rPr>
                    <a:t> </a:t>
                  </a:r>
                  <a:r>
                    <a:rPr lang="ko-KR" altLang="en-US" sz="1200" b="1" dirty="0">
                      <a:solidFill>
                        <a:schemeClr val="accent1">
                          <a:lumMod val="50000"/>
                        </a:schemeClr>
                      </a:solidFill>
                      <a:latin typeface="+mn-ea"/>
                    </a:rPr>
                    <a:t>사업 목적</a:t>
                  </a:r>
                  <a:endPara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7D1135F-1E29-BED4-5A6C-4F0366E4F41D}"/>
                  </a:ext>
                </a:extLst>
              </p:cNvPr>
              <p:cNvGrpSpPr/>
              <p:nvPr/>
            </p:nvGrpSpPr>
            <p:grpSpPr>
              <a:xfrm>
                <a:off x="245194" y="1535080"/>
                <a:ext cx="11681080" cy="962426"/>
                <a:chOff x="1140625" y="5013542"/>
                <a:chExt cx="8744937" cy="798114"/>
              </a:xfrm>
            </p:grpSpPr>
            <p:sp>
              <p:nvSpPr>
                <p:cNvPr id="43" name="Rectangle 95">
                  <a:extLst>
                    <a:ext uri="{FF2B5EF4-FFF2-40B4-BE49-F238E27FC236}">
                      <a16:creationId xmlns:a16="http://schemas.microsoft.com/office/drawing/2014/main" id="{3735BE3A-94B1-EAE8-D814-64D48B627497}"/>
                    </a:ext>
                  </a:extLst>
                </p:cNvPr>
                <p:cNvSpPr/>
                <p:nvPr/>
              </p:nvSpPr>
              <p:spPr>
                <a:xfrm>
                  <a:off x="1140625" y="5013542"/>
                  <a:ext cx="2872656" cy="228542"/>
                </a:xfrm>
                <a:prstGeom prst="rect">
                  <a:avLst/>
                </a:prstGeom>
                <a:solidFill>
                  <a:srgbClr val="1E2D45"/>
                </a:solidFill>
                <a:ln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88CE33A-2F4A-2B39-AB71-E641A5701E2E}"/>
                    </a:ext>
                  </a:extLst>
                </p:cNvPr>
                <p:cNvSpPr txBox="1"/>
                <p:nvPr/>
              </p:nvSpPr>
              <p:spPr>
                <a:xfrm>
                  <a:off x="1140625" y="5018809"/>
                  <a:ext cx="2872656" cy="204184"/>
                </a:xfrm>
                <a:prstGeom prst="rect">
                  <a:avLst/>
                </a:prstGeom>
                <a:noFill/>
                <a:effectLst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00" b="1" dirty="0">
                      <a:solidFill>
                        <a:srgbClr val="FFFFFF"/>
                      </a:solidFill>
                      <a:latin typeface="+mn-ea"/>
                    </a:rPr>
                    <a:t>시스템 표준화</a:t>
                  </a:r>
                  <a:endParaRPr sz="100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45" name="Rectangle 97">
                  <a:extLst>
                    <a:ext uri="{FF2B5EF4-FFF2-40B4-BE49-F238E27FC236}">
                      <a16:creationId xmlns:a16="http://schemas.microsoft.com/office/drawing/2014/main" id="{75AD7C84-804A-CD0F-6B2C-92D8B9655795}"/>
                    </a:ext>
                  </a:extLst>
                </p:cNvPr>
                <p:cNvSpPr/>
                <p:nvPr/>
              </p:nvSpPr>
              <p:spPr>
                <a:xfrm>
                  <a:off x="1140625" y="5242084"/>
                  <a:ext cx="2872656" cy="56957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1E2D45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3BAE6BA-E6FC-23B9-4E0F-32EC394C55EF}"/>
                    </a:ext>
                  </a:extLst>
                </p:cNvPr>
                <p:cNvSpPr txBox="1"/>
                <p:nvPr/>
              </p:nvSpPr>
              <p:spPr>
                <a:xfrm>
                  <a:off x="1191412" y="5329603"/>
                  <a:ext cx="2771082" cy="21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100" dirty="0">
                      <a:latin typeface="+mn-ea"/>
                    </a:rPr>
                    <a:t>노후기술 종속성 제거</a:t>
                  </a:r>
                  <a:endParaRPr sz="1100" dirty="0">
                    <a:latin typeface="+mn-ea"/>
                  </a:endParaRPr>
                </a:p>
              </p:txBody>
            </p:sp>
            <p:sp>
              <p:nvSpPr>
                <p:cNvPr id="47" name="Rectangle 99">
                  <a:extLst>
                    <a:ext uri="{FF2B5EF4-FFF2-40B4-BE49-F238E27FC236}">
                      <a16:creationId xmlns:a16="http://schemas.microsoft.com/office/drawing/2014/main" id="{303E519C-3DC4-48E2-5F4E-8481CA3F6EB6}"/>
                    </a:ext>
                  </a:extLst>
                </p:cNvPr>
                <p:cNvSpPr/>
                <p:nvPr/>
              </p:nvSpPr>
              <p:spPr>
                <a:xfrm>
                  <a:off x="4076765" y="5013542"/>
                  <a:ext cx="2872656" cy="228542"/>
                </a:xfrm>
                <a:prstGeom prst="rect">
                  <a:avLst/>
                </a:prstGeom>
                <a:solidFill>
                  <a:srgbClr val="2E4470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63BF674-4114-C5E8-8E8D-CD5B4880C40B}"/>
                    </a:ext>
                  </a:extLst>
                </p:cNvPr>
                <p:cNvSpPr txBox="1"/>
                <p:nvPr/>
              </p:nvSpPr>
              <p:spPr>
                <a:xfrm>
                  <a:off x="4075625" y="5018808"/>
                  <a:ext cx="2872656" cy="204184"/>
                </a:xfrm>
                <a:prstGeom prst="rect">
                  <a:avLst/>
                </a:prstGeom>
                <a:noFill/>
                <a:ln>
                  <a:solidFill>
                    <a:srgbClr val="2E4470"/>
                  </a:solidFill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00" b="1" dirty="0">
                      <a:solidFill>
                        <a:srgbClr val="FFFFFF"/>
                      </a:solidFill>
                      <a:latin typeface="+mn-ea"/>
                    </a:rPr>
                    <a:t>운영 효율성 및 유지보수성 극대화</a:t>
                  </a:r>
                  <a:endParaRPr sz="100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49" name="Rectangle 101">
                  <a:extLst>
                    <a:ext uri="{FF2B5EF4-FFF2-40B4-BE49-F238E27FC236}">
                      <a16:creationId xmlns:a16="http://schemas.microsoft.com/office/drawing/2014/main" id="{237794DD-9573-F120-193A-66EF28CB24A0}"/>
                    </a:ext>
                  </a:extLst>
                </p:cNvPr>
                <p:cNvSpPr/>
                <p:nvPr/>
              </p:nvSpPr>
              <p:spPr>
                <a:xfrm>
                  <a:off x="4076765" y="5242084"/>
                  <a:ext cx="2872656" cy="56957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2E447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18E961F-DC66-9191-00B8-A8FECF173D5D}"/>
                    </a:ext>
                  </a:extLst>
                </p:cNvPr>
                <p:cNvSpPr txBox="1"/>
                <p:nvPr/>
              </p:nvSpPr>
              <p:spPr>
                <a:xfrm>
                  <a:off x="4127552" y="5333621"/>
                  <a:ext cx="2771082" cy="21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100" dirty="0">
                      <a:latin typeface="+mn-ea"/>
                    </a:rPr>
                    <a:t>기능 모듈화로 신속한 기능개발 및 유연한 변경</a:t>
                  </a:r>
                  <a:endParaRPr sz="1100" dirty="0">
                    <a:latin typeface="+mn-ea"/>
                  </a:endParaRPr>
                </a:p>
              </p:txBody>
            </p:sp>
            <p:sp>
              <p:nvSpPr>
                <p:cNvPr id="51" name="Rectangle 103">
                  <a:extLst>
                    <a:ext uri="{FF2B5EF4-FFF2-40B4-BE49-F238E27FC236}">
                      <a16:creationId xmlns:a16="http://schemas.microsoft.com/office/drawing/2014/main" id="{5EFBAC72-DC3A-C10C-5EF0-DFCF979DEA9F}"/>
                    </a:ext>
                  </a:extLst>
                </p:cNvPr>
                <p:cNvSpPr/>
                <p:nvPr/>
              </p:nvSpPr>
              <p:spPr>
                <a:xfrm>
                  <a:off x="7012906" y="5013542"/>
                  <a:ext cx="2872656" cy="228542"/>
                </a:xfrm>
                <a:prstGeom prst="rect">
                  <a:avLst/>
                </a:prstGeom>
                <a:solidFill>
                  <a:srgbClr val="445064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BEAFF2B-8930-350D-C703-0592CB5F7B94}"/>
                    </a:ext>
                  </a:extLst>
                </p:cNvPr>
                <p:cNvSpPr txBox="1"/>
                <p:nvPr/>
              </p:nvSpPr>
              <p:spPr>
                <a:xfrm>
                  <a:off x="7012906" y="5018809"/>
                  <a:ext cx="2872656" cy="204184"/>
                </a:xfrm>
                <a:prstGeom prst="rect">
                  <a:avLst/>
                </a:prstGeom>
                <a:noFill/>
                <a:effectLst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00" b="1" dirty="0" err="1">
                      <a:solidFill>
                        <a:srgbClr val="FFFFFF"/>
                      </a:solidFill>
                      <a:latin typeface="+mn-ea"/>
                    </a:rPr>
                    <a:t>웹보안</a:t>
                  </a:r>
                  <a:r>
                    <a:rPr lang="ko-KR" altLang="en-US" sz="1000" b="1" dirty="0">
                      <a:solidFill>
                        <a:srgbClr val="FFFFFF"/>
                      </a:solidFill>
                      <a:latin typeface="+mn-ea"/>
                    </a:rPr>
                    <a:t> 신뢰성 확보 및 안정적 서비스 제공</a:t>
                  </a:r>
                  <a:endParaRPr sz="100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53" name="Rectangle 105">
                  <a:extLst>
                    <a:ext uri="{FF2B5EF4-FFF2-40B4-BE49-F238E27FC236}">
                      <a16:creationId xmlns:a16="http://schemas.microsoft.com/office/drawing/2014/main" id="{B5D70D87-07E2-2FF0-496C-0B176334ABFF}"/>
                    </a:ext>
                  </a:extLst>
                </p:cNvPr>
                <p:cNvSpPr/>
                <p:nvPr/>
              </p:nvSpPr>
              <p:spPr>
                <a:xfrm>
                  <a:off x="7012906" y="5242084"/>
                  <a:ext cx="2872656" cy="56957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1E2D45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2FF5806-DEEF-FC9F-56DF-DBFE6A01FCCA}"/>
                    </a:ext>
                  </a:extLst>
                </p:cNvPr>
                <p:cNvSpPr txBox="1"/>
                <p:nvPr/>
              </p:nvSpPr>
              <p:spPr>
                <a:xfrm>
                  <a:off x="7063693" y="5333621"/>
                  <a:ext cx="2771082" cy="21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100" dirty="0">
                      <a:latin typeface="+mn-ea"/>
                    </a:rPr>
                    <a:t>최신 웹 표준 서비스 환경 제공</a:t>
                  </a:r>
                  <a:endParaRPr sz="1100" dirty="0">
                    <a:latin typeface="+mn-ea"/>
                  </a:endParaRPr>
                </a:p>
              </p:txBody>
            </p:sp>
          </p:grp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BAE6BA-E6FC-23B9-4E0F-32EC394C55EF}"/>
                </a:ext>
              </a:extLst>
            </p:cNvPr>
            <p:cNvSpPr txBox="1"/>
            <p:nvPr/>
          </p:nvSpPr>
          <p:spPr>
            <a:xfrm>
              <a:off x="355040" y="5478199"/>
              <a:ext cx="37014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+mn-ea"/>
                </a:rPr>
                <a:t>프레임워크 표준화 및 기술 독립성 확보</a:t>
              </a:r>
              <a:endParaRPr sz="1100" dirty="0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18E961F-DC66-9191-00B8-A8FECF173D5D}"/>
                </a:ext>
              </a:extLst>
            </p:cNvPr>
            <p:cNvSpPr txBox="1"/>
            <p:nvPr/>
          </p:nvSpPr>
          <p:spPr>
            <a:xfrm>
              <a:off x="4275476" y="5478199"/>
              <a:ext cx="37014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latin typeface="+mn-ea"/>
                </a:rPr>
                <a:t>MVC </a:t>
              </a:r>
              <a:r>
                <a:rPr lang="ko-KR" altLang="en-US" sz="1100" dirty="0">
                  <a:latin typeface="+mn-ea"/>
                </a:rPr>
                <a:t>패턴 기반의 체계적인 아키텍처 정제</a:t>
              </a:r>
              <a:endParaRPr sz="1100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2FF5806-DEEF-FC9F-56DF-DBFE6A01FCCA}"/>
                </a:ext>
              </a:extLst>
            </p:cNvPr>
            <p:cNvSpPr txBox="1"/>
            <p:nvPr/>
          </p:nvSpPr>
          <p:spPr>
            <a:xfrm>
              <a:off x="8198960" y="5449062"/>
              <a:ext cx="37014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+mn-ea"/>
                </a:rPr>
                <a:t>컴포넌트 기반 보안 및 </a:t>
              </a:r>
              <a:r>
                <a:rPr lang="ko-KR" altLang="en-US" sz="1100" dirty="0" err="1">
                  <a:latin typeface="+mn-ea"/>
                </a:rPr>
                <a:t>시큐어</a:t>
              </a:r>
              <a:r>
                <a:rPr lang="ko-KR" altLang="en-US" sz="1100" dirty="0">
                  <a:latin typeface="+mn-ea"/>
                </a:rPr>
                <a:t> 코딩</a:t>
              </a:r>
              <a:endParaRPr sz="1100" dirty="0">
                <a:latin typeface="+mn-ea"/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 / 50</a:t>
            </a:r>
          </a:p>
        </p:txBody>
      </p:sp>
    </p:spTree>
    <p:extLst>
      <p:ext uri="{BB962C8B-B14F-4D97-AF65-F5344CB8AC3E}">
        <p14:creationId xmlns:p14="http://schemas.microsoft.com/office/powerpoint/2010/main" val="127010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368FDE-E6C4-9C10-B794-DC7FE9AFE767}"/>
              </a:ext>
            </a:extLst>
          </p:cNvPr>
          <p:cNvSpPr/>
          <p:nvPr/>
        </p:nvSpPr>
        <p:spPr>
          <a:xfrm>
            <a:off x="0" y="-3494"/>
            <a:ext cx="12188952" cy="502920"/>
          </a:xfrm>
          <a:prstGeom prst="rect">
            <a:avLst/>
          </a:prstGeom>
          <a:solidFill>
            <a:srgbClr val="2E447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Rectangle 272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990BB-31C1-4668-04FE-6D5EBEDE6554}"/>
              </a:ext>
            </a:extLst>
          </p:cNvPr>
          <p:cNvSpPr txBox="1"/>
          <p:nvPr/>
        </p:nvSpPr>
        <p:spPr>
          <a:xfrm>
            <a:off x="184469" y="42227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2BE7D-0F39-6F9B-9275-F22E5FDB01E5}"/>
              </a:ext>
            </a:extLst>
          </p:cNvPr>
          <p:cNvSpPr txBox="1"/>
          <p:nvPr/>
        </p:nvSpPr>
        <p:spPr>
          <a:xfrm>
            <a:off x="6984842" y="218932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사업 개요 및 목적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(Business Overview &amp; Objectives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)</a:t>
            </a:r>
            <a:endParaRPr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D72F6-3011-C22F-47A2-9605C4CCA03B}"/>
              </a:ext>
            </a:extLst>
          </p:cNvPr>
          <p:cNvSpPr txBox="1"/>
          <p:nvPr/>
        </p:nvSpPr>
        <p:spPr>
          <a:xfrm>
            <a:off x="1525208" y="90619"/>
            <a:ext cx="5713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E8ECF4"/>
                </a:solidFill>
                <a:latin typeface="+mn-ea"/>
              </a:rPr>
              <a:t>사업 범위</a:t>
            </a:r>
            <a:endParaRPr sz="1400" b="1" dirty="0">
              <a:solidFill>
                <a:srgbClr val="E8ECF4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66" y="6642100"/>
            <a:ext cx="2217274" cy="18466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600" b="0" dirty="0" err="1">
                <a:solidFill>
                  <a:srgbClr val="AABBCC"/>
                </a:solidFill>
                <a:latin typeface="+mn-ea"/>
              </a:rPr>
              <a:t>소통나눔방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시스템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고도화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기획서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 | 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○○부처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○○과</a:t>
            </a:r>
            <a:endParaRPr sz="600" b="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D966-1A0F-E9CD-9352-FBDD81B3A5D5}"/>
              </a:ext>
            </a:extLst>
          </p:cNvPr>
          <p:cNvSpPr txBox="1"/>
          <p:nvPr/>
        </p:nvSpPr>
        <p:spPr>
          <a:xfrm>
            <a:off x="4762898" y="6632027"/>
            <a:ext cx="7300674" cy="1846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solidFill>
                  <a:srgbClr val="E8ECF4"/>
                </a:solidFill>
                <a:latin typeface="+mn-ea"/>
              </a:rPr>
              <a:t>PR v1.0</a:t>
            </a:r>
            <a:endParaRPr sz="600" dirty="0">
              <a:solidFill>
                <a:srgbClr val="E8ECF4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1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사업 범위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전체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1676401" y="1772864"/>
            <a:ext cx="8407400" cy="3225482"/>
            <a:chOff x="1600220" y="1808621"/>
            <a:chExt cx="8407400" cy="3225482"/>
          </a:xfrm>
        </p:grpSpPr>
        <p:grpSp>
          <p:nvGrpSpPr>
            <p:cNvPr id="15" name="그룹 14"/>
            <p:cNvGrpSpPr/>
            <p:nvPr/>
          </p:nvGrpSpPr>
          <p:grpSpPr>
            <a:xfrm>
              <a:off x="1600220" y="1811591"/>
              <a:ext cx="3940154" cy="1392638"/>
              <a:chOff x="-1534581" y="1535081"/>
              <a:chExt cx="5616936" cy="919133"/>
            </a:xfrm>
          </p:grpSpPr>
          <p:sp>
            <p:nvSpPr>
              <p:cNvPr id="27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-1534581" y="1535081"/>
                <a:ext cx="5616935" cy="181890"/>
              </a:xfrm>
              <a:prstGeom prst="rect">
                <a:avLst/>
              </a:prstGeom>
              <a:solidFill>
                <a:srgbClr val="445064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-1471215" y="1547653"/>
                <a:ext cx="5553570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아키텍처 전환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9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-1534581" y="1716971"/>
                <a:ext cx="5616936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-1365998" y="1749168"/>
                <a:ext cx="5298989" cy="670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구형 </a:t>
                </a:r>
                <a:r>
                  <a:rPr lang="en-US" altLang="ko-KR" sz="1200" dirty="0">
                    <a:latin typeface="+mn-ea"/>
                  </a:rPr>
                  <a:t>ASP </a:t>
                </a:r>
                <a:r>
                  <a:rPr lang="ko-KR" altLang="en-US" sz="1200" dirty="0">
                    <a:latin typeface="+mn-ea"/>
                  </a:rPr>
                  <a:t>환경 → </a:t>
                </a:r>
                <a:r>
                  <a:rPr lang="en-US" altLang="ko-KR" sz="1200" dirty="0">
                    <a:latin typeface="+mn-ea"/>
                  </a:rPr>
                  <a:t>JAVA/Spring </a:t>
                </a:r>
                <a:r>
                  <a:rPr lang="ko-KR" altLang="en-US" sz="1200" dirty="0">
                    <a:latin typeface="+mn-ea"/>
                  </a:rPr>
                  <a:t>기반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전자정부프레임워크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en-US" altLang="ko-KR" sz="1200" dirty="0">
                    <a:latin typeface="+mn-ea"/>
                  </a:rPr>
                  <a:t> </a:t>
                </a:r>
              </a:p>
              <a:p>
                <a:pPr algn="ctr"/>
                <a:r>
                  <a:rPr lang="ko-KR" altLang="en-US" sz="1200" dirty="0">
                    <a:latin typeface="+mn-ea"/>
                  </a:rPr>
                  <a:t>아키텍처 전면 재설계</a:t>
                </a:r>
                <a:endParaRPr sz="1200" dirty="0">
                  <a:latin typeface="+mn-ea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6115045" y="1808621"/>
              <a:ext cx="3892574" cy="1392638"/>
              <a:chOff x="245194" y="1535081"/>
              <a:chExt cx="5549110" cy="919133"/>
            </a:xfrm>
          </p:grpSpPr>
          <p:sp>
            <p:nvSpPr>
              <p:cNvPr id="68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245194" y="1535081"/>
                <a:ext cx="5549110" cy="18189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245194" y="1547653"/>
                <a:ext cx="5549110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  <a:latin typeface="+mn-ea"/>
                  </a:rPr>
                  <a:t>UI/UX </a:t>
                </a:r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고도화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70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245195" y="1716971"/>
                <a:ext cx="5549109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300593" y="1865483"/>
                <a:ext cx="5440511" cy="426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웹 표준 및 </a:t>
                </a:r>
                <a:r>
                  <a:rPr lang="ko-KR" altLang="en-US" sz="1200" dirty="0" err="1">
                    <a:latin typeface="+mn-ea"/>
                  </a:rPr>
                  <a:t>반응형</a:t>
                </a:r>
                <a:r>
                  <a:rPr lang="ko-KR" altLang="en-US" sz="1200" dirty="0">
                    <a:latin typeface="+mn-ea"/>
                  </a:rPr>
                  <a:t> 웹 기술 적용 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사용자 중심의 </a:t>
                </a:r>
                <a:r>
                  <a:rPr lang="en-US" altLang="ko-KR" sz="1200" dirty="0">
                    <a:latin typeface="+mn-ea"/>
                  </a:rPr>
                  <a:t>UI/UX </a:t>
                </a:r>
                <a:r>
                  <a:rPr lang="ko-KR" altLang="en-US" sz="1200" dirty="0">
                    <a:latin typeface="+mn-ea"/>
                  </a:rPr>
                  <a:t>개편</a:t>
                </a:r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1600220" y="3641465"/>
              <a:ext cx="3911559" cy="1392637"/>
              <a:chOff x="-1493819" y="1535081"/>
              <a:chExt cx="5576173" cy="919133"/>
            </a:xfrm>
          </p:grpSpPr>
          <p:sp>
            <p:nvSpPr>
              <p:cNvPr id="73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-1493819" y="1535081"/>
                <a:ext cx="5576173" cy="18189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-1493819" y="1547653"/>
                <a:ext cx="5576173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데이터 </a:t>
                </a:r>
                <a:r>
                  <a:rPr lang="ko-KR" altLang="en-US" sz="1100" b="1" dirty="0" err="1">
                    <a:solidFill>
                      <a:srgbClr val="FFFFFF"/>
                    </a:solidFill>
                    <a:latin typeface="+mn-ea"/>
                  </a:rPr>
                  <a:t>마이그레이션</a:t>
                </a:r>
                <a:endParaRPr lang="ko-KR" altLang="en-US"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75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-1493819" y="1716971"/>
                <a:ext cx="5576173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-1322250" y="1753999"/>
                <a:ext cx="5260533" cy="670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기존 </a:t>
                </a:r>
                <a:r>
                  <a:rPr lang="en-US" altLang="ko-KR" sz="1200" dirty="0">
                    <a:latin typeface="+mn-ea"/>
                  </a:rPr>
                  <a:t>DB </a:t>
                </a:r>
                <a:r>
                  <a:rPr lang="ko-KR" altLang="en-US" sz="1200" dirty="0">
                    <a:latin typeface="+mn-ea"/>
                  </a:rPr>
                  <a:t>분석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정제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신규 표준 아키텍처</a:t>
                </a:r>
              </a:p>
              <a:p>
                <a:pPr algn="ctr"/>
                <a:endParaRPr lang="ko-KR" altLang="en-US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안정적인 데이터 이관</a:t>
                </a:r>
              </a:p>
            </p:txBody>
          </p:sp>
        </p:grpSp>
        <p:grpSp>
          <p:nvGrpSpPr>
            <p:cNvPr id="77" name="그룹 76"/>
            <p:cNvGrpSpPr/>
            <p:nvPr/>
          </p:nvGrpSpPr>
          <p:grpSpPr>
            <a:xfrm>
              <a:off x="6113161" y="3641465"/>
              <a:ext cx="3894459" cy="1392638"/>
              <a:chOff x="245194" y="1535081"/>
              <a:chExt cx="5551795" cy="919133"/>
            </a:xfrm>
          </p:grpSpPr>
          <p:sp>
            <p:nvSpPr>
              <p:cNvPr id="78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245194" y="1535081"/>
                <a:ext cx="5551795" cy="18189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245194" y="1547653"/>
                <a:ext cx="5551795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연계 및 보안 최적화</a:t>
                </a:r>
              </a:p>
            </p:txBody>
          </p:sp>
          <p:sp>
            <p:nvSpPr>
              <p:cNvPr id="80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245194" y="1716971"/>
                <a:ext cx="5551795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406995" y="1857619"/>
                <a:ext cx="5237535" cy="426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외부 인터페이스 표준화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 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최신 통합 보안 솔루션 적용</a:t>
                </a:r>
              </a:p>
            </p:txBody>
          </p:sp>
        </p:grpSp>
      </p:grpSp>
      <p:sp>
        <p:nvSpPr>
          <p:cNvPr id="82" name="Rectangle 8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5 / 50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AE68320-0DAD-456C-AB70-1CE848F7C504}"/>
              </a:ext>
            </a:extLst>
          </p:cNvPr>
          <p:cNvGrpSpPr/>
          <p:nvPr/>
        </p:nvGrpSpPr>
        <p:grpSpPr>
          <a:xfrm>
            <a:off x="293550" y="5637181"/>
            <a:ext cx="11680919" cy="396000"/>
            <a:chOff x="255600" y="2015999"/>
            <a:chExt cx="11680919" cy="396000"/>
          </a:xfrm>
        </p:grpSpPr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62E53AE-89D3-80BF-C71E-4FDBF78C955E}"/>
                </a:ext>
              </a:extLst>
            </p:cNvPr>
            <p:cNvSpPr/>
            <p:nvPr/>
          </p:nvSpPr>
          <p:spPr>
            <a:xfrm>
              <a:off x="255600" y="2015999"/>
              <a:ext cx="11680919" cy="396000"/>
            </a:xfrm>
            <a:prstGeom prst="rect">
              <a:avLst/>
            </a:prstGeom>
            <a:solidFill>
              <a:srgbClr val="FFF6E5"/>
            </a:solidFill>
            <a:ln w="12700">
              <a:solidFill>
                <a:srgbClr val="E0A9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752FDE-A977-69FC-AF9D-DA71A26D724A}"/>
                </a:ext>
              </a:extLst>
            </p:cNvPr>
            <p:cNvSpPr txBox="1"/>
            <p:nvPr/>
          </p:nvSpPr>
          <p:spPr>
            <a:xfrm>
              <a:off x="396000" y="2129360"/>
              <a:ext cx="11472119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※ 본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문서는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UI/UX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개선을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중심으로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하는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화면</a:t>
              </a:r>
              <a:r>
                <a:rPr lang="en-US"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설계</a:t>
              </a:r>
              <a:r>
                <a:rPr lang="ko-KR" altLang="en-US" sz="1100" b="1" dirty="0" err="1">
                  <a:solidFill>
                    <a:srgbClr val="8A5A00"/>
                  </a:solidFill>
                  <a:latin typeface="Noto Sans KR"/>
                </a:rPr>
                <a:t>에</a:t>
              </a:r>
              <a:r>
                <a:rPr lang="ko-KR" altLang="en-US" sz="1100" b="1" dirty="0">
                  <a:solidFill>
                    <a:srgbClr val="8A5A00"/>
                  </a:solidFill>
                  <a:latin typeface="Noto Sans KR"/>
                </a:rPr>
                <a:t> 집중</a:t>
              </a:r>
              <a:endParaRPr sz="1100" b="1" dirty="0">
                <a:solidFill>
                  <a:srgbClr val="8A5A00"/>
                </a:solidFill>
                <a:latin typeface="Noto Sans K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560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8F124-C6F2-F4F4-F6D1-BC16ADFD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3D691-D315-954B-A454-87765A0A8122}"/>
              </a:ext>
            </a:extLst>
          </p:cNvPr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51C53-C43A-92AF-966F-4C8FE8212D62}"/>
              </a:ext>
            </a:extLst>
          </p:cNvPr>
          <p:cNvSpPr/>
          <p:nvPr/>
        </p:nvSpPr>
        <p:spPr>
          <a:xfrm>
            <a:off x="1588" y="0"/>
            <a:ext cx="76180" cy="6858000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71C691-67C5-AB4B-C13A-9A1D0CD7C128}"/>
              </a:ext>
            </a:extLst>
          </p:cNvPr>
          <p:cNvSpPr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52656-ED51-3257-5017-88C17817FEE9}"/>
              </a:ext>
            </a:extLst>
          </p:cNvPr>
          <p:cNvSpPr txBox="1"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+mn-ea"/>
              </a:rPr>
              <a:t>2</a:t>
            </a:r>
            <a:endParaRPr sz="3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877C2-7D17-2952-4747-B597937F3C43}"/>
              </a:ext>
            </a:extLst>
          </p:cNvPr>
          <p:cNvSpPr txBox="1"/>
          <p:nvPr/>
        </p:nvSpPr>
        <p:spPr>
          <a:xfrm>
            <a:off x="1398239" y="2085415"/>
            <a:ext cx="69832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현황 분석</a:t>
            </a:r>
            <a:endParaRPr sz="40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CAA8B-7DA8-7F83-EA11-9A9D16452739}"/>
              </a:ext>
            </a:extLst>
          </p:cNvPr>
          <p:cNvSpPr txBox="1"/>
          <p:nvPr/>
        </p:nvSpPr>
        <p:spPr>
          <a:xfrm>
            <a:off x="1398239" y="2793301"/>
            <a:ext cx="6983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AS-IS Analysis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EFDD29-233D-58A4-829F-BF89F07290C6}"/>
              </a:ext>
            </a:extLst>
          </p:cNvPr>
          <p:cNvSpPr/>
          <p:nvPr/>
        </p:nvSpPr>
        <p:spPr>
          <a:xfrm>
            <a:off x="1398239" y="3174206"/>
            <a:ext cx="5713571" cy="12696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6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135451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메뉴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구조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도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(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전체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)</a:t>
                  </a:r>
                  <a:endParaRPr sz="14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메뉴 구조도 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전체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196" name="그룹 195"/>
          <p:cNvGrpSpPr/>
          <p:nvPr/>
        </p:nvGrpSpPr>
        <p:grpSpPr>
          <a:xfrm>
            <a:off x="555493" y="1543785"/>
            <a:ext cx="11119104" cy="2971799"/>
            <a:chOff x="536512" y="640080"/>
            <a:chExt cx="11119104" cy="2971799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B349976-A263-E9FA-DED9-B121025C1B97}"/>
                </a:ext>
              </a:extLst>
            </p:cNvPr>
            <p:cNvSpPr txBox="1"/>
            <p:nvPr/>
          </p:nvSpPr>
          <p:spPr>
            <a:xfrm>
              <a:off x="5122228" y="658368"/>
              <a:ext cx="19659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6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8" name="Rectangle 9">
              <a:extLst>
                <a:ext uri="{FF2B5EF4-FFF2-40B4-BE49-F238E27FC236}">
                  <a16:creationId xmlns:a16="http://schemas.microsoft.com/office/drawing/2014/main" id="{A2D147E1-B911-7415-324D-A076043C09DC}"/>
                </a:ext>
              </a:extLst>
            </p:cNvPr>
            <p:cNvSpPr/>
            <p:nvPr/>
          </p:nvSpPr>
          <p:spPr>
            <a:xfrm>
              <a:off x="536512" y="1280160"/>
              <a:ext cx="11119104" cy="19050"/>
            </a:xfrm>
            <a:prstGeom prst="rect">
              <a:avLst/>
            </a:prstGeom>
            <a:solidFill>
              <a:srgbClr val="B3B3B3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99" name="Rectangle 10">
              <a:extLst>
                <a:ext uri="{FF2B5EF4-FFF2-40B4-BE49-F238E27FC236}">
                  <a16:creationId xmlns:a16="http://schemas.microsoft.com/office/drawing/2014/main" id="{E87B2E9F-10A7-08F3-A63D-0A0E57E45453}"/>
                </a:ext>
              </a:extLst>
            </p:cNvPr>
            <p:cNvSpPr/>
            <p:nvPr/>
          </p:nvSpPr>
          <p:spPr>
            <a:xfrm>
              <a:off x="1199452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0" name="Rectangle 11">
              <a:extLst>
                <a:ext uri="{FF2B5EF4-FFF2-40B4-BE49-F238E27FC236}">
                  <a16:creationId xmlns:a16="http://schemas.microsoft.com/office/drawing/2014/main" id="{EA5F73CB-E07F-94FA-334E-0AFC5F045F1E}"/>
                </a:ext>
              </a:extLst>
            </p:cNvPr>
            <p:cNvSpPr/>
            <p:nvPr/>
          </p:nvSpPr>
          <p:spPr>
            <a:xfrm>
              <a:off x="536512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863B852-0480-D50A-3CB2-8FE0AA90CD27}"/>
                </a:ext>
              </a:extLst>
            </p:cNvPr>
            <p:cNvSpPr txBox="1"/>
            <p:nvPr/>
          </p:nvSpPr>
          <p:spPr>
            <a:xfrm>
              <a:off x="536512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대변인방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2" name="Rectangle 13">
              <a:extLst>
                <a:ext uri="{FF2B5EF4-FFF2-40B4-BE49-F238E27FC236}">
                  <a16:creationId xmlns:a16="http://schemas.microsoft.com/office/drawing/2014/main" id="{008CBC20-876C-C28B-551D-CB1F45F5CD24}"/>
                </a:ext>
              </a:extLst>
            </p:cNvPr>
            <p:cNvSpPr/>
            <p:nvPr/>
          </p:nvSpPr>
          <p:spPr>
            <a:xfrm>
              <a:off x="536512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A693DBD-F974-50F5-B5D3-A10970969C6D}"/>
                </a:ext>
              </a:extLst>
            </p:cNvPr>
            <p:cNvSpPr txBox="1"/>
            <p:nvPr/>
          </p:nvSpPr>
          <p:spPr>
            <a:xfrm>
              <a:off x="591376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공지사항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04" name="Rectangle 15">
              <a:extLst>
                <a:ext uri="{FF2B5EF4-FFF2-40B4-BE49-F238E27FC236}">
                  <a16:creationId xmlns:a16="http://schemas.microsoft.com/office/drawing/2014/main" id="{50BC1B01-69C0-FF5E-433E-B896A82C926E}"/>
                </a:ext>
              </a:extLst>
            </p:cNvPr>
            <p:cNvSpPr/>
            <p:nvPr/>
          </p:nvSpPr>
          <p:spPr>
            <a:xfrm>
              <a:off x="536512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F8B74B2-C91B-C73E-E091-B8BA03C76ABF}"/>
                </a:ext>
              </a:extLst>
            </p:cNvPr>
            <p:cNvSpPr txBox="1"/>
            <p:nvPr/>
          </p:nvSpPr>
          <p:spPr>
            <a:xfrm>
              <a:off x="591376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정책소통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우수사례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06" name="Rectangle 17">
              <a:extLst>
                <a:ext uri="{FF2B5EF4-FFF2-40B4-BE49-F238E27FC236}">
                  <a16:creationId xmlns:a16="http://schemas.microsoft.com/office/drawing/2014/main" id="{16FC52DC-35F6-024B-02AA-5A72B9C3D90C}"/>
                </a:ext>
              </a:extLst>
            </p:cNvPr>
            <p:cNvSpPr/>
            <p:nvPr/>
          </p:nvSpPr>
          <p:spPr>
            <a:xfrm>
              <a:off x="536512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AF99C265-7B66-9D76-4AB8-72B57053355A}"/>
                </a:ext>
              </a:extLst>
            </p:cNvPr>
            <p:cNvSpPr txBox="1"/>
            <p:nvPr/>
          </p:nvSpPr>
          <p:spPr>
            <a:xfrm>
              <a:off x="591376" y="2648136"/>
              <a:ext cx="13385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주요이슈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홍보계획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08" name="Rectangle 19">
              <a:extLst>
                <a:ext uri="{FF2B5EF4-FFF2-40B4-BE49-F238E27FC236}">
                  <a16:creationId xmlns:a16="http://schemas.microsoft.com/office/drawing/2014/main" id="{FCAEBCDD-9CE1-F3A8-38F8-2271AA92ED24}"/>
                </a:ext>
              </a:extLst>
            </p:cNvPr>
            <p:cNvSpPr/>
            <p:nvPr/>
          </p:nvSpPr>
          <p:spPr>
            <a:xfrm>
              <a:off x="536512" y="2944367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D224C87-C14E-75D1-2BC2-2B04A0088B9C}"/>
                </a:ext>
              </a:extLst>
            </p:cNvPr>
            <p:cNvSpPr txBox="1"/>
            <p:nvPr/>
          </p:nvSpPr>
          <p:spPr>
            <a:xfrm>
              <a:off x="591376" y="300475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210" name="Rectangle 21">
              <a:extLst>
                <a:ext uri="{FF2B5EF4-FFF2-40B4-BE49-F238E27FC236}">
                  <a16:creationId xmlns:a16="http://schemas.microsoft.com/office/drawing/2014/main" id="{CDD10064-DFB6-AA86-AC03-A417B866D2A6}"/>
                </a:ext>
              </a:extLst>
            </p:cNvPr>
            <p:cNvSpPr/>
            <p:nvPr/>
          </p:nvSpPr>
          <p:spPr>
            <a:xfrm>
              <a:off x="2598484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1" name="Rectangle 22">
              <a:extLst>
                <a:ext uri="{FF2B5EF4-FFF2-40B4-BE49-F238E27FC236}">
                  <a16:creationId xmlns:a16="http://schemas.microsoft.com/office/drawing/2014/main" id="{027F9479-78CA-426B-3D3E-E63A68221B2A}"/>
                </a:ext>
              </a:extLst>
            </p:cNvPr>
            <p:cNvSpPr/>
            <p:nvPr/>
          </p:nvSpPr>
          <p:spPr>
            <a:xfrm>
              <a:off x="1935544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788101A-4B1E-FCFE-7FDD-35E190ACDD77}"/>
                </a:ext>
              </a:extLst>
            </p:cNvPr>
            <p:cNvSpPr txBox="1"/>
            <p:nvPr/>
          </p:nvSpPr>
          <p:spPr>
            <a:xfrm>
              <a:off x="1935544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온라인방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3" name="Rectangle 24">
              <a:extLst>
                <a:ext uri="{FF2B5EF4-FFF2-40B4-BE49-F238E27FC236}">
                  <a16:creationId xmlns:a16="http://schemas.microsoft.com/office/drawing/2014/main" id="{7E3B4A95-A943-1D81-FDC6-BCC9678B4372}"/>
                </a:ext>
              </a:extLst>
            </p:cNvPr>
            <p:cNvSpPr/>
            <p:nvPr/>
          </p:nvSpPr>
          <p:spPr>
            <a:xfrm>
              <a:off x="1935544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2B44B3F-63D6-B3A3-3279-17338B80EDF0}"/>
                </a:ext>
              </a:extLst>
            </p:cNvPr>
            <p:cNvSpPr txBox="1"/>
            <p:nvPr/>
          </p:nvSpPr>
          <p:spPr>
            <a:xfrm>
              <a:off x="1990408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온대알림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15" name="Rectangle 26">
              <a:extLst>
                <a:ext uri="{FF2B5EF4-FFF2-40B4-BE49-F238E27FC236}">
                  <a16:creationId xmlns:a16="http://schemas.microsoft.com/office/drawing/2014/main" id="{E7B7FC20-0634-64CF-C46B-EBF629DCA665}"/>
                </a:ext>
              </a:extLst>
            </p:cNvPr>
            <p:cNvSpPr/>
            <p:nvPr/>
          </p:nvSpPr>
          <p:spPr>
            <a:xfrm>
              <a:off x="1935544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FCCA401-5FF2-EBB2-369C-2DA37B12535A}"/>
                </a:ext>
              </a:extLst>
            </p:cNvPr>
            <p:cNvSpPr txBox="1"/>
            <p:nvPr/>
          </p:nvSpPr>
          <p:spPr>
            <a:xfrm>
              <a:off x="1990408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217" name="Rectangle 28">
              <a:extLst>
                <a:ext uri="{FF2B5EF4-FFF2-40B4-BE49-F238E27FC236}">
                  <a16:creationId xmlns:a16="http://schemas.microsoft.com/office/drawing/2014/main" id="{EEEA4C34-1CA5-76B4-643B-4ACFF7F6565B}"/>
                </a:ext>
              </a:extLst>
            </p:cNvPr>
            <p:cNvSpPr/>
            <p:nvPr/>
          </p:nvSpPr>
          <p:spPr>
            <a:xfrm>
              <a:off x="1935544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52BEC321-A2CE-F28D-2C4D-3724435E889D}"/>
                </a:ext>
              </a:extLst>
            </p:cNvPr>
            <p:cNvSpPr txBox="1"/>
            <p:nvPr/>
          </p:nvSpPr>
          <p:spPr>
            <a:xfrm>
              <a:off x="1990408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뉴스레터 제작/지원</a:t>
              </a:r>
            </a:p>
          </p:txBody>
        </p:sp>
        <p:sp>
          <p:nvSpPr>
            <p:cNvPr id="219" name="Rectangle 30">
              <a:extLst>
                <a:ext uri="{FF2B5EF4-FFF2-40B4-BE49-F238E27FC236}">
                  <a16:creationId xmlns:a16="http://schemas.microsoft.com/office/drawing/2014/main" id="{E4FBFC5F-4E2A-890E-FB42-555E964AE385}"/>
                </a:ext>
              </a:extLst>
            </p:cNvPr>
            <p:cNvSpPr/>
            <p:nvPr/>
          </p:nvSpPr>
          <p:spPr>
            <a:xfrm>
              <a:off x="1935544" y="2944367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B409CE95-8A11-3E94-1488-26402A38A4D5}"/>
                </a:ext>
              </a:extLst>
            </p:cNvPr>
            <p:cNvSpPr txBox="1"/>
            <p:nvPr/>
          </p:nvSpPr>
          <p:spPr>
            <a:xfrm>
              <a:off x="1990408" y="300475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444444"/>
                  </a:solidFill>
                  <a:latin typeface="+mn-ea"/>
                </a:rPr>
                <a:t>SNS기관(실국)관리</a:t>
              </a:r>
            </a:p>
          </p:txBody>
        </p:sp>
        <p:sp>
          <p:nvSpPr>
            <p:cNvPr id="221" name="Rectangle 32">
              <a:extLst>
                <a:ext uri="{FF2B5EF4-FFF2-40B4-BE49-F238E27FC236}">
                  <a16:creationId xmlns:a16="http://schemas.microsoft.com/office/drawing/2014/main" id="{77FA2CE7-D150-995A-A03F-E66B9C17573C}"/>
                </a:ext>
              </a:extLst>
            </p:cNvPr>
            <p:cNvSpPr/>
            <p:nvPr/>
          </p:nvSpPr>
          <p:spPr>
            <a:xfrm>
              <a:off x="1935544" y="3300983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731A818-E930-38CB-4060-23847F334C4F}"/>
                </a:ext>
              </a:extLst>
            </p:cNvPr>
            <p:cNvSpPr txBox="1"/>
            <p:nvPr/>
          </p:nvSpPr>
          <p:spPr>
            <a:xfrm>
              <a:off x="1990408" y="3361368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디지털콘텐츠 계획</a:t>
              </a:r>
            </a:p>
          </p:txBody>
        </p:sp>
        <p:sp>
          <p:nvSpPr>
            <p:cNvPr id="223" name="Rectangle 34">
              <a:extLst>
                <a:ext uri="{FF2B5EF4-FFF2-40B4-BE49-F238E27FC236}">
                  <a16:creationId xmlns:a16="http://schemas.microsoft.com/office/drawing/2014/main" id="{E5DC5580-C943-1BB5-AADE-6471D5DB4D54}"/>
                </a:ext>
              </a:extLst>
            </p:cNvPr>
            <p:cNvSpPr/>
            <p:nvPr/>
          </p:nvSpPr>
          <p:spPr>
            <a:xfrm>
              <a:off x="3997516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4" name="Rectangle 35">
              <a:extLst>
                <a:ext uri="{FF2B5EF4-FFF2-40B4-BE49-F238E27FC236}">
                  <a16:creationId xmlns:a16="http://schemas.microsoft.com/office/drawing/2014/main" id="{CB515CB7-EE4F-343B-E8D6-36D1440E3D56}"/>
                </a:ext>
              </a:extLst>
            </p:cNvPr>
            <p:cNvSpPr/>
            <p:nvPr/>
          </p:nvSpPr>
          <p:spPr>
            <a:xfrm>
              <a:off x="3334576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AB253FFF-E74D-0B60-83E7-F65D91C03B54}"/>
                </a:ext>
              </a:extLst>
            </p:cNvPr>
            <p:cNvSpPr txBox="1"/>
            <p:nvPr/>
          </p:nvSpPr>
          <p:spPr>
            <a:xfrm>
              <a:off x="3334576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외신대변인방</a:t>
              </a:r>
            </a:p>
          </p:txBody>
        </p:sp>
        <p:sp>
          <p:nvSpPr>
            <p:cNvPr id="226" name="Rectangle 37">
              <a:extLst>
                <a:ext uri="{FF2B5EF4-FFF2-40B4-BE49-F238E27FC236}">
                  <a16:creationId xmlns:a16="http://schemas.microsoft.com/office/drawing/2014/main" id="{FC81D2E9-46CF-0F83-522E-BEA9EEE1844E}"/>
                </a:ext>
              </a:extLst>
            </p:cNvPr>
            <p:cNvSpPr/>
            <p:nvPr/>
          </p:nvSpPr>
          <p:spPr>
            <a:xfrm>
              <a:off x="3334576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3C4F34F-3C94-3C57-8330-B5E18D143F2A}"/>
                </a:ext>
              </a:extLst>
            </p:cNvPr>
            <p:cNvSpPr txBox="1"/>
            <p:nvPr/>
          </p:nvSpPr>
          <p:spPr>
            <a:xfrm>
              <a:off x="3389440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공지사항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28" name="Rectangle 39">
              <a:extLst>
                <a:ext uri="{FF2B5EF4-FFF2-40B4-BE49-F238E27FC236}">
                  <a16:creationId xmlns:a16="http://schemas.microsoft.com/office/drawing/2014/main" id="{35C80335-176C-8604-60D2-98147C9FD65D}"/>
                </a:ext>
              </a:extLst>
            </p:cNvPr>
            <p:cNvSpPr/>
            <p:nvPr/>
          </p:nvSpPr>
          <p:spPr>
            <a:xfrm>
              <a:off x="3334576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CF1AE2B-9C8A-243D-BA69-A954906D4541}"/>
                </a:ext>
              </a:extLst>
            </p:cNvPr>
            <p:cNvSpPr txBox="1"/>
            <p:nvPr/>
          </p:nvSpPr>
          <p:spPr>
            <a:xfrm>
              <a:off x="3389440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A010AEBC-F6FF-AD16-0C0D-D8163DA7723E}"/>
                </a:ext>
              </a:extLst>
            </p:cNvPr>
            <p:cNvSpPr/>
            <p:nvPr/>
          </p:nvSpPr>
          <p:spPr>
            <a:xfrm>
              <a:off x="5396548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1" name="Rectangle 42">
              <a:extLst>
                <a:ext uri="{FF2B5EF4-FFF2-40B4-BE49-F238E27FC236}">
                  <a16:creationId xmlns:a16="http://schemas.microsoft.com/office/drawing/2014/main" id="{C8DFF4EF-48E2-D157-B6BD-01152816508C}"/>
                </a:ext>
              </a:extLst>
            </p:cNvPr>
            <p:cNvSpPr/>
            <p:nvPr/>
          </p:nvSpPr>
          <p:spPr>
            <a:xfrm>
              <a:off x="4733608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FD4DEA6-8B3A-A203-8008-CF044AB65004}"/>
                </a:ext>
              </a:extLst>
            </p:cNvPr>
            <p:cNvSpPr txBox="1"/>
            <p:nvPr/>
          </p:nvSpPr>
          <p:spPr>
            <a:xfrm>
              <a:off x="4733608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정책광고</a:t>
              </a:r>
            </a:p>
          </p:txBody>
        </p:sp>
        <p:sp>
          <p:nvSpPr>
            <p:cNvPr id="233" name="Rectangle 44">
              <a:extLst>
                <a:ext uri="{FF2B5EF4-FFF2-40B4-BE49-F238E27FC236}">
                  <a16:creationId xmlns:a16="http://schemas.microsoft.com/office/drawing/2014/main" id="{E3BD246C-7B10-ACF7-D1D2-608EA3C1464F}"/>
                </a:ext>
              </a:extLst>
            </p:cNvPr>
            <p:cNvSpPr/>
            <p:nvPr/>
          </p:nvSpPr>
          <p:spPr>
            <a:xfrm>
              <a:off x="4733608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DFCFE9BF-22DE-3C82-CA39-16253B1DC410}"/>
                </a:ext>
              </a:extLst>
            </p:cNvPr>
            <p:cNvSpPr txBox="1"/>
            <p:nvPr/>
          </p:nvSpPr>
          <p:spPr>
            <a:xfrm>
              <a:off x="4788472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정책광고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컨설팅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35" name="Rectangle 46">
              <a:extLst>
                <a:ext uri="{FF2B5EF4-FFF2-40B4-BE49-F238E27FC236}">
                  <a16:creationId xmlns:a16="http://schemas.microsoft.com/office/drawing/2014/main" id="{DA4C8FFA-32CC-FE02-E12E-013C64363C19}"/>
                </a:ext>
              </a:extLst>
            </p:cNvPr>
            <p:cNvSpPr/>
            <p:nvPr/>
          </p:nvSpPr>
          <p:spPr>
            <a:xfrm>
              <a:off x="4733608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A1D71ECD-9A91-15D5-98D9-9EF378C846D7}"/>
                </a:ext>
              </a:extLst>
            </p:cNvPr>
            <p:cNvSpPr txBox="1"/>
            <p:nvPr/>
          </p:nvSpPr>
          <p:spPr>
            <a:xfrm>
              <a:off x="4788472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전광판 광고</a:t>
              </a:r>
            </a:p>
          </p:txBody>
        </p:sp>
        <p:sp>
          <p:nvSpPr>
            <p:cNvPr id="237" name="Rectangle 48">
              <a:extLst>
                <a:ext uri="{FF2B5EF4-FFF2-40B4-BE49-F238E27FC236}">
                  <a16:creationId xmlns:a16="http://schemas.microsoft.com/office/drawing/2014/main" id="{233A865C-C058-512A-1B36-F69ABEB6EC64}"/>
                </a:ext>
              </a:extLst>
            </p:cNvPr>
            <p:cNvSpPr/>
            <p:nvPr/>
          </p:nvSpPr>
          <p:spPr>
            <a:xfrm>
              <a:off x="4733608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E067CB2D-0FA9-FCD3-CB56-09E1D1907E0C}"/>
                </a:ext>
              </a:extLst>
            </p:cNvPr>
            <p:cNvSpPr txBox="1"/>
            <p:nvPr/>
          </p:nvSpPr>
          <p:spPr>
            <a:xfrm>
              <a:off x="4788472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국정만화</a:t>
              </a:r>
            </a:p>
          </p:txBody>
        </p:sp>
        <p:sp>
          <p:nvSpPr>
            <p:cNvPr id="239" name="Rectangle 50">
              <a:extLst>
                <a:ext uri="{FF2B5EF4-FFF2-40B4-BE49-F238E27FC236}">
                  <a16:creationId xmlns:a16="http://schemas.microsoft.com/office/drawing/2014/main" id="{14BAC5BF-692C-26E3-56D6-0AC80B47D8DC}"/>
                </a:ext>
              </a:extLst>
            </p:cNvPr>
            <p:cNvSpPr/>
            <p:nvPr/>
          </p:nvSpPr>
          <p:spPr>
            <a:xfrm>
              <a:off x="6795580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0" name="Rectangle 51">
              <a:extLst>
                <a:ext uri="{FF2B5EF4-FFF2-40B4-BE49-F238E27FC236}">
                  <a16:creationId xmlns:a16="http://schemas.microsoft.com/office/drawing/2014/main" id="{081522F8-B0A3-1140-6410-331018A59501}"/>
                </a:ext>
              </a:extLst>
            </p:cNvPr>
            <p:cNvSpPr/>
            <p:nvPr/>
          </p:nvSpPr>
          <p:spPr>
            <a:xfrm>
              <a:off x="6132640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70CDE6E1-A361-146C-8BD2-FE960A43ADC8}"/>
                </a:ext>
              </a:extLst>
            </p:cNvPr>
            <p:cNvSpPr txBox="1"/>
            <p:nvPr/>
          </p:nvSpPr>
          <p:spPr>
            <a:xfrm>
              <a:off x="6132640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매체협업</a:t>
              </a:r>
            </a:p>
          </p:txBody>
        </p:sp>
        <p:sp>
          <p:nvSpPr>
            <p:cNvPr id="242" name="Rectangle 53">
              <a:extLst>
                <a:ext uri="{FF2B5EF4-FFF2-40B4-BE49-F238E27FC236}">
                  <a16:creationId xmlns:a16="http://schemas.microsoft.com/office/drawing/2014/main" id="{A9E0E8C3-93F6-6DB2-9F25-5573E42C7FCC}"/>
                </a:ext>
              </a:extLst>
            </p:cNvPr>
            <p:cNvSpPr/>
            <p:nvPr/>
          </p:nvSpPr>
          <p:spPr>
            <a:xfrm>
              <a:off x="6132640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99083556-A420-3385-C172-139B88BE6546}"/>
                </a:ext>
              </a:extLst>
            </p:cNvPr>
            <p:cNvSpPr txBox="1"/>
            <p:nvPr/>
          </p:nvSpPr>
          <p:spPr>
            <a:xfrm>
              <a:off x="6187504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과제신청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44" name="Rectangle 55">
              <a:extLst>
                <a:ext uri="{FF2B5EF4-FFF2-40B4-BE49-F238E27FC236}">
                  <a16:creationId xmlns:a16="http://schemas.microsoft.com/office/drawing/2014/main" id="{85B935E0-FFA3-2521-E952-B8AE417D4104}"/>
                </a:ext>
              </a:extLst>
            </p:cNvPr>
            <p:cNvSpPr/>
            <p:nvPr/>
          </p:nvSpPr>
          <p:spPr>
            <a:xfrm>
              <a:off x="6132640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6C1E8D2A-EE76-22D5-B89E-FA6F2703141B}"/>
                </a:ext>
              </a:extLst>
            </p:cNvPr>
            <p:cNvSpPr txBox="1"/>
            <p:nvPr/>
          </p:nvSpPr>
          <p:spPr>
            <a:xfrm>
              <a:off x="6101652" y="2291520"/>
              <a:ext cx="141173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과제선정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홍보물공유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46" name="Rectangle 57">
              <a:extLst>
                <a:ext uri="{FF2B5EF4-FFF2-40B4-BE49-F238E27FC236}">
                  <a16:creationId xmlns:a16="http://schemas.microsoft.com/office/drawing/2014/main" id="{E4956591-803C-6617-F762-745DBA9CB5CA}"/>
                </a:ext>
              </a:extLst>
            </p:cNvPr>
            <p:cNvSpPr/>
            <p:nvPr/>
          </p:nvSpPr>
          <p:spPr>
            <a:xfrm>
              <a:off x="6132640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C05E7D51-4E2C-AAC8-4D78-8A827143EFB8}"/>
                </a:ext>
              </a:extLst>
            </p:cNvPr>
            <p:cNvSpPr txBox="1"/>
            <p:nvPr/>
          </p:nvSpPr>
          <p:spPr>
            <a:xfrm>
              <a:off x="6187504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과제실적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48" name="Rectangle 59">
              <a:extLst>
                <a:ext uri="{FF2B5EF4-FFF2-40B4-BE49-F238E27FC236}">
                  <a16:creationId xmlns:a16="http://schemas.microsoft.com/office/drawing/2014/main" id="{55F9BD2E-B541-9DC7-1108-18BA24B4C12A}"/>
                </a:ext>
              </a:extLst>
            </p:cNvPr>
            <p:cNvSpPr/>
            <p:nvPr/>
          </p:nvSpPr>
          <p:spPr>
            <a:xfrm>
              <a:off x="8194612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9" name="Rectangle 60">
              <a:extLst>
                <a:ext uri="{FF2B5EF4-FFF2-40B4-BE49-F238E27FC236}">
                  <a16:creationId xmlns:a16="http://schemas.microsoft.com/office/drawing/2014/main" id="{AD9191DE-0B9D-FE98-F34E-8E193F37FA11}"/>
                </a:ext>
              </a:extLst>
            </p:cNvPr>
            <p:cNvSpPr/>
            <p:nvPr/>
          </p:nvSpPr>
          <p:spPr>
            <a:xfrm>
              <a:off x="7531672" y="1325880"/>
              <a:ext cx="1325880" cy="384048"/>
            </a:xfrm>
            <a:prstGeom prst="rect">
              <a:avLst/>
            </a:prstGeom>
            <a:solidFill>
              <a:srgbClr val="0054D1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E0EAECD-54FB-AE9A-25FC-F579E0F9A048}"/>
                </a:ext>
              </a:extLst>
            </p:cNvPr>
            <p:cNvSpPr txBox="1"/>
            <p:nvPr/>
          </p:nvSpPr>
          <p:spPr>
            <a:xfrm>
              <a:off x="7531672" y="1342356"/>
              <a:ext cx="1325880" cy="415498"/>
            </a:xfrm>
            <a:prstGeom prst="rect">
              <a:avLst/>
            </a:prstGeom>
            <a:solidFill>
              <a:srgbClr val="2E447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정부공용</a:t>
              </a:r>
              <a:r>
                <a:rPr sz="1050" b="1" dirty="0">
                  <a:solidFill>
                    <a:srgbClr val="FFFFFF"/>
                  </a:solidFill>
                  <a:latin typeface="+mn-ea"/>
                </a:rPr>
                <a:t>
</a:t>
              </a:r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51" name="Rectangle 62">
              <a:extLst>
                <a:ext uri="{FF2B5EF4-FFF2-40B4-BE49-F238E27FC236}">
                  <a16:creationId xmlns:a16="http://schemas.microsoft.com/office/drawing/2014/main" id="{83B64BAD-D07B-52E7-C58A-4D565BDCB781}"/>
                </a:ext>
              </a:extLst>
            </p:cNvPr>
            <p:cNvSpPr/>
            <p:nvPr/>
          </p:nvSpPr>
          <p:spPr>
            <a:xfrm>
              <a:off x="7531672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EE192500-D9AE-FD1C-FCE4-B1A1DCE115E3}"/>
                </a:ext>
              </a:extLst>
            </p:cNvPr>
            <p:cNvSpPr txBox="1"/>
            <p:nvPr/>
          </p:nvSpPr>
          <p:spPr>
            <a:xfrm>
              <a:off x="7509828" y="1934904"/>
              <a:ext cx="151384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 dirty="0" err="1">
                  <a:solidFill>
                    <a:srgbClr val="444444"/>
                  </a:solidFill>
                  <a:latin typeface="+mn-ea"/>
                </a:rPr>
                <a:t>정부공용스튜디오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예약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53" name="Rectangle 64">
              <a:extLst>
                <a:ext uri="{FF2B5EF4-FFF2-40B4-BE49-F238E27FC236}">
                  <a16:creationId xmlns:a16="http://schemas.microsoft.com/office/drawing/2014/main" id="{73FF5C87-6BDA-03A5-6495-772D90B4EF43}"/>
                </a:ext>
              </a:extLst>
            </p:cNvPr>
            <p:cNvSpPr/>
            <p:nvPr/>
          </p:nvSpPr>
          <p:spPr>
            <a:xfrm>
              <a:off x="7531672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205EA701-6191-2201-499B-1263421A8BE9}"/>
                </a:ext>
              </a:extLst>
            </p:cNvPr>
            <p:cNvSpPr txBox="1"/>
            <p:nvPr/>
          </p:nvSpPr>
          <p:spPr>
            <a:xfrm>
              <a:off x="7586536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게시판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55" name="Rectangle 66">
              <a:extLst>
                <a:ext uri="{FF2B5EF4-FFF2-40B4-BE49-F238E27FC236}">
                  <a16:creationId xmlns:a16="http://schemas.microsoft.com/office/drawing/2014/main" id="{DFEC4B1F-6A3C-ACD6-87CB-ED3CD9243627}"/>
                </a:ext>
              </a:extLst>
            </p:cNvPr>
            <p:cNvSpPr/>
            <p:nvPr/>
          </p:nvSpPr>
          <p:spPr>
            <a:xfrm>
              <a:off x="9593644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6" name="Rectangle 67">
              <a:extLst>
                <a:ext uri="{FF2B5EF4-FFF2-40B4-BE49-F238E27FC236}">
                  <a16:creationId xmlns:a16="http://schemas.microsoft.com/office/drawing/2014/main" id="{2D5FB72D-0775-7F51-355A-80D263374160}"/>
                </a:ext>
              </a:extLst>
            </p:cNvPr>
            <p:cNvSpPr/>
            <p:nvPr/>
          </p:nvSpPr>
          <p:spPr>
            <a:xfrm>
              <a:off x="8930704" y="1325880"/>
              <a:ext cx="1325880" cy="384048"/>
            </a:xfrm>
            <a:prstGeom prst="rect">
              <a:avLst/>
            </a:prstGeom>
            <a:solidFill>
              <a:srgbClr val="445064"/>
            </a:soli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BD21A8E2-CD7D-AB16-E73C-4BEE072B1712}"/>
                </a:ext>
              </a:extLst>
            </p:cNvPr>
            <p:cNvSpPr txBox="1"/>
            <p:nvPr/>
          </p:nvSpPr>
          <p:spPr>
            <a:xfrm>
              <a:off x="8930704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관리자</a:t>
              </a:r>
            </a:p>
          </p:txBody>
        </p:sp>
        <p:sp>
          <p:nvSpPr>
            <p:cNvPr id="258" name="Rectangle 69">
              <a:extLst>
                <a:ext uri="{FF2B5EF4-FFF2-40B4-BE49-F238E27FC236}">
                  <a16:creationId xmlns:a16="http://schemas.microsoft.com/office/drawing/2014/main" id="{9AF7FF5B-710E-D2B3-BFB5-C2065078E36D}"/>
                </a:ext>
              </a:extLst>
            </p:cNvPr>
            <p:cNvSpPr/>
            <p:nvPr/>
          </p:nvSpPr>
          <p:spPr>
            <a:xfrm>
              <a:off x="8930704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9E39A1B1-C676-0C98-4307-A2C5F381B316}"/>
                </a:ext>
              </a:extLst>
            </p:cNvPr>
            <p:cNvSpPr txBox="1"/>
            <p:nvPr/>
          </p:nvSpPr>
          <p:spPr>
            <a:xfrm>
              <a:off x="8985568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대변인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현황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60" name="Rectangle 71">
              <a:extLst>
                <a:ext uri="{FF2B5EF4-FFF2-40B4-BE49-F238E27FC236}">
                  <a16:creationId xmlns:a16="http://schemas.microsoft.com/office/drawing/2014/main" id="{8D0BE4FF-2DE6-3FEB-403A-27DB928E0197}"/>
                </a:ext>
              </a:extLst>
            </p:cNvPr>
            <p:cNvSpPr/>
            <p:nvPr/>
          </p:nvSpPr>
          <p:spPr>
            <a:xfrm>
              <a:off x="8930704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402C6D36-0FE5-4068-C940-BDAEC138EE85}"/>
                </a:ext>
              </a:extLst>
            </p:cNvPr>
            <p:cNvSpPr txBox="1"/>
            <p:nvPr/>
          </p:nvSpPr>
          <p:spPr>
            <a:xfrm>
              <a:off x="8985568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온라인 대변인 현황</a:t>
              </a:r>
            </a:p>
          </p:txBody>
        </p:sp>
        <p:sp>
          <p:nvSpPr>
            <p:cNvPr id="262" name="Rectangle 73">
              <a:extLst>
                <a:ext uri="{FF2B5EF4-FFF2-40B4-BE49-F238E27FC236}">
                  <a16:creationId xmlns:a16="http://schemas.microsoft.com/office/drawing/2014/main" id="{29D457E3-7CBD-62A1-CAEF-25C57BC21F0D}"/>
                </a:ext>
              </a:extLst>
            </p:cNvPr>
            <p:cNvSpPr/>
            <p:nvPr/>
          </p:nvSpPr>
          <p:spPr>
            <a:xfrm>
              <a:off x="8930704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7E56AB4F-6F06-A150-2B9F-E5583FB42192}"/>
                </a:ext>
              </a:extLst>
            </p:cNvPr>
            <p:cNvSpPr txBox="1"/>
            <p:nvPr/>
          </p:nvSpPr>
          <p:spPr>
            <a:xfrm>
              <a:off x="8985568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444444"/>
                  </a:solidFill>
                  <a:latin typeface="+mn-ea"/>
                </a:rPr>
                <a:t>메뉴별 사용자 현황</a:t>
              </a:r>
            </a:p>
          </p:txBody>
        </p:sp>
        <p:sp>
          <p:nvSpPr>
            <p:cNvPr id="264" name="Rectangle 75">
              <a:extLst>
                <a:ext uri="{FF2B5EF4-FFF2-40B4-BE49-F238E27FC236}">
                  <a16:creationId xmlns:a16="http://schemas.microsoft.com/office/drawing/2014/main" id="{78192A4A-D860-7BD0-5B7B-08A5078DF19F}"/>
                </a:ext>
              </a:extLst>
            </p:cNvPr>
            <p:cNvSpPr/>
            <p:nvPr/>
          </p:nvSpPr>
          <p:spPr>
            <a:xfrm>
              <a:off x="10992676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5" name="Rectangle 76">
              <a:extLst>
                <a:ext uri="{FF2B5EF4-FFF2-40B4-BE49-F238E27FC236}">
                  <a16:creationId xmlns:a16="http://schemas.microsoft.com/office/drawing/2014/main" id="{901E9C48-6992-0A02-DBFB-FA2A523CC017}"/>
                </a:ext>
              </a:extLst>
            </p:cNvPr>
            <p:cNvSpPr/>
            <p:nvPr/>
          </p:nvSpPr>
          <p:spPr>
            <a:xfrm>
              <a:off x="10329736" y="1325880"/>
              <a:ext cx="1325880" cy="384048"/>
            </a:xfrm>
            <a:prstGeom prst="rect">
              <a:avLst/>
            </a:prstGeom>
            <a:solidFill>
              <a:srgbClr val="445064"/>
            </a:soli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24519F33-77D7-7728-8B32-2F2CCA6E69C8}"/>
                </a:ext>
              </a:extLst>
            </p:cNvPr>
            <p:cNvSpPr txBox="1"/>
            <p:nvPr/>
          </p:nvSpPr>
          <p:spPr>
            <a:xfrm>
              <a:off x="10329736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시스템관리자</a:t>
              </a:r>
            </a:p>
          </p:txBody>
        </p:sp>
        <p:sp>
          <p:nvSpPr>
            <p:cNvPr id="267" name="Rectangle 78">
              <a:extLst>
                <a:ext uri="{FF2B5EF4-FFF2-40B4-BE49-F238E27FC236}">
                  <a16:creationId xmlns:a16="http://schemas.microsoft.com/office/drawing/2014/main" id="{03BB349A-5628-7118-0D92-4D354C449AB2}"/>
                </a:ext>
              </a:extLst>
            </p:cNvPr>
            <p:cNvSpPr/>
            <p:nvPr/>
          </p:nvSpPr>
          <p:spPr>
            <a:xfrm>
              <a:off x="10329736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747C2CAF-BB06-B73B-060E-B86F4D599EDB}"/>
                </a:ext>
              </a:extLst>
            </p:cNvPr>
            <p:cNvSpPr txBox="1"/>
            <p:nvPr/>
          </p:nvSpPr>
          <p:spPr>
            <a:xfrm>
              <a:off x="10384600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회원관리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69" name="Rectangle 80">
              <a:extLst>
                <a:ext uri="{FF2B5EF4-FFF2-40B4-BE49-F238E27FC236}">
                  <a16:creationId xmlns:a16="http://schemas.microsoft.com/office/drawing/2014/main" id="{51983F5F-92CC-99F6-F399-5E1C4ADF5A83}"/>
                </a:ext>
              </a:extLst>
            </p:cNvPr>
            <p:cNvSpPr/>
            <p:nvPr/>
          </p:nvSpPr>
          <p:spPr>
            <a:xfrm>
              <a:off x="10329736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F5F27CA-49EF-89C6-6643-0674FC69EB05}"/>
                </a:ext>
              </a:extLst>
            </p:cNvPr>
            <p:cNvSpPr txBox="1"/>
            <p:nvPr/>
          </p:nvSpPr>
          <p:spPr>
            <a:xfrm>
              <a:off x="10384600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회원그룹관리</a:t>
              </a:r>
            </a:p>
          </p:txBody>
        </p:sp>
        <p:sp>
          <p:nvSpPr>
            <p:cNvPr id="271" name="Rectangle 82">
              <a:extLst>
                <a:ext uri="{FF2B5EF4-FFF2-40B4-BE49-F238E27FC236}">
                  <a16:creationId xmlns:a16="http://schemas.microsoft.com/office/drawing/2014/main" id="{13F5002D-94E7-DD5B-3D98-A65B91CD4014}"/>
                </a:ext>
              </a:extLst>
            </p:cNvPr>
            <p:cNvSpPr/>
            <p:nvPr/>
          </p:nvSpPr>
          <p:spPr>
            <a:xfrm>
              <a:off x="10329736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5AC30FD-4302-1006-CC97-C50AFE2C94FC}"/>
                </a:ext>
              </a:extLst>
            </p:cNvPr>
            <p:cNvSpPr txBox="1"/>
            <p:nvPr/>
          </p:nvSpPr>
          <p:spPr>
            <a:xfrm>
              <a:off x="10384600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로그인 로그</a:t>
              </a:r>
            </a:p>
          </p:txBody>
        </p:sp>
        <p:sp>
          <p:nvSpPr>
            <p:cNvPr id="273" name="Rectangle 84">
              <a:extLst>
                <a:ext uri="{FF2B5EF4-FFF2-40B4-BE49-F238E27FC236}">
                  <a16:creationId xmlns:a16="http://schemas.microsoft.com/office/drawing/2014/main" id="{AB659864-8C19-C912-46FA-1B2A4F663097}"/>
                </a:ext>
              </a:extLst>
            </p:cNvPr>
            <p:cNvSpPr/>
            <p:nvPr/>
          </p:nvSpPr>
          <p:spPr>
            <a:xfrm>
              <a:off x="10329736" y="2944367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9E887B10-7724-43DE-D705-C07125EC2A6E}"/>
                </a:ext>
              </a:extLst>
            </p:cNvPr>
            <p:cNvSpPr txBox="1"/>
            <p:nvPr/>
          </p:nvSpPr>
          <p:spPr>
            <a:xfrm>
              <a:off x="10384600" y="300475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SMS내역조회</a:t>
              </a:r>
            </a:p>
          </p:txBody>
        </p:sp>
        <p:sp>
          <p:nvSpPr>
            <p:cNvPr id="275" name="Rectangle 86">
              <a:extLst>
                <a:ext uri="{FF2B5EF4-FFF2-40B4-BE49-F238E27FC236}">
                  <a16:creationId xmlns:a16="http://schemas.microsoft.com/office/drawing/2014/main" id="{CEA6AED8-3E84-DD94-1FAA-6AAF0ABF2A4B}"/>
                </a:ext>
              </a:extLst>
            </p:cNvPr>
            <p:cNvSpPr/>
            <p:nvPr/>
          </p:nvSpPr>
          <p:spPr>
            <a:xfrm>
              <a:off x="10329736" y="3300983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290E7C3B-37CE-CD4B-54A7-9E9F4360E65F}"/>
                </a:ext>
              </a:extLst>
            </p:cNvPr>
            <p:cNvSpPr txBox="1"/>
            <p:nvPr/>
          </p:nvSpPr>
          <p:spPr>
            <a:xfrm>
              <a:off x="10384600" y="3361368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여론조사</a:t>
              </a:r>
            </a:p>
          </p:txBody>
        </p:sp>
        <p:sp>
          <p:nvSpPr>
            <p:cNvPr id="277" name="Rectangle 7">
              <a:extLst>
                <a:ext uri="{FF2B5EF4-FFF2-40B4-BE49-F238E27FC236}">
                  <a16:creationId xmlns:a16="http://schemas.microsoft.com/office/drawing/2014/main" id="{44FE9B33-5532-80B4-20EC-4546F9885D26}"/>
                </a:ext>
              </a:extLst>
            </p:cNvPr>
            <p:cNvSpPr/>
            <p:nvPr/>
          </p:nvSpPr>
          <p:spPr>
            <a:xfrm>
              <a:off x="5122228" y="640080"/>
              <a:ext cx="1965960" cy="45720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 err="1">
                  <a:latin typeface="+mn-ea"/>
                </a:rPr>
                <a:t>소통나눔방</a:t>
              </a:r>
              <a:endParaRPr sz="2400" dirty="0">
                <a:latin typeface="+mn-ea"/>
              </a:endParaRPr>
            </a:p>
          </p:txBody>
        </p:sp>
      </p:grpSp>
      <p:grpSp>
        <p:nvGrpSpPr>
          <p:cNvPr id="278" name="그룹 277"/>
          <p:cNvGrpSpPr/>
          <p:nvPr/>
        </p:nvGrpSpPr>
        <p:grpSpPr>
          <a:xfrm>
            <a:off x="555493" y="5871931"/>
            <a:ext cx="4846320" cy="246221"/>
            <a:chOff x="458788" y="6217920"/>
            <a:chExt cx="4846320" cy="246221"/>
          </a:xfrm>
        </p:grpSpPr>
        <p:grpSp>
          <p:nvGrpSpPr>
            <p:cNvPr id="279" name="그룹 278"/>
            <p:cNvGrpSpPr/>
            <p:nvPr/>
          </p:nvGrpSpPr>
          <p:grpSpPr>
            <a:xfrm>
              <a:off x="458788" y="6217920"/>
              <a:ext cx="2514600" cy="246221"/>
              <a:chOff x="458788" y="6217920"/>
              <a:chExt cx="2514600" cy="246221"/>
            </a:xfrm>
          </p:grpSpPr>
          <p:sp>
            <p:nvSpPr>
              <p:cNvPr id="281" name="Rectangle 88">
                <a:extLst>
                  <a:ext uri="{FF2B5EF4-FFF2-40B4-BE49-F238E27FC236}">
                    <a16:creationId xmlns:a16="http://schemas.microsoft.com/office/drawing/2014/main" id="{02BB303E-E14A-9F44-6133-FD7A44F1D298}"/>
                  </a:ext>
                </a:extLst>
              </p:cNvPr>
              <p:cNvSpPr/>
              <p:nvPr/>
            </p:nvSpPr>
            <p:spPr>
              <a:xfrm>
                <a:off x="458788" y="6217920"/>
                <a:ext cx="228600" cy="201168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9B0CC18-7C3F-C8F8-78C2-3426F9353BF0}"/>
                  </a:ext>
                </a:extLst>
              </p:cNvPr>
              <p:cNvSpPr txBox="1"/>
              <p:nvPr/>
            </p:nvSpPr>
            <p:spPr>
              <a:xfrm>
                <a:off x="733108" y="6217920"/>
                <a:ext cx="18288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dirty="0" err="1">
                    <a:latin typeface="+mn-ea"/>
                  </a:rPr>
                  <a:t>공통</a:t>
                </a:r>
                <a:r>
                  <a:rPr sz="1000" dirty="0">
                    <a:latin typeface="+mn-ea"/>
                  </a:rPr>
                  <a:t> </a:t>
                </a:r>
                <a:r>
                  <a:rPr sz="1000" dirty="0" err="1">
                    <a:latin typeface="+mn-ea"/>
                  </a:rPr>
                  <a:t>접근</a:t>
                </a:r>
                <a:r>
                  <a:rPr sz="1000" dirty="0">
                    <a:latin typeface="+mn-ea"/>
                  </a:rPr>
                  <a:t> </a:t>
                </a:r>
                <a:r>
                  <a:rPr sz="1000" dirty="0" err="1">
                    <a:latin typeface="+mn-ea"/>
                  </a:rPr>
                  <a:t>메뉴</a:t>
                </a:r>
                <a:endParaRPr sz="1000" dirty="0">
                  <a:latin typeface="+mn-ea"/>
                </a:endParaRPr>
              </a:p>
            </p:txBody>
          </p:sp>
          <p:sp>
            <p:nvSpPr>
              <p:cNvPr id="283" name="Rectangle 90">
                <a:extLst>
                  <a:ext uri="{FF2B5EF4-FFF2-40B4-BE49-F238E27FC236}">
                    <a16:creationId xmlns:a16="http://schemas.microsoft.com/office/drawing/2014/main" id="{205168D8-371B-D364-2BB4-51398B0DBF1E}"/>
                  </a:ext>
                </a:extLst>
              </p:cNvPr>
              <p:cNvSpPr/>
              <p:nvPr/>
            </p:nvSpPr>
            <p:spPr>
              <a:xfrm>
                <a:off x="2744788" y="6217920"/>
                <a:ext cx="228600" cy="201168"/>
              </a:xfrm>
              <a:prstGeom prst="rect">
                <a:avLst/>
              </a:prstGeom>
              <a:solidFill>
                <a:srgbClr val="445064"/>
              </a:solidFill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C637C852-3618-B033-B8E9-92449B3914D7}"/>
                </a:ext>
              </a:extLst>
            </p:cNvPr>
            <p:cNvSpPr txBox="1"/>
            <p:nvPr/>
          </p:nvSpPr>
          <p:spPr>
            <a:xfrm>
              <a:off x="3019108" y="6217920"/>
              <a:ext cx="2286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latin typeface="+mn-ea"/>
                </a:rPr>
                <a:t>관리자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전용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메뉴</a:t>
              </a:r>
              <a:endParaRPr sz="1000" dirty="0">
                <a:latin typeface="+mn-ea"/>
              </a:endParaRPr>
            </a:p>
          </p:txBody>
        </p:sp>
      </p:grpSp>
      <p:sp>
        <p:nvSpPr>
          <p:cNvPr id="284" name="Rectangle 28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7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130494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AS-IS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현황 ①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-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메뉴 중복 운영</a:t>
                  </a:r>
                  <a:endParaRPr lang="ko-KR" altLang="en-US" sz="13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30292" cy="317420"/>
            <a:chOff x="382491" y="4286685"/>
            <a:chExt cx="11630292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5741673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공지사항 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3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 운영 현황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268220" y="1500514"/>
            <a:ext cx="5777056" cy="1220376"/>
            <a:chOff x="268220" y="1500514"/>
            <a:chExt cx="5777056" cy="1220376"/>
          </a:xfrm>
        </p:grpSpPr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BC501E1C-F564-DBB7-AC76-8D2DC55C30BC}"/>
                </a:ext>
              </a:extLst>
            </p:cNvPr>
            <p:cNvGrpSpPr/>
            <p:nvPr/>
          </p:nvGrpSpPr>
          <p:grpSpPr>
            <a:xfrm>
              <a:off x="268220" y="1500514"/>
              <a:ext cx="5777056" cy="337008"/>
              <a:chOff x="255524" y="1288727"/>
              <a:chExt cx="4570856" cy="241239"/>
            </a:xfrm>
          </p:grpSpPr>
          <p:sp>
            <p:nvSpPr>
              <p:cNvPr id="133" name="Rectangle 15">
                <a:extLst>
                  <a:ext uri="{FF2B5EF4-FFF2-40B4-BE49-F238E27FC236}">
                    <a16:creationId xmlns:a16="http://schemas.microsoft.com/office/drawing/2014/main" id="{5B00FCB3-6AA9-EE62-758D-19D2B129D774}"/>
                  </a:ext>
                </a:extLst>
              </p:cNvPr>
              <p:cNvSpPr/>
              <p:nvPr/>
            </p:nvSpPr>
            <p:spPr>
              <a:xfrm>
                <a:off x="255524" y="1288727"/>
                <a:ext cx="1396650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741A21A-0EBB-7322-5A4D-9E6D698E23F6}"/>
                  </a:ext>
                </a:extLst>
              </p:cNvPr>
              <p:cNvSpPr txBox="1"/>
              <p:nvPr/>
            </p:nvSpPr>
            <p:spPr>
              <a:xfrm>
                <a:off x="293614" y="1320468"/>
                <a:ext cx="1320470" cy="1817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050" b="1" dirty="0" err="1">
                    <a:solidFill>
                      <a:srgbClr val="FFFFFF"/>
                    </a:solidFill>
                    <a:latin typeface="+mn-ea"/>
                  </a:rPr>
                  <a:t>메뉴</a:t>
                </a:r>
                <a:r>
                  <a:rPr sz="105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50" b="1" dirty="0" err="1">
                    <a:solidFill>
                      <a:srgbClr val="FFFFFF"/>
                    </a:solidFill>
                    <a:latin typeface="+mn-ea"/>
                  </a:rPr>
                  <a:t>위치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35" name="Rectangle 17">
                <a:extLst>
                  <a:ext uri="{FF2B5EF4-FFF2-40B4-BE49-F238E27FC236}">
                    <a16:creationId xmlns:a16="http://schemas.microsoft.com/office/drawing/2014/main" id="{C1F0DAFA-7B61-D53F-AE2B-2678609C8719}"/>
                  </a:ext>
                </a:extLst>
              </p:cNvPr>
              <p:cNvSpPr/>
              <p:nvPr/>
            </p:nvSpPr>
            <p:spPr>
              <a:xfrm>
                <a:off x="1652174" y="1288727"/>
                <a:ext cx="1015746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C525E5B-6DA3-7570-D812-8F22B44E6CB4}"/>
                  </a:ext>
                </a:extLst>
              </p:cNvPr>
              <p:cNvSpPr txBox="1"/>
              <p:nvPr/>
            </p:nvSpPr>
            <p:spPr>
              <a:xfrm>
                <a:off x="1690264" y="1320468"/>
                <a:ext cx="939566" cy="18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명칭</a:t>
                </a:r>
              </a:p>
            </p:txBody>
          </p:sp>
          <p:sp>
            <p:nvSpPr>
              <p:cNvPr id="137" name="Rectangle 19">
                <a:extLst>
                  <a:ext uri="{FF2B5EF4-FFF2-40B4-BE49-F238E27FC236}">
                    <a16:creationId xmlns:a16="http://schemas.microsoft.com/office/drawing/2014/main" id="{6B21A873-C3BF-B20D-42F8-A4B0D296E7D4}"/>
                  </a:ext>
                </a:extLst>
              </p:cNvPr>
              <p:cNvSpPr/>
              <p:nvPr/>
            </p:nvSpPr>
            <p:spPr>
              <a:xfrm>
                <a:off x="2667920" y="1288727"/>
                <a:ext cx="1206198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D0CE5A4-9083-4581-A9A1-EF8C0B0C7916}"/>
                  </a:ext>
                </a:extLst>
              </p:cNvPr>
              <p:cNvSpPr txBox="1"/>
              <p:nvPr/>
            </p:nvSpPr>
            <p:spPr>
              <a:xfrm>
                <a:off x="2706010" y="1320468"/>
                <a:ext cx="1130018" cy="18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역할</a:t>
                </a:r>
              </a:p>
            </p:txBody>
          </p:sp>
          <p:sp>
            <p:nvSpPr>
              <p:cNvPr id="139" name="Rectangle 21">
                <a:extLst>
                  <a:ext uri="{FF2B5EF4-FFF2-40B4-BE49-F238E27FC236}">
                    <a16:creationId xmlns:a16="http://schemas.microsoft.com/office/drawing/2014/main" id="{11C8482A-2E30-CED0-7566-9275D9BCAD0D}"/>
                  </a:ext>
                </a:extLst>
              </p:cNvPr>
              <p:cNvSpPr/>
              <p:nvPr/>
            </p:nvSpPr>
            <p:spPr>
              <a:xfrm>
                <a:off x="3874119" y="1288727"/>
                <a:ext cx="952261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E6C26C9-6EB2-91D7-2076-F5A1F02C0B59}"/>
                  </a:ext>
                </a:extLst>
              </p:cNvPr>
              <p:cNvSpPr txBox="1"/>
              <p:nvPr/>
            </p:nvSpPr>
            <p:spPr>
              <a:xfrm>
                <a:off x="3912209" y="1320468"/>
                <a:ext cx="876081" cy="18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문제</a:t>
                </a:r>
              </a:p>
            </p:txBody>
          </p: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E332120-8539-AF3E-F005-2E563A84B303}"/>
                </a:ext>
              </a:extLst>
            </p:cNvPr>
            <p:cNvGrpSpPr/>
            <p:nvPr/>
          </p:nvGrpSpPr>
          <p:grpSpPr>
            <a:xfrm>
              <a:off x="268220" y="1911663"/>
              <a:ext cx="5777056" cy="809227"/>
              <a:chOff x="255524" y="1529966"/>
              <a:chExt cx="4570856" cy="740093"/>
            </a:xfrm>
          </p:grpSpPr>
          <p:sp>
            <p:nvSpPr>
              <p:cNvPr id="109" name="Rectangle 23">
                <a:extLst>
                  <a:ext uri="{FF2B5EF4-FFF2-40B4-BE49-F238E27FC236}">
                    <a16:creationId xmlns:a16="http://schemas.microsoft.com/office/drawing/2014/main" id="{E788D4E4-13E1-8B02-EA61-7335F783D38D}"/>
                  </a:ext>
                </a:extLst>
              </p:cNvPr>
              <p:cNvSpPr/>
              <p:nvPr/>
            </p:nvSpPr>
            <p:spPr>
              <a:xfrm>
                <a:off x="255524" y="1529966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854CFD7-EA13-EA82-2EF3-9CC40BF2DC47}"/>
                  </a:ext>
                </a:extLst>
              </p:cNvPr>
              <p:cNvSpPr txBox="1"/>
              <p:nvPr/>
            </p:nvSpPr>
            <p:spPr>
              <a:xfrm>
                <a:off x="293614" y="1555358"/>
                <a:ext cx="1320470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대변인방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1" name="Rectangle 25">
                <a:extLst>
                  <a:ext uri="{FF2B5EF4-FFF2-40B4-BE49-F238E27FC236}">
                    <a16:creationId xmlns:a16="http://schemas.microsoft.com/office/drawing/2014/main" id="{0D813E6D-3DCC-954C-1101-0B38ACEEF436}"/>
                  </a:ext>
                </a:extLst>
              </p:cNvPr>
              <p:cNvSpPr/>
              <p:nvPr/>
            </p:nvSpPr>
            <p:spPr>
              <a:xfrm>
                <a:off x="1652174" y="1529966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710675B-0783-3611-99D3-A721C23C7AD8}"/>
                  </a:ext>
                </a:extLst>
              </p:cNvPr>
              <p:cNvSpPr txBox="1"/>
              <p:nvPr/>
            </p:nvSpPr>
            <p:spPr>
              <a:xfrm>
                <a:off x="1690264" y="1555358"/>
                <a:ext cx="939566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공지사항</a:t>
                </a:r>
              </a:p>
            </p:txBody>
          </p:sp>
          <p:sp>
            <p:nvSpPr>
              <p:cNvPr id="113" name="Rectangle 27">
                <a:extLst>
                  <a:ext uri="{FF2B5EF4-FFF2-40B4-BE49-F238E27FC236}">
                    <a16:creationId xmlns:a16="http://schemas.microsoft.com/office/drawing/2014/main" id="{DBC400E6-0F3D-B5E6-63D2-165070CF6113}"/>
                  </a:ext>
                </a:extLst>
              </p:cNvPr>
              <p:cNvSpPr/>
              <p:nvPr/>
            </p:nvSpPr>
            <p:spPr>
              <a:xfrm>
                <a:off x="2667920" y="1529966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8B91511-B897-866A-C7C4-32CB9F2434B1}"/>
                  </a:ext>
                </a:extLst>
              </p:cNvPr>
              <p:cNvSpPr txBox="1"/>
              <p:nvPr/>
            </p:nvSpPr>
            <p:spPr>
              <a:xfrm>
                <a:off x="2706010" y="1555358"/>
                <a:ext cx="1130018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공지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등록·조회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5" name="Rectangle 29">
                <a:extLst>
                  <a:ext uri="{FF2B5EF4-FFF2-40B4-BE49-F238E27FC236}">
                    <a16:creationId xmlns:a16="http://schemas.microsoft.com/office/drawing/2014/main" id="{E94145E4-2A16-8FCD-EE12-8FC69CE09677}"/>
                  </a:ext>
                </a:extLst>
              </p:cNvPr>
              <p:cNvSpPr/>
              <p:nvPr/>
            </p:nvSpPr>
            <p:spPr>
              <a:xfrm>
                <a:off x="3874119" y="1529966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F63523C-FDC6-9624-9D4F-8CA76FEC1ADE}"/>
                  </a:ext>
                </a:extLst>
              </p:cNvPr>
              <p:cNvSpPr txBox="1"/>
              <p:nvPr/>
            </p:nvSpPr>
            <p:spPr>
              <a:xfrm>
                <a:off x="3912209" y="1555358"/>
                <a:ext cx="876081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동일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기능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7" name="Rectangle 31">
                <a:extLst>
                  <a:ext uri="{FF2B5EF4-FFF2-40B4-BE49-F238E27FC236}">
                    <a16:creationId xmlns:a16="http://schemas.microsoft.com/office/drawing/2014/main" id="{5FD00F6B-D7EF-D564-015F-72B1BEBD1CE2}"/>
                  </a:ext>
                </a:extLst>
              </p:cNvPr>
              <p:cNvSpPr/>
              <p:nvPr/>
            </p:nvSpPr>
            <p:spPr>
              <a:xfrm>
                <a:off x="255524" y="1771205"/>
                <a:ext cx="1396650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A1B24BB-D9E6-BDF6-0163-ABA193D2678C}"/>
                  </a:ext>
                </a:extLst>
              </p:cNvPr>
              <p:cNvSpPr txBox="1"/>
              <p:nvPr/>
            </p:nvSpPr>
            <p:spPr>
              <a:xfrm>
                <a:off x="293614" y="1796597"/>
                <a:ext cx="1320470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온라인방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9" name="Rectangle 33">
                <a:extLst>
                  <a:ext uri="{FF2B5EF4-FFF2-40B4-BE49-F238E27FC236}">
                    <a16:creationId xmlns:a16="http://schemas.microsoft.com/office/drawing/2014/main" id="{FC4671ED-FB18-AE6F-5555-446BF294FAA8}"/>
                  </a:ext>
                </a:extLst>
              </p:cNvPr>
              <p:cNvSpPr/>
              <p:nvPr/>
            </p:nvSpPr>
            <p:spPr>
              <a:xfrm>
                <a:off x="1652174" y="1771205"/>
                <a:ext cx="1015746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3E1D500-E3C9-20D2-12E6-FDBAF4A0516C}"/>
                  </a:ext>
                </a:extLst>
              </p:cNvPr>
              <p:cNvSpPr txBox="1"/>
              <p:nvPr/>
            </p:nvSpPr>
            <p:spPr>
              <a:xfrm>
                <a:off x="1690264" y="1796597"/>
                <a:ext cx="939566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온대알림</a:t>
                </a:r>
              </a:p>
            </p:txBody>
          </p:sp>
          <p:sp>
            <p:nvSpPr>
              <p:cNvPr id="121" name="Rectangle 35">
                <a:extLst>
                  <a:ext uri="{FF2B5EF4-FFF2-40B4-BE49-F238E27FC236}">
                    <a16:creationId xmlns:a16="http://schemas.microsoft.com/office/drawing/2014/main" id="{4CAE10E3-6FE8-12E3-FF39-FF5258670B58}"/>
                  </a:ext>
                </a:extLst>
              </p:cNvPr>
              <p:cNvSpPr/>
              <p:nvPr/>
            </p:nvSpPr>
            <p:spPr>
              <a:xfrm>
                <a:off x="2667920" y="1771205"/>
                <a:ext cx="1206198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845B1D7-0872-A780-D800-061C7F5E80DA}"/>
                  </a:ext>
                </a:extLst>
              </p:cNvPr>
              <p:cNvSpPr txBox="1"/>
              <p:nvPr/>
            </p:nvSpPr>
            <p:spPr>
              <a:xfrm>
                <a:off x="2706010" y="1796597"/>
                <a:ext cx="1130018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공지 등록·조회</a:t>
                </a:r>
              </a:p>
            </p:txBody>
          </p:sp>
          <p:sp>
            <p:nvSpPr>
              <p:cNvPr id="123" name="Rectangle 37">
                <a:extLst>
                  <a:ext uri="{FF2B5EF4-FFF2-40B4-BE49-F238E27FC236}">
                    <a16:creationId xmlns:a16="http://schemas.microsoft.com/office/drawing/2014/main" id="{DFFD4D17-1A01-C3BE-01C5-FF7772F7336F}"/>
                  </a:ext>
                </a:extLst>
              </p:cNvPr>
              <p:cNvSpPr/>
              <p:nvPr/>
            </p:nvSpPr>
            <p:spPr>
              <a:xfrm>
                <a:off x="3874119" y="1771205"/>
                <a:ext cx="952261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52C2DC3-F88D-D640-24AA-C7E6E6168546}"/>
                  </a:ext>
                </a:extLst>
              </p:cNvPr>
              <p:cNvSpPr txBox="1"/>
              <p:nvPr/>
            </p:nvSpPr>
            <p:spPr>
              <a:xfrm>
                <a:off x="3912209" y="1796597"/>
                <a:ext cx="876081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명칭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불일치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25" name="Rectangle 39">
                <a:extLst>
                  <a:ext uri="{FF2B5EF4-FFF2-40B4-BE49-F238E27FC236}">
                    <a16:creationId xmlns:a16="http://schemas.microsoft.com/office/drawing/2014/main" id="{7EA138AE-D1EE-8AB1-DBFE-C3F0C71C9764}"/>
                  </a:ext>
                </a:extLst>
              </p:cNvPr>
              <p:cNvSpPr/>
              <p:nvPr/>
            </p:nvSpPr>
            <p:spPr>
              <a:xfrm>
                <a:off x="255524" y="2012444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3A73FE1-6026-A3CD-CDBA-5709E7CCF00A}"/>
                  </a:ext>
                </a:extLst>
              </p:cNvPr>
              <p:cNvSpPr txBox="1"/>
              <p:nvPr/>
            </p:nvSpPr>
            <p:spPr>
              <a:xfrm>
                <a:off x="293614" y="2037836"/>
                <a:ext cx="1320470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외신대변인방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27" name="Rectangle 41">
                <a:extLst>
                  <a:ext uri="{FF2B5EF4-FFF2-40B4-BE49-F238E27FC236}">
                    <a16:creationId xmlns:a16="http://schemas.microsoft.com/office/drawing/2014/main" id="{324B0516-863D-149B-7CCA-CCE65F69ADBF}"/>
                  </a:ext>
                </a:extLst>
              </p:cNvPr>
              <p:cNvSpPr/>
              <p:nvPr/>
            </p:nvSpPr>
            <p:spPr>
              <a:xfrm>
                <a:off x="1652174" y="2012444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1597723-9CA3-9377-C107-B79D1BDCB21D}"/>
                  </a:ext>
                </a:extLst>
              </p:cNvPr>
              <p:cNvSpPr txBox="1"/>
              <p:nvPr/>
            </p:nvSpPr>
            <p:spPr>
              <a:xfrm>
                <a:off x="1690264" y="2037836"/>
                <a:ext cx="939566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공지사항</a:t>
                </a:r>
              </a:p>
            </p:txBody>
          </p:sp>
          <p:sp>
            <p:nvSpPr>
              <p:cNvPr id="129" name="Rectangle 43">
                <a:extLst>
                  <a:ext uri="{FF2B5EF4-FFF2-40B4-BE49-F238E27FC236}">
                    <a16:creationId xmlns:a16="http://schemas.microsoft.com/office/drawing/2014/main" id="{79E36F59-D724-60EC-BB14-F363A4C10CBE}"/>
                  </a:ext>
                </a:extLst>
              </p:cNvPr>
              <p:cNvSpPr/>
              <p:nvPr/>
            </p:nvSpPr>
            <p:spPr>
              <a:xfrm>
                <a:off x="2667920" y="2012444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462AD5A-B7BA-2CCC-D878-EFC9DB97002A}"/>
                  </a:ext>
                </a:extLst>
              </p:cNvPr>
              <p:cNvSpPr txBox="1"/>
              <p:nvPr/>
            </p:nvSpPr>
            <p:spPr>
              <a:xfrm>
                <a:off x="2706010" y="2037836"/>
                <a:ext cx="1130018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공지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등록·조회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31" name="Rectangle 45">
                <a:extLst>
                  <a:ext uri="{FF2B5EF4-FFF2-40B4-BE49-F238E27FC236}">
                    <a16:creationId xmlns:a16="http://schemas.microsoft.com/office/drawing/2014/main" id="{146CCF13-17CC-B26B-EEEC-31A0BA73C94F}"/>
                  </a:ext>
                </a:extLst>
              </p:cNvPr>
              <p:cNvSpPr/>
              <p:nvPr/>
            </p:nvSpPr>
            <p:spPr>
              <a:xfrm>
                <a:off x="3874119" y="2012444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B682ED8-4DB8-851F-F4BB-D9AD16767D8F}"/>
                  </a:ext>
                </a:extLst>
              </p:cNvPr>
              <p:cNvSpPr txBox="1"/>
              <p:nvPr/>
            </p:nvSpPr>
            <p:spPr>
              <a:xfrm>
                <a:off x="3912209" y="2037836"/>
                <a:ext cx="876081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동일 기능</a:t>
                </a:r>
              </a:p>
            </p:txBody>
          </p:sp>
        </p:grpSp>
      </p:grpSp>
      <p:grpSp>
        <p:nvGrpSpPr>
          <p:cNvPr id="141" name="그룹 140"/>
          <p:cNvGrpSpPr/>
          <p:nvPr/>
        </p:nvGrpSpPr>
        <p:grpSpPr>
          <a:xfrm>
            <a:off x="306310" y="4403755"/>
            <a:ext cx="5777056" cy="1234837"/>
            <a:chOff x="306310" y="4403755"/>
            <a:chExt cx="5777056" cy="1234837"/>
          </a:xfrm>
        </p:grpSpPr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1940EBE0-51B2-9D2D-E13F-57223A19FBA4}"/>
                </a:ext>
              </a:extLst>
            </p:cNvPr>
            <p:cNvGrpSpPr/>
            <p:nvPr/>
          </p:nvGrpSpPr>
          <p:grpSpPr>
            <a:xfrm>
              <a:off x="306310" y="4403755"/>
              <a:ext cx="5777056" cy="337008"/>
              <a:chOff x="255524" y="1288727"/>
              <a:chExt cx="4570856" cy="241239"/>
            </a:xfrm>
          </p:grpSpPr>
          <p:sp>
            <p:nvSpPr>
              <p:cNvPr id="168" name="Rectangle 15">
                <a:extLst>
                  <a:ext uri="{FF2B5EF4-FFF2-40B4-BE49-F238E27FC236}">
                    <a16:creationId xmlns:a16="http://schemas.microsoft.com/office/drawing/2014/main" id="{59138704-734C-BF6E-5B4E-9AE9BE005538}"/>
                  </a:ext>
                </a:extLst>
              </p:cNvPr>
              <p:cNvSpPr/>
              <p:nvPr/>
            </p:nvSpPr>
            <p:spPr>
              <a:xfrm>
                <a:off x="255524" y="1288727"/>
                <a:ext cx="1396650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48DB4C2-4661-9EB1-FEAD-7D52A925E4D7}"/>
                  </a:ext>
                </a:extLst>
              </p:cNvPr>
              <p:cNvSpPr txBox="1"/>
              <p:nvPr/>
            </p:nvSpPr>
            <p:spPr>
              <a:xfrm>
                <a:off x="293614" y="1320468"/>
                <a:ext cx="1320470" cy="1872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메뉴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위치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0" name="Rectangle 17">
                <a:extLst>
                  <a:ext uri="{FF2B5EF4-FFF2-40B4-BE49-F238E27FC236}">
                    <a16:creationId xmlns:a16="http://schemas.microsoft.com/office/drawing/2014/main" id="{18C25B8D-6442-2279-6C0F-BD4357DC92E9}"/>
                  </a:ext>
                </a:extLst>
              </p:cNvPr>
              <p:cNvSpPr/>
              <p:nvPr/>
            </p:nvSpPr>
            <p:spPr>
              <a:xfrm>
                <a:off x="1652174" y="1288727"/>
                <a:ext cx="1015746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1D15E7AC-122D-3000-1F5C-A1CEE79E8BC8}"/>
                  </a:ext>
                </a:extLst>
              </p:cNvPr>
              <p:cNvSpPr txBox="1"/>
              <p:nvPr/>
            </p:nvSpPr>
            <p:spPr>
              <a:xfrm>
                <a:off x="1690264" y="1320468"/>
                <a:ext cx="939566" cy="187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명칭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2" name="Rectangle 19">
                <a:extLst>
                  <a:ext uri="{FF2B5EF4-FFF2-40B4-BE49-F238E27FC236}">
                    <a16:creationId xmlns:a16="http://schemas.microsoft.com/office/drawing/2014/main" id="{5DDC4F5C-B859-A56D-4D8E-4681DCF15088}"/>
                  </a:ext>
                </a:extLst>
              </p:cNvPr>
              <p:cNvSpPr/>
              <p:nvPr/>
            </p:nvSpPr>
            <p:spPr>
              <a:xfrm>
                <a:off x="2667920" y="1288727"/>
                <a:ext cx="1206198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593E1950-4C58-4FB4-641D-5725CB4A0047}"/>
                  </a:ext>
                </a:extLst>
              </p:cNvPr>
              <p:cNvSpPr txBox="1"/>
              <p:nvPr/>
            </p:nvSpPr>
            <p:spPr>
              <a:xfrm>
                <a:off x="2706010" y="1320468"/>
                <a:ext cx="1130018" cy="187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역할</a:t>
                </a:r>
              </a:p>
            </p:txBody>
          </p:sp>
          <p:sp>
            <p:nvSpPr>
              <p:cNvPr id="174" name="Rectangle 21">
                <a:extLst>
                  <a:ext uri="{FF2B5EF4-FFF2-40B4-BE49-F238E27FC236}">
                    <a16:creationId xmlns:a16="http://schemas.microsoft.com/office/drawing/2014/main" id="{E869824E-882B-4FC2-E8A7-9856F63D877D}"/>
                  </a:ext>
                </a:extLst>
              </p:cNvPr>
              <p:cNvSpPr/>
              <p:nvPr/>
            </p:nvSpPr>
            <p:spPr>
              <a:xfrm>
                <a:off x="3874119" y="1288727"/>
                <a:ext cx="952261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88F8D07-6277-E5B5-6232-8F63088DF82B}"/>
                  </a:ext>
                </a:extLst>
              </p:cNvPr>
              <p:cNvSpPr txBox="1"/>
              <p:nvPr/>
            </p:nvSpPr>
            <p:spPr>
              <a:xfrm>
                <a:off x="3912209" y="1320468"/>
                <a:ext cx="876081" cy="187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문제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7857699A-2CC3-8FF7-B4AB-B1CD89A604F5}"/>
                </a:ext>
              </a:extLst>
            </p:cNvPr>
            <p:cNvGrpSpPr/>
            <p:nvPr/>
          </p:nvGrpSpPr>
          <p:grpSpPr>
            <a:xfrm>
              <a:off x="306310" y="4814908"/>
              <a:ext cx="5777056" cy="823684"/>
              <a:chOff x="255524" y="1529966"/>
              <a:chExt cx="4570856" cy="753313"/>
            </a:xfrm>
          </p:grpSpPr>
          <p:sp>
            <p:nvSpPr>
              <p:cNvPr id="147" name="Rectangle 23">
                <a:extLst>
                  <a:ext uri="{FF2B5EF4-FFF2-40B4-BE49-F238E27FC236}">
                    <a16:creationId xmlns:a16="http://schemas.microsoft.com/office/drawing/2014/main" id="{600B77B3-FA07-50A2-5FE0-E3101D8BC1EB}"/>
                  </a:ext>
                </a:extLst>
              </p:cNvPr>
              <p:cNvSpPr/>
              <p:nvPr/>
            </p:nvSpPr>
            <p:spPr>
              <a:xfrm>
                <a:off x="255524" y="1529966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AB5F76C-4A5E-9E18-8726-3E15BB7900BD}"/>
                  </a:ext>
                </a:extLst>
              </p:cNvPr>
              <p:cNvSpPr txBox="1"/>
              <p:nvPr/>
            </p:nvSpPr>
            <p:spPr>
              <a:xfrm>
                <a:off x="293614" y="1555358"/>
                <a:ext cx="1320470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dirty="0" err="1">
                    <a:solidFill>
                      <a:srgbClr val="222222"/>
                    </a:solidFill>
                    <a:latin typeface="+mn-ea"/>
                  </a:rPr>
                  <a:t>대변인방</a:t>
                </a:r>
                <a:endParaRPr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49" name="Rectangle 25">
                <a:extLst>
                  <a:ext uri="{FF2B5EF4-FFF2-40B4-BE49-F238E27FC236}">
                    <a16:creationId xmlns:a16="http://schemas.microsoft.com/office/drawing/2014/main" id="{5729522F-2E97-FFDA-6329-4886AC001ACF}"/>
                  </a:ext>
                </a:extLst>
              </p:cNvPr>
              <p:cNvSpPr/>
              <p:nvPr/>
            </p:nvSpPr>
            <p:spPr>
              <a:xfrm>
                <a:off x="1652174" y="1529966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EC90167-384B-794C-515B-8DBC1CBF1225}"/>
                  </a:ext>
                </a:extLst>
              </p:cNvPr>
              <p:cNvSpPr txBox="1"/>
              <p:nvPr/>
            </p:nvSpPr>
            <p:spPr>
              <a:xfrm>
                <a:off x="1690264" y="1555358"/>
                <a:ext cx="939566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자료요청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51" name="Rectangle 27">
                <a:extLst>
                  <a:ext uri="{FF2B5EF4-FFF2-40B4-BE49-F238E27FC236}">
                    <a16:creationId xmlns:a16="http://schemas.microsoft.com/office/drawing/2014/main" id="{8DB8844F-B224-7F41-0FD1-8AF2AA74401D}"/>
                  </a:ext>
                </a:extLst>
              </p:cNvPr>
              <p:cNvSpPr/>
              <p:nvPr/>
            </p:nvSpPr>
            <p:spPr>
              <a:xfrm>
                <a:off x="2667920" y="1529966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2" name="Rectangle 29">
                <a:extLst>
                  <a:ext uri="{FF2B5EF4-FFF2-40B4-BE49-F238E27FC236}">
                    <a16:creationId xmlns:a16="http://schemas.microsoft.com/office/drawing/2014/main" id="{1913CA0F-2CAD-2DFA-40CE-FEAEA75B1778}"/>
                  </a:ext>
                </a:extLst>
              </p:cNvPr>
              <p:cNvSpPr/>
              <p:nvPr/>
            </p:nvSpPr>
            <p:spPr>
              <a:xfrm>
                <a:off x="3874119" y="1529966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F943AB-7541-EE9B-C89A-CDCBF226D23D}"/>
                  </a:ext>
                </a:extLst>
              </p:cNvPr>
              <p:cNvSpPr txBox="1"/>
              <p:nvPr/>
            </p:nvSpPr>
            <p:spPr>
              <a:xfrm>
                <a:off x="3912209" y="1555358"/>
                <a:ext cx="876081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로직 중복</a:t>
                </a:r>
                <a:endParaRPr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54" name="Rectangle 31">
                <a:extLst>
                  <a:ext uri="{FF2B5EF4-FFF2-40B4-BE49-F238E27FC236}">
                    <a16:creationId xmlns:a16="http://schemas.microsoft.com/office/drawing/2014/main" id="{F5FFBE3B-7D47-7DE6-8F8F-1609FDEF831B}"/>
                  </a:ext>
                </a:extLst>
              </p:cNvPr>
              <p:cNvSpPr/>
              <p:nvPr/>
            </p:nvSpPr>
            <p:spPr>
              <a:xfrm>
                <a:off x="255524" y="1771205"/>
                <a:ext cx="1396650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398F74C-BDDC-98E6-0FE1-1F30C76AC441}"/>
                  </a:ext>
                </a:extLst>
              </p:cNvPr>
              <p:cNvSpPr txBox="1"/>
              <p:nvPr/>
            </p:nvSpPr>
            <p:spPr>
              <a:xfrm>
                <a:off x="293614" y="1796597"/>
                <a:ext cx="1320470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>
                    <a:solidFill>
                      <a:srgbClr val="222222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824E3832-0CCD-9EC9-0DD2-DE31B804AD55}"/>
                  </a:ext>
                </a:extLst>
              </p:cNvPr>
              <p:cNvSpPr/>
              <p:nvPr/>
            </p:nvSpPr>
            <p:spPr>
              <a:xfrm>
                <a:off x="1652174" y="1771205"/>
                <a:ext cx="1015746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7" name="Rectangle 35">
                <a:extLst>
                  <a:ext uri="{FF2B5EF4-FFF2-40B4-BE49-F238E27FC236}">
                    <a16:creationId xmlns:a16="http://schemas.microsoft.com/office/drawing/2014/main" id="{7A671265-8F5F-3F71-FC17-AA42587F045C}"/>
                  </a:ext>
                </a:extLst>
              </p:cNvPr>
              <p:cNvSpPr/>
              <p:nvPr/>
            </p:nvSpPr>
            <p:spPr>
              <a:xfrm>
                <a:off x="2667920" y="1771205"/>
                <a:ext cx="1206198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8" name="Rectangle 37">
                <a:extLst>
                  <a:ext uri="{FF2B5EF4-FFF2-40B4-BE49-F238E27FC236}">
                    <a16:creationId xmlns:a16="http://schemas.microsoft.com/office/drawing/2014/main" id="{090CFC94-562B-3DDF-8F2E-55513489E86B}"/>
                  </a:ext>
                </a:extLst>
              </p:cNvPr>
              <p:cNvSpPr/>
              <p:nvPr/>
            </p:nvSpPr>
            <p:spPr>
              <a:xfrm>
                <a:off x="3874119" y="1771205"/>
                <a:ext cx="952261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CF3CFEC-CA13-02E1-DF90-A791AA80D6EF}"/>
                  </a:ext>
                </a:extLst>
              </p:cNvPr>
              <p:cNvSpPr txBox="1"/>
              <p:nvPr/>
            </p:nvSpPr>
            <p:spPr>
              <a:xfrm>
                <a:off x="3912209" y="1796597"/>
                <a:ext cx="876081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로직 중복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60" name="Rectangle 39">
                <a:extLst>
                  <a:ext uri="{FF2B5EF4-FFF2-40B4-BE49-F238E27FC236}">
                    <a16:creationId xmlns:a16="http://schemas.microsoft.com/office/drawing/2014/main" id="{796542B6-1305-804B-3A00-78038281A05B}"/>
                  </a:ext>
                </a:extLst>
              </p:cNvPr>
              <p:cNvSpPr/>
              <p:nvPr/>
            </p:nvSpPr>
            <p:spPr>
              <a:xfrm>
                <a:off x="255524" y="2012444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8707079-6297-B016-DCAF-779CF89BAFA3}"/>
                  </a:ext>
                </a:extLst>
              </p:cNvPr>
              <p:cNvSpPr txBox="1"/>
              <p:nvPr/>
            </p:nvSpPr>
            <p:spPr>
              <a:xfrm>
                <a:off x="293614" y="2037836"/>
                <a:ext cx="1320470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>
                    <a:solidFill>
                      <a:srgbClr val="222222"/>
                    </a:solidFill>
                    <a:latin typeface="+mn-ea"/>
                  </a:rPr>
                  <a:t>외신대변인방</a:t>
                </a:r>
              </a:p>
            </p:txBody>
          </p:sp>
          <p:sp>
            <p:nvSpPr>
              <p:cNvPr id="162" name="Rectangle 41">
                <a:extLst>
                  <a:ext uri="{FF2B5EF4-FFF2-40B4-BE49-F238E27FC236}">
                    <a16:creationId xmlns:a16="http://schemas.microsoft.com/office/drawing/2014/main" id="{0D0A5D89-F815-15F2-FB73-590B2B455E13}"/>
                  </a:ext>
                </a:extLst>
              </p:cNvPr>
              <p:cNvSpPr/>
              <p:nvPr/>
            </p:nvSpPr>
            <p:spPr>
              <a:xfrm>
                <a:off x="1652174" y="2012444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3" name="Rectangle 43">
                <a:extLst>
                  <a:ext uri="{FF2B5EF4-FFF2-40B4-BE49-F238E27FC236}">
                    <a16:creationId xmlns:a16="http://schemas.microsoft.com/office/drawing/2014/main" id="{6A246B4B-DDCD-0AE6-1274-2EF2135CB2F1}"/>
                  </a:ext>
                </a:extLst>
              </p:cNvPr>
              <p:cNvSpPr/>
              <p:nvPr/>
            </p:nvSpPr>
            <p:spPr>
              <a:xfrm>
                <a:off x="2667920" y="2012444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4" name="Rectangle 45">
                <a:extLst>
                  <a:ext uri="{FF2B5EF4-FFF2-40B4-BE49-F238E27FC236}">
                    <a16:creationId xmlns:a16="http://schemas.microsoft.com/office/drawing/2014/main" id="{D3AD39F7-003B-B30C-1EC4-8B8DF354AA6E}"/>
                  </a:ext>
                </a:extLst>
              </p:cNvPr>
              <p:cNvSpPr/>
              <p:nvPr/>
            </p:nvSpPr>
            <p:spPr>
              <a:xfrm>
                <a:off x="3874119" y="2012444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23DB748-C898-A733-7BE6-78CDDC36F2E4}"/>
                  </a:ext>
                </a:extLst>
              </p:cNvPr>
              <p:cNvSpPr txBox="1"/>
              <p:nvPr/>
            </p:nvSpPr>
            <p:spPr>
              <a:xfrm>
                <a:off x="3912209" y="2037836"/>
                <a:ext cx="876081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로직 중복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DD69CC81-3980-2F77-BED1-6EAEA53F4DA0}"/>
                  </a:ext>
                </a:extLst>
              </p:cNvPr>
              <p:cNvSpPr txBox="1"/>
              <p:nvPr/>
            </p:nvSpPr>
            <p:spPr>
              <a:xfrm>
                <a:off x="1698217" y="1803436"/>
                <a:ext cx="939566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자료요청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05F0FAE-4A77-01FD-62C0-2418F2388FC5}"/>
                  </a:ext>
                </a:extLst>
              </p:cNvPr>
              <p:cNvSpPr txBox="1"/>
              <p:nvPr/>
            </p:nvSpPr>
            <p:spPr>
              <a:xfrm>
                <a:off x="1702791" y="2044019"/>
                <a:ext cx="939566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자료요청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6E949B9-C92A-E53D-4477-B15AC944F11D}"/>
                </a:ext>
              </a:extLst>
            </p:cNvPr>
            <p:cNvSpPr txBox="1"/>
            <p:nvPr/>
          </p:nvSpPr>
          <p:spPr>
            <a:xfrm>
              <a:off x="3410670" y="4832796"/>
              <a:ext cx="14282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11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22222"/>
                  </a:solidFill>
                  <a:latin typeface="+mn-ea"/>
                </a:rPr>
                <a:t>등록·조회</a:t>
              </a:r>
              <a:endParaRPr sz="11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91B6195-7E2C-FC09-B253-93E7EC8E7B2C}"/>
                </a:ext>
              </a:extLst>
            </p:cNvPr>
            <p:cNvSpPr txBox="1"/>
            <p:nvPr/>
          </p:nvSpPr>
          <p:spPr>
            <a:xfrm>
              <a:off x="3410670" y="5096580"/>
              <a:ext cx="14282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11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22222"/>
                  </a:solidFill>
                  <a:latin typeface="+mn-ea"/>
                </a:rPr>
                <a:t>등록·조회</a:t>
              </a:r>
              <a:endParaRPr sz="11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C38C934-61A1-862D-6FF7-43016C337DFA}"/>
                </a:ext>
              </a:extLst>
            </p:cNvPr>
            <p:cNvSpPr txBox="1"/>
            <p:nvPr/>
          </p:nvSpPr>
          <p:spPr>
            <a:xfrm>
              <a:off x="3410670" y="5373805"/>
              <a:ext cx="14282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11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22222"/>
                  </a:solidFill>
                  <a:latin typeface="+mn-ea"/>
                </a:rPr>
                <a:t>등록·조회</a:t>
              </a:r>
              <a:endParaRPr sz="110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93550" y="3914073"/>
            <a:ext cx="11630292" cy="317420"/>
            <a:chOff x="382491" y="4286685"/>
            <a:chExt cx="11630292" cy="317420"/>
          </a:xfrm>
        </p:grpSpPr>
        <p:sp>
          <p:nvSpPr>
            <p:cNvPr id="177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>
                <a:latin typeface="+mn-ea"/>
              </a:endParaRPr>
            </a:p>
          </p:txBody>
        </p:sp>
        <p:sp>
          <p:nvSpPr>
            <p:cNvPr id="178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5751725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자료요청 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3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 운영 현황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868226" y="2589826"/>
            <a:ext cx="4697762" cy="1324247"/>
            <a:chOff x="6868226" y="2339702"/>
            <a:chExt cx="4697762" cy="1324247"/>
          </a:xfrm>
        </p:grpSpPr>
        <p:grpSp>
          <p:nvGrpSpPr>
            <p:cNvPr id="14" name="그룹 13"/>
            <p:cNvGrpSpPr/>
            <p:nvPr/>
          </p:nvGrpSpPr>
          <p:grpSpPr>
            <a:xfrm>
              <a:off x="6868226" y="2851150"/>
              <a:ext cx="4697762" cy="812799"/>
              <a:chOff x="7238779" y="2826435"/>
              <a:chExt cx="4697762" cy="812799"/>
            </a:xfrm>
          </p:grpSpPr>
          <p:sp>
            <p:nvSpPr>
              <p:cNvPr id="97" name="Rectangle 21">
                <a:extLst>
                  <a:ext uri="{FF2B5EF4-FFF2-40B4-BE49-F238E27FC236}">
                    <a16:creationId xmlns:a16="http://schemas.microsoft.com/office/drawing/2014/main" id="{CD92AE59-B9A0-E275-495A-AD492B86C675}"/>
                  </a:ext>
                </a:extLst>
              </p:cNvPr>
              <p:cNvSpPr/>
              <p:nvPr/>
            </p:nvSpPr>
            <p:spPr>
              <a:xfrm>
                <a:off x="7238779" y="2826435"/>
                <a:ext cx="4697762" cy="81279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>
                  <a:latin typeface="+mn-ea"/>
                </a:endParaRPr>
              </a:p>
            </p:txBody>
          </p:sp>
          <p:grpSp>
            <p:nvGrpSpPr>
              <p:cNvPr id="180" name="그룹 179">
                <a:extLst>
                  <a:ext uri="{FF2B5EF4-FFF2-40B4-BE49-F238E27FC236}">
                    <a16:creationId xmlns:a16="http://schemas.microsoft.com/office/drawing/2014/main" id="{0657DACD-5AFA-3B82-5803-E0C72FE1F529}"/>
                  </a:ext>
                </a:extLst>
              </p:cNvPr>
              <p:cNvGrpSpPr/>
              <p:nvPr/>
            </p:nvGrpSpPr>
            <p:grpSpPr>
              <a:xfrm>
                <a:off x="7482423" y="2898524"/>
                <a:ext cx="4083566" cy="687193"/>
                <a:chOff x="1863263" y="2916479"/>
                <a:chExt cx="5675482" cy="687193"/>
              </a:xfrm>
            </p:grpSpPr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91ED987-B6F8-7B0D-7126-890110EC9D8B}"/>
                    </a:ext>
                  </a:extLst>
                </p:cNvPr>
                <p:cNvSpPr txBox="1"/>
                <p:nvPr/>
              </p:nvSpPr>
              <p:spPr>
                <a:xfrm>
                  <a:off x="1863264" y="2916479"/>
                  <a:ext cx="5675481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 ✕  3개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메뉴에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동일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CRUD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로직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3벌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유지</a:t>
                  </a:r>
                  <a:endParaRPr sz="1050" dirty="0">
                    <a:solidFill>
                      <a:srgbClr val="AA2222"/>
                    </a:solidFill>
                    <a:latin typeface="+mn-ea"/>
                  </a:endParaRP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1C72DC67-3097-C07D-35C4-4E44998FE965}"/>
                    </a:ext>
                  </a:extLst>
                </p:cNvPr>
                <p:cNvSpPr txBox="1"/>
                <p:nvPr/>
              </p:nvSpPr>
              <p:spPr>
                <a:xfrm>
                  <a:off x="1863264" y="3136104"/>
                  <a:ext cx="5675481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 ✕  "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공지사항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" vs "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온대알림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"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명칭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혼용</a:t>
                  </a:r>
                  <a:endParaRPr sz="1050" dirty="0">
                    <a:solidFill>
                      <a:srgbClr val="AA2222"/>
                    </a:solidFill>
                    <a:latin typeface="+mn-ea"/>
                  </a:endParaRP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92714AB4-A198-FA9B-2AC0-004C045824CC}"/>
                    </a:ext>
                  </a:extLst>
                </p:cNvPr>
                <p:cNvSpPr txBox="1"/>
                <p:nvPr/>
              </p:nvSpPr>
              <p:spPr>
                <a:xfrm>
                  <a:off x="1863263" y="3349756"/>
                  <a:ext cx="5675481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 ✕  </a:t>
                  </a:r>
                  <a:r>
                    <a:rPr lang="ko-KR" altLang="en-US" sz="1050" dirty="0" err="1">
                      <a:solidFill>
                        <a:srgbClr val="AA2222"/>
                      </a:solidFill>
                      <a:latin typeface="+mn-ea"/>
                    </a:rPr>
                    <a:t>동일컨텐츠</a:t>
                  </a:r>
                  <a:r>
                    <a:rPr lang="ko-KR" altLang="en-US" sz="1050" dirty="0">
                      <a:solidFill>
                        <a:srgbClr val="AA2222"/>
                      </a:solidFill>
                      <a:latin typeface="+mn-ea"/>
                    </a:rPr>
                    <a:t> 분산 →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취합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현황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통계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분산·집계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어려움</a:t>
                  </a:r>
                  <a:endParaRPr sz="1050" dirty="0">
                    <a:solidFill>
                      <a:srgbClr val="AA2222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6" name="그룹 15"/>
            <p:cNvGrpSpPr/>
            <p:nvPr/>
          </p:nvGrpSpPr>
          <p:grpSpPr>
            <a:xfrm>
              <a:off x="6868226" y="2339702"/>
              <a:ext cx="4697762" cy="317420"/>
              <a:chOff x="255461" y="4398176"/>
              <a:chExt cx="5853236" cy="317420"/>
            </a:xfrm>
          </p:grpSpPr>
          <p:sp>
            <p:nvSpPr>
              <p:cNvPr id="99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255461" y="4398176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>
                  <a:latin typeface="+mn-ea"/>
                </a:endParaRPr>
              </a:p>
            </p:txBody>
          </p:sp>
          <p:sp>
            <p:nvSpPr>
              <p:cNvPr id="100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293552" y="4398176"/>
                <a:ext cx="5815145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>
                  <a:latin typeface="+mn-ea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331643" y="4422891"/>
                <a:ext cx="57770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요약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184" name="Rectangle 18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8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3484189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300" b="1" dirty="0">
                      <a:solidFill>
                        <a:srgbClr val="E8ECF4"/>
                      </a:solidFill>
                      <a:latin typeface="+mn-ea"/>
                    </a:rPr>
                    <a:t>AS-IS </a:t>
                  </a:r>
                  <a:r>
                    <a:rPr lang="ko-KR" altLang="en-US" sz="1300" b="1" dirty="0">
                      <a:solidFill>
                        <a:srgbClr val="E8ECF4"/>
                      </a:solidFill>
                      <a:latin typeface="+mn-ea"/>
                    </a:rPr>
                    <a:t>현황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②</a:t>
                  </a:r>
                  <a:r>
                    <a:rPr lang="ko-KR" altLang="en-US" sz="12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-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검색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/UX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한계</a:t>
                  </a:r>
                  <a:endParaRPr lang="ko-KR" altLang="en-US" sz="13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검색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/UX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한계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260280" y="1620000"/>
            <a:ext cx="11680918" cy="3438000"/>
            <a:chOff x="255600" y="1098000"/>
            <a:chExt cx="11680918" cy="3438000"/>
          </a:xfrm>
        </p:grpSpPr>
        <p:sp>
          <p:nvSpPr>
            <p:cNvPr id="104" name="Rectangle 14"/>
            <p:cNvSpPr/>
            <p:nvPr/>
          </p:nvSpPr>
          <p:spPr>
            <a:xfrm>
              <a:off x="255600" y="10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ectangle 15"/>
            <p:cNvSpPr/>
            <p:nvPr/>
          </p:nvSpPr>
          <p:spPr>
            <a:xfrm>
              <a:off x="255600" y="10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ectangle 16"/>
            <p:cNvSpPr/>
            <p:nvPr/>
          </p:nvSpPr>
          <p:spPr>
            <a:xfrm>
              <a:off x="255600" y="10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Oval 17"/>
            <p:cNvSpPr/>
            <p:nvPr/>
          </p:nvSpPr>
          <p:spPr>
            <a:xfrm>
              <a:off x="399599" y="11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99599" y="11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1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69600" y="10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시인성 · 정보 위계</a:t>
              </a:r>
            </a:p>
          </p:txBody>
        </p:sp>
        <p:sp>
          <p:nvSpPr>
            <p:cNvPr id="110" name="Rounded Rectangle 20"/>
            <p:cNvSpPr/>
            <p:nvPr/>
          </p:nvSpPr>
          <p:spPr>
            <a:xfrm>
              <a:off x="4782059" y="1191599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82059" y="11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가독성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53600" y="15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03599" y="15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정보 밀도가 높아 핵심 정보가 한눈에 들어오지 않음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53600" y="19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03599" y="19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원하는 정보의 식별·판단에 시간 소요</a:t>
              </a:r>
            </a:p>
          </p:txBody>
        </p:sp>
        <p:sp>
          <p:nvSpPr>
            <p:cNvPr id="116" name="Rectangle 26"/>
            <p:cNvSpPr/>
            <p:nvPr/>
          </p:nvSpPr>
          <p:spPr>
            <a:xfrm>
              <a:off x="417600" y="23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7600" y="2376000"/>
              <a:ext cx="5318459" cy="251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>
                  <a:solidFill>
                    <a:srgbClr val="2E4470"/>
                  </a:solidFill>
                  <a:latin typeface="Noto Sans KR"/>
                </a:rPr>
                <a:t>→ 개선 필요  </a:t>
              </a:r>
              <a:r>
                <a:rPr sz="1050" b="1">
                  <a:solidFill>
                    <a:srgbClr val="1A2A45"/>
                  </a:solidFill>
                  <a:latin typeface="Noto Sans KR"/>
                </a:rPr>
                <a:t>시각적 강조 · 정보 위계 강화</a:t>
              </a:r>
            </a:p>
          </p:txBody>
        </p:sp>
        <p:sp>
          <p:nvSpPr>
            <p:cNvPr id="118" name="Rectangle 28"/>
            <p:cNvSpPr/>
            <p:nvPr/>
          </p:nvSpPr>
          <p:spPr>
            <a:xfrm>
              <a:off x="6186059" y="10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Rectangle 29"/>
            <p:cNvSpPr/>
            <p:nvPr/>
          </p:nvSpPr>
          <p:spPr>
            <a:xfrm>
              <a:off x="6186059" y="10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Rectangle 30"/>
            <p:cNvSpPr/>
            <p:nvPr/>
          </p:nvSpPr>
          <p:spPr>
            <a:xfrm>
              <a:off x="6186059" y="10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31"/>
            <p:cNvSpPr/>
            <p:nvPr/>
          </p:nvSpPr>
          <p:spPr>
            <a:xfrm>
              <a:off x="6330059" y="11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330059" y="11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2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600059" y="10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참여형 인터페이스 접근성</a:t>
              </a:r>
            </a:p>
          </p:txBody>
        </p:sp>
        <p:sp>
          <p:nvSpPr>
            <p:cNvPr id="124" name="Rounded Rectangle 34"/>
            <p:cNvSpPr/>
            <p:nvPr/>
          </p:nvSpPr>
          <p:spPr>
            <a:xfrm>
              <a:off x="10712520" y="1191599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0712520" y="11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접근성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384060" y="15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834060" y="15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설문·예약 등 참여 화면의 조작 동선·접근성 편차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384060" y="19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834060" y="19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일부 이용자의 참여 진입 장벽</a:t>
              </a:r>
            </a:p>
          </p:txBody>
        </p:sp>
        <p:sp>
          <p:nvSpPr>
            <p:cNvPr id="130" name="Rectangle 40"/>
            <p:cNvSpPr/>
            <p:nvPr/>
          </p:nvSpPr>
          <p:spPr>
            <a:xfrm>
              <a:off x="6348059" y="23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6438059" y="2421208"/>
              <a:ext cx="5318459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→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개선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필요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웹접근성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·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입력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편의성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향상</a:t>
              </a:r>
              <a:endParaRPr sz="1050" b="1" dirty="0">
                <a:solidFill>
                  <a:srgbClr val="1A2A45"/>
                </a:solidFill>
                <a:latin typeface="Noto Sans KR"/>
              </a:endParaRPr>
            </a:p>
          </p:txBody>
        </p:sp>
        <p:sp>
          <p:nvSpPr>
            <p:cNvPr id="132" name="Rectangle 42"/>
            <p:cNvSpPr/>
            <p:nvPr/>
          </p:nvSpPr>
          <p:spPr>
            <a:xfrm>
              <a:off x="255600" y="28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43"/>
            <p:cNvSpPr/>
            <p:nvPr/>
          </p:nvSpPr>
          <p:spPr>
            <a:xfrm>
              <a:off x="255600" y="28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Rectangle 44"/>
            <p:cNvSpPr/>
            <p:nvPr/>
          </p:nvSpPr>
          <p:spPr>
            <a:xfrm>
              <a:off x="255600" y="28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45"/>
            <p:cNvSpPr/>
            <p:nvPr/>
          </p:nvSpPr>
          <p:spPr>
            <a:xfrm>
              <a:off x="399599" y="29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99599" y="29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3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69600" y="28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통합 검색 · 탐색 효율</a:t>
              </a:r>
            </a:p>
          </p:txBody>
        </p:sp>
        <p:sp>
          <p:nvSpPr>
            <p:cNvPr id="138" name="Rounded Rectangle 48"/>
            <p:cNvSpPr/>
            <p:nvPr/>
          </p:nvSpPr>
          <p:spPr>
            <a:xfrm>
              <a:off x="4782059" y="2991600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782059" y="29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검색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453600" y="33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903599" y="33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검색이 게시판 단위로 분리되어 제공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453600" y="37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903599" y="37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여러 게시판을 오가며 탐색 비용 발생</a:t>
              </a:r>
            </a:p>
          </p:txBody>
        </p:sp>
        <p:sp>
          <p:nvSpPr>
            <p:cNvPr id="144" name="Rectangle 54"/>
            <p:cNvSpPr/>
            <p:nvPr/>
          </p:nvSpPr>
          <p:spPr>
            <a:xfrm>
              <a:off x="417600" y="41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07600" y="4176000"/>
              <a:ext cx="5318459" cy="251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→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개선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필요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통합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검색으로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탐색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범위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확장</a:t>
              </a:r>
              <a:endParaRPr sz="1050" b="1" dirty="0">
                <a:solidFill>
                  <a:srgbClr val="1A2A45"/>
                </a:solidFill>
                <a:latin typeface="Noto Sans KR"/>
              </a:endParaRPr>
            </a:p>
          </p:txBody>
        </p:sp>
        <p:sp>
          <p:nvSpPr>
            <p:cNvPr id="146" name="Rectangle 56"/>
            <p:cNvSpPr/>
            <p:nvPr/>
          </p:nvSpPr>
          <p:spPr>
            <a:xfrm>
              <a:off x="6186059" y="28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Rectangle 57"/>
            <p:cNvSpPr/>
            <p:nvPr/>
          </p:nvSpPr>
          <p:spPr>
            <a:xfrm>
              <a:off x="6186059" y="28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Rectangle 58"/>
            <p:cNvSpPr/>
            <p:nvPr/>
          </p:nvSpPr>
          <p:spPr>
            <a:xfrm>
              <a:off x="6186059" y="28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Oval 59"/>
            <p:cNvSpPr/>
            <p:nvPr/>
          </p:nvSpPr>
          <p:spPr>
            <a:xfrm>
              <a:off x="6330059" y="29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330059" y="29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4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6600059" y="28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디자인 일관성</a:t>
              </a:r>
            </a:p>
          </p:txBody>
        </p:sp>
        <p:sp>
          <p:nvSpPr>
            <p:cNvPr id="152" name="Rounded Rectangle 62"/>
            <p:cNvSpPr/>
            <p:nvPr/>
          </p:nvSpPr>
          <p:spPr>
            <a:xfrm>
              <a:off x="10712520" y="2991600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0712520" y="29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일관성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384060" y="33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34060" y="33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화면·게시판별 UI 패턴·스타일 차이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6384060" y="37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6834060" y="37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반복 학습·조작에 따른 사용 피로</a:t>
              </a:r>
            </a:p>
          </p:txBody>
        </p:sp>
        <p:sp>
          <p:nvSpPr>
            <p:cNvPr id="158" name="Rectangle 68"/>
            <p:cNvSpPr/>
            <p:nvPr/>
          </p:nvSpPr>
          <p:spPr>
            <a:xfrm>
              <a:off x="6348059" y="41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438059" y="4176000"/>
              <a:ext cx="5318459" cy="251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>
                  <a:solidFill>
                    <a:srgbClr val="2E4470"/>
                  </a:solidFill>
                  <a:latin typeface="Noto Sans KR"/>
                </a:rPr>
                <a:t>→ 개선 필요  </a:t>
              </a:r>
              <a:r>
                <a:rPr sz="1050" b="1">
                  <a:solidFill>
                    <a:srgbClr val="1A2A45"/>
                  </a:solidFill>
                  <a:latin typeface="Noto Sans KR"/>
                </a:rPr>
                <a:t>공통 디자인 시스템으로 일관성 확보</a:t>
              </a:r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9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223800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300" b="1" dirty="0">
                      <a:solidFill>
                        <a:srgbClr val="E8ECF4"/>
                      </a:solidFill>
                      <a:latin typeface="+mn-ea"/>
                    </a:rPr>
                    <a:t>AS-IS </a:t>
                  </a:r>
                  <a:r>
                    <a:rPr lang="ko-KR" altLang="en-US" sz="1300" b="1" dirty="0">
                      <a:solidFill>
                        <a:srgbClr val="E8ECF4"/>
                      </a:solidFill>
                      <a:latin typeface="+mn-ea"/>
                    </a:rPr>
                    <a:t>현황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③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-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알림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/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자동화 부족</a:t>
                  </a: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9835173-B659-13BF-D63C-A75AFA19C2F1}"/>
              </a:ext>
            </a:extLst>
          </p:cNvPr>
          <p:cNvGrpSpPr/>
          <p:nvPr/>
        </p:nvGrpSpPr>
        <p:grpSpPr>
          <a:xfrm>
            <a:off x="255457" y="4840381"/>
            <a:ext cx="11681084" cy="1399374"/>
            <a:chOff x="255457" y="4398176"/>
            <a:chExt cx="11681084" cy="139937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현행 알림 체계 종합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95" name="Rectangle 21">
              <a:extLst>
                <a:ext uri="{FF2B5EF4-FFF2-40B4-BE49-F238E27FC236}">
                  <a16:creationId xmlns:a16="http://schemas.microsoft.com/office/drawing/2014/main" id="{CD92AE59-B9A0-E275-495A-AD492B86C675}"/>
                </a:ext>
              </a:extLst>
            </p:cNvPr>
            <p:cNvSpPr/>
            <p:nvPr/>
          </p:nvSpPr>
          <p:spPr>
            <a:xfrm>
              <a:off x="255457" y="4837248"/>
              <a:ext cx="11681084" cy="960302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>
                <a:latin typeface="+mn-ea"/>
              </a:endParaRP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3E0F19F1-D219-A460-AAB2-CA244EDA2349}"/>
                </a:ext>
              </a:extLst>
            </p:cNvPr>
            <p:cNvGrpSpPr/>
            <p:nvPr/>
          </p:nvGrpSpPr>
          <p:grpSpPr>
            <a:xfrm>
              <a:off x="274505" y="4973261"/>
              <a:ext cx="11611247" cy="708691"/>
              <a:chOff x="445976" y="4870739"/>
              <a:chExt cx="11554111" cy="708691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72796E5-0F15-B976-A191-6F6DC55D0317}"/>
                  </a:ext>
                </a:extLst>
              </p:cNvPr>
              <p:cNvSpPr txBox="1"/>
              <p:nvPr/>
            </p:nvSpPr>
            <p:spPr>
              <a:xfrm>
                <a:off x="445976" y="4870739"/>
                <a:ext cx="1155411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 ✕ 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사전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알림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부재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: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마감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D-1/D-3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자동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알림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미구현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→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담당자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직접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캘린더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확인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필요</a:t>
                </a:r>
                <a:endParaRPr sz="1200" dirty="0">
                  <a:solidFill>
                    <a:srgbClr val="AA2222"/>
                  </a:solidFill>
                  <a:latin typeface="+mn-ea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E5AFA0D-6D4D-78E7-9B77-2A50C81C2BF4}"/>
                  </a:ext>
                </a:extLst>
              </p:cNvPr>
              <p:cNvSpPr txBox="1"/>
              <p:nvPr/>
            </p:nvSpPr>
            <p:spPr>
              <a:xfrm>
                <a:off x="445976" y="5086585"/>
                <a:ext cx="1155411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 ✕ 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결과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알림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미흡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: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권한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처리·과제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확정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등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주요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이벤트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후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시스템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알림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없음</a:t>
                </a:r>
                <a:endParaRPr sz="1200" dirty="0">
                  <a:solidFill>
                    <a:srgbClr val="AA2222"/>
                  </a:solidFill>
                  <a:latin typeface="+mn-ea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201B6CB-A988-3DB2-BB03-F5631894CF8D}"/>
                  </a:ext>
                </a:extLst>
              </p:cNvPr>
              <p:cNvSpPr txBox="1"/>
              <p:nvPr/>
            </p:nvSpPr>
            <p:spPr>
              <a:xfrm>
                <a:off x="445976" y="5302431"/>
                <a:ext cx="1155411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 ✕ 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알림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설정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옵션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없음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: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수신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여부·빈도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사용자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제어</a:t>
                </a:r>
                <a:r>
                  <a:rPr sz="1200" dirty="0">
                    <a:solidFill>
                      <a:srgbClr val="AA2222"/>
                    </a:solidFill>
                    <a:latin typeface="+mn-ea"/>
                  </a:rPr>
                  <a:t> </a:t>
                </a:r>
                <a:r>
                  <a:rPr sz="1200" dirty="0" err="1">
                    <a:solidFill>
                      <a:srgbClr val="AA2222"/>
                    </a:solidFill>
                    <a:latin typeface="+mn-ea"/>
                  </a:rPr>
                  <a:t>불가</a:t>
                </a:r>
                <a:endParaRPr sz="1200" dirty="0">
                  <a:solidFill>
                    <a:srgbClr val="AA2222"/>
                  </a:solidFill>
                  <a:latin typeface="+mn-ea"/>
                </a:endParaRPr>
              </a:p>
            </p:txBody>
          </p:sp>
        </p:grpSp>
      </p:grpSp>
      <p:sp>
        <p:nvSpPr>
          <p:cNvPr id="96" name="Rectangle 95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0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현행 알림 체계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33FA207-B9C0-9DF3-D159-C46DD55B575C}"/>
              </a:ext>
            </a:extLst>
          </p:cNvPr>
          <p:cNvGrpSpPr/>
          <p:nvPr/>
        </p:nvGrpSpPr>
        <p:grpSpPr>
          <a:xfrm>
            <a:off x="255460" y="1391992"/>
            <a:ext cx="5905578" cy="321056"/>
            <a:chOff x="382492" y="2198064"/>
            <a:chExt cx="4685946" cy="241239"/>
          </a:xfrm>
        </p:grpSpPr>
        <p:sp>
          <p:nvSpPr>
            <p:cNvPr id="82" name="Rectangle 13">
              <a:extLst>
                <a:ext uri="{FF2B5EF4-FFF2-40B4-BE49-F238E27FC236}">
                  <a16:creationId xmlns:a16="http://schemas.microsoft.com/office/drawing/2014/main" id="{4CD85FEF-BCE6-19BD-16AB-1B019C90EB18}"/>
                </a:ext>
              </a:extLst>
            </p:cNvPr>
            <p:cNvSpPr/>
            <p:nvPr/>
          </p:nvSpPr>
          <p:spPr>
            <a:xfrm>
              <a:off x="382492" y="2198064"/>
              <a:ext cx="2288680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6AB21DD-0271-B7C5-A66C-0AF81AF8BD6F}"/>
                </a:ext>
              </a:extLst>
            </p:cNvPr>
            <p:cNvSpPr txBox="1"/>
            <p:nvPr/>
          </p:nvSpPr>
          <p:spPr>
            <a:xfrm>
              <a:off x="402741" y="2229805"/>
              <a:ext cx="2244643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구분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330BC426-EE89-F39F-EF69-4563D616E366}"/>
                </a:ext>
              </a:extLst>
            </p:cNvPr>
            <p:cNvSpPr/>
            <p:nvPr/>
          </p:nvSpPr>
          <p:spPr>
            <a:xfrm>
              <a:off x="2671172" y="2198064"/>
              <a:ext cx="2345660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155E22F-134E-D2F8-AA8F-275268E93D7B}"/>
                </a:ext>
              </a:extLst>
            </p:cNvPr>
            <p:cNvSpPr txBox="1"/>
            <p:nvPr/>
          </p:nvSpPr>
          <p:spPr>
            <a:xfrm>
              <a:off x="2768178" y="2229805"/>
              <a:ext cx="2300260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대상 서비스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4" name="Rectangle 29">
            <a:extLst>
              <a:ext uri="{FF2B5EF4-FFF2-40B4-BE49-F238E27FC236}">
                <a16:creationId xmlns:a16="http://schemas.microsoft.com/office/drawing/2014/main" id="{1A0273FD-77E6-964C-67C0-74872F07D183}"/>
              </a:ext>
            </a:extLst>
          </p:cNvPr>
          <p:cNvSpPr/>
          <p:nvPr/>
        </p:nvSpPr>
        <p:spPr>
          <a:xfrm>
            <a:off x="247965" y="1723208"/>
            <a:ext cx="2884365" cy="1286645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B09ABC-2FC6-4FEB-D2AD-E37F324F639D}"/>
              </a:ext>
            </a:extLst>
          </p:cNvPr>
          <p:cNvSpPr txBox="1"/>
          <p:nvPr/>
        </p:nvSpPr>
        <p:spPr>
          <a:xfrm>
            <a:off x="554509" y="2196508"/>
            <a:ext cx="22712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개별발송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42" name="Rectangle 37">
            <a:extLst>
              <a:ext uri="{FF2B5EF4-FFF2-40B4-BE49-F238E27FC236}">
                <a16:creationId xmlns:a16="http://schemas.microsoft.com/office/drawing/2014/main" id="{87C0FC1E-6F7D-092F-6DB7-507EE7F167DF}"/>
              </a:ext>
            </a:extLst>
          </p:cNvPr>
          <p:cNvSpPr/>
          <p:nvPr/>
        </p:nvSpPr>
        <p:spPr>
          <a:xfrm>
            <a:off x="247965" y="3009852"/>
            <a:ext cx="2884365" cy="1286645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C5A047-BC6D-8710-5488-A1628F973F3B}"/>
              </a:ext>
            </a:extLst>
          </p:cNvPr>
          <p:cNvSpPr txBox="1"/>
          <p:nvPr/>
        </p:nvSpPr>
        <p:spPr>
          <a:xfrm>
            <a:off x="434518" y="3489242"/>
            <a:ext cx="251125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시스템발송</a:t>
            </a:r>
            <a:r>
              <a:rPr lang="en-US" altLang="ko-KR" sz="1050" b="1" dirty="0">
                <a:solidFill>
                  <a:srgbClr val="222222"/>
                </a:solidFill>
                <a:latin typeface="+mn-ea"/>
              </a:rPr>
              <a:t>(</a:t>
            </a:r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자동</a:t>
            </a:r>
            <a:r>
              <a:rPr lang="en-US" altLang="ko-KR" sz="1050" b="1" dirty="0">
                <a:solidFill>
                  <a:srgbClr val="222222"/>
                </a:solidFill>
                <a:latin typeface="+mn-ea"/>
              </a:rPr>
              <a:t>)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47AFB1E-7F58-778B-EEB1-CC8A1E9D8E6A}"/>
              </a:ext>
            </a:extLst>
          </p:cNvPr>
          <p:cNvGrpSpPr/>
          <p:nvPr/>
        </p:nvGrpSpPr>
        <p:grpSpPr>
          <a:xfrm>
            <a:off x="3139826" y="1723209"/>
            <a:ext cx="2963669" cy="2573288"/>
            <a:chOff x="6971089" y="1723209"/>
            <a:chExt cx="4965451" cy="2573288"/>
          </a:xfrm>
        </p:grpSpPr>
        <p:sp>
          <p:nvSpPr>
            <p:cNvPr id="40" name="Rectangle 35">
              <a:extLst>
                <a:ext uri="{FF2B5EF4-FFF2-40B4-BE49-F238E27FC236}">
                  <a16:creationId xmlns:a16="http://schemas.microsoft.com/office/drawing/2014/main" id="{52D7B877-E400-45ED-509F-4EF64A939325}"/>
                </a:ext>
              </a:extLst>
            </p:cNvPr>
            <p:cNvSpPr/>
            <p:nvPr/>
          </p:nvSpPr>
          <p:spPr>
            <a:xfrm>
              <a:off x="6976081" y="1723209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8AFC18-1DDD-2EA9-4F7E-11A8E8311076}"/>
                </a:ext>
              </a:extLst>
            </p:cNvPr>
            <p:cNvSpPr txBox="1"/>
            <p:nvPr/>
          </p:nvSpPr>
          <p:spPr>
            <a:xfrm>
              <a:off x="7024085" y="1757002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사용신청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BFE275D1-3E59-700D-3EAC-23B8151FBF0B}"/>
                </a:ext>
              </a:extLst>
            </p:cNvPr>
            <p:cNvSpPr/>
            <p:nvPr/>
          </p:nvSpPr>
          <p:spPr>
            <a:xfrm>
              <a:off x="6976081" y="2044265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EF51FC-5F82-0058-7D56-9AF609379286}"/>
                </a:ext>
              </a:extLst>
            </p:cNvPr>
            <p:cNvSpPr txBox="1"/>
            <p:nvPr/>
          </p:nvSpPr>
          <p:spPr>
            <a:xfrm>
              <a:off x="7024085" y="207805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전광판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자유표시구역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국정만화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56" name="Rectangle 51">
              <a:extLst>
                <a:ext uri="{FF2B5EF4-FFF2-40B4-BE49-F238E27FC236}">
                  <a16:creationId xmlns:a16="http://schemas.microsoft.com/office/drawing/2014/main" id="{ACB62B7F-DE6E-5995-5B0A-8B70AD698A9C}"/>
                </a:ext>
              </a:extLst>
            </p:cNvPr>
            <p:cNvSpPr/>
            <p:nvPr/>
          </p:nvSpPr>
          <p:spPr>
            <a:xfrm>
              <a:off x="6976081" y="2365322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2E3099D-43A2-7A62-9597-C4AED80E7EF7}"/>
                </a:ext>
              </a:extLst>
            </p:cNvPr>
            <p:cNvSpPr txBox="1"/>
            <p:nvPr/>
          </p:nvSpPr>
          <p:spPr>
            <a:xfrm>
              <a:off x="7024085" y="2399115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기타 개별적으로 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메시지 발송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3F1C3674-ACDA-49CB-870C-12BAC75E0BC2}"/>
                </a:ext>
              </a:extLst>
            </p:cNvPr>
            <p:cNvSpPr/>
            <p:nvPr/>
          </p:nvSpPr>
          <p:spPr>
            <a:xfrm>
              <a:off x="6976081" y="2686378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ED1F63-564B-AEA7-B8D6-A10C05CEF00E}"/>
                </a:ext>
              </a:extLst>
            </p:cNvPr>
            <p:cNvSpPr txBox="1"/>
            <p:nvPr/>
          </p:nvSpPr>
          <p:spPr>
            <a:xfrm>
              <a:off x="7024085" y="2720171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-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72" name="Rectangle 67">
              <a:extLst>
                <a:ext uri="{FF2B5EF4-FFF2-40B4-BE49-F238E27FC236}">
                  <a16:creationId xmlns:a16="http://schemas.microsoft.com/office/drawing/2014/main" id="{6E49ACC9-2669-E777-7543-76606D2D5C4E}"/>
                </a:ext>
              </a:extLst>
            </p:cNvPr>
            <p:cNvSpPr/>
            <p:nvPr/>
          </p:nvSpPr>
          <p:spPr>
            <a:xfrm>
              <a:off x="6976081" y="3007434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4E1A63-BFA0-0DDF-204B-D6F2117A04FD}"/>
                </a:ext>
              </a:extLst>
            </p:cNvPr>
            <p:cNvSpPr txBox="1"/>
            <p:nvPr/>
          </p:nvSpPr>
          <p:spPr>
            <a:xfrm>
              <a:off x="7024085" y="304122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공지사항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자료요청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80" name="Rectangle 75">
              <a:extLst>
                <a:ext uri="{FF2B5EF4-FFF2-40B4-BE49-F238E27FC236}">
                  <a16:creationId xmlns:a16="http://schemas.microsoft.com/office/drawing/2014/main" id="{727EC974-5921-C64A-79AB-52118C680B78}"/>
                </a:ext>
              </a:extLst>
            </p:cNvPr>
            <p:cNvSpPr/>
            <p:nvPr/>
          </p:nvSpPr>
          <p:spPr>
            <a:xfrm>
              <a:off x="6976081" y="3328491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B704218-7397-C4E3-9CFB-C357BAAA8763}"/>
                </a:ext>
              </a:extLst>
            </p:cNvPr>
            <p:cNvSpPr txBox="1"/>
            <p:nvPr/>
          </p:nvSpPr>
          <p:spPr>
            <a:xfrm>
              <a:off x="7024085" y="3362284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스튜디오 예약 안내</a:t>
              </a:r>
              <a:endParaRPr lang="en-US" altLang="ko-KR"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32" name="Rectangle 67">
              <a:extLst>
                <a:ext uri="{FF2B5EF4-FFF2-40B4-BE49-F238E27FC236}">
                  <a16:creationId xmlns:a16="http://schemas.microsoft.com/office/drawing/2014/main" id="{B1234A1E-DBD0-EB3C-6D08-1E478A2F9FF6}"/>
                </a:ext>
              </a:extLst>
            </p:cNvPr>
            <p:cNvSpPr/>
            <p:nvPr/>
          </p:nvSpPr>
          <p:spPr>
            <a:xfrm>
              <a:off x="6971089" y="3654384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F6E9A0-F055-A864-A19F-0699EABB36FA}"/>
                </a:ext>
              </a:extLst>
            </p:cNvPr>
            <p:cNvSpPr txBox="1"/>
            <p:nvPr/>
          </p:nvSpPr>
          <p:spPr>
            <a:xfrm>
              <a:off x="7019093" y="368817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스튜디오 예약 확인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04" name="Rectangle 75">
              <a:extLst>
                <a:ext uri="{FF2B5EF4-FFF2-40B4-BE49-F238E27FC236}">
                  <a16:creationId xmlns:a16="http://schemas.microsoft.com/office/drawing/2014/main" id="{2275CEEE-668B-3241-1117-39964CCAB0CA}"/>
                </a:ext>
              </a:extLst>
            </p:cNvPr>
            <p:cNvSpPr/>
            <p:nvPr/>
          </p:nvSpPr>
          <p:spPr>
            <a:xfrm>
              <a:off x="6971089" y="3975441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33DDBA0-F25A-398A-C56D-5DBEADE42453}"/>
                </a:ext>
              </a:extLst>
            </p:cNvPr>
            <p:cNvSpPr txBox="1"/>
            <p:nvPr/>
          </p:nvSpPr>
          <p:spPr>
            <a:xfrm>
              <a:off x="7019093" y="4009234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-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F0E7D67A-101C-D253-081F-E393D17852AF}"/>
              </a:ext>
            </a:extLst>
          </p:cNvPr>
          <p:cNvGrpSpPr/>
          <p:nvPr/>
        </p:nvGrpSpPr>
        <p:grpSpPr>
          <a:xfrm>
            <a:off x="6109466" y="1394657"/>
            <a:ext cx="5842064" cy="321056"/>
            <a:chOff x="3292225" y="1544392"/>
            <a:chExt cx="2956175" cy="321056"/>
          </a:xfrm>
        </p:grpSpPr>
        <p:sp>
          <p:nvSpPr>
            <p:cNvPr id="116" name="Rectangle 19">
              <a:extLst>
                <a:ext uri="{FF2B5EF4-FFF2-40B4-BE49-F238E27FC236}">
                  <a16:creationId xmlns:a16="http://schemas.microsoft.com/office/drawing/2014/main" id="{94F22FE4-F54D-71CD-9544-F97979B4C46D}"/>
                </a:ext>
              </a:extLst>
            </p:cNvPr>
            <p:cNvSpPr/>
            <p:nvPr/>
          </p:nvSpPr>
          <p:spPr>
            <a:xfrm>
              <a:off x="3292225" y="1544392"/>
              <a:ext cx="2956175" cy="321056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1EBB031-4EC3-7E1E-51E2-9D03989DA9F4}"/>
                </a:ext>
              </a:extLst>
            </p:cNvPr>
            <p:cNvSpPr txBox="1"/>
            <p:nvPr/>
          </p:nvSpPr>
          <p:spPr>
            <a:xfrm>
              <a:off x="3414479" y="1586635"/>
              <a:ext cx="2833921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발송 방식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6493A34-160A-ED3D-27D2-361376DE9AAA}"/>
              </a:ext>
            </a:extLst>
          </p:cNvPr>
          <p:cNvGrpSpPr/>
          <p:nvPr/>
        </p:nvGrpSpPr>
        <p:grpSpPr>
          <a:xfrm>
            <a:off x="6105515" y="1718902"/>
            <a:ext cx="5853510" cy="2573288"/>
            <a:chOff x="6971089" y="1723209"/>
            <a:chExt cx="4965451" cy="2573288"/>
          </a:xfrm>
        </p:grpSpPr>
        <p:sp>
          <p:nvSpPr>
            <p:cNvPr id="120" name="Rectangle 35">
              <a:extLst>
                <a:ext uri="{FF2B5EF4-FFF2-40B4-BE49-F238E27FC236}">
                  <a16:creationId xmlns:a16="http://schemas.microsoft.com/office/drawing/2014/main" id="{C8E84F31-1CFD-5823-1154-1FEF87F0F67A}"/>
                </a:ext>
              </a:extLst>
            </p:cNvPr>
            <p:cNvSpPr/>
            <p:nvPr/>
          </p:nvSpPr>
          <p:spPr>
            <a:xfrm>
              <a:off x="6976081" y="1723209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23EE70C-5C69-FD9C-E652-32401D1C9C24}"/>
                </a:ext>
              </a:extLst>
            </p:cNvPr>
            <p:cNvSpPr txBox="1"/>
            <p:nvPr/>
          </p:nvSpPr>
          <p:spPr>
            <a:xfrm>
              <a:off x="7024085" y="1757002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승인 후 담당자가 개별적으로 발송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22" name="Rectangle 43">
              <a:extLst>
                <a:ext uri="{FF2B5EF4-FFF2-40B4-BE49-F238E27FC236}">
                  <a16:creationId xmlns:a16="http://schemas.microsoft.com/office/drawing/2014/main" id="{6386A572-4A4F-255B-767F-E7CDC47D331B}"/>
                </a:ext>
              </a:extLst>
            </p:cNvPr>
            <p:cNvSpPr/>
            <p:nvPr/>
          </p:nvSpPr>
          <p:spPr>
            <a:xfrm>
              <a:off x="6976081" y="2044265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745C65A-63C1-F823-3518-426910C8F7D2}"/>
                </a:ext>
              </a:extLst>
            </p:cNvPr>
            <p:cNvSpPr txBox="1"/>
            <p:nvPr/>
          </p:nvSpPr>
          <p:spPr>
            <a:xfrm>
              <a:off x="7024085" y="207805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선정 이후 명단 체크 후 담당자가 확인 발송 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24" name="Rectangle 51">
              <a:extLst>
                <a:ext uri="{FF2B5EF4-FFF2-40B4-BE49-F238E27FC236}">
                  <a16:creationId xmlns:a16="http://schemas.microsoft.com/office/drawing/2014/main" id="{FF7B7AC7-B27E-FAE2-40E6-F38474477A42}"/>
                </a:ext>
              </a:extLst>
            </p:cNvPr>
            <p:cNvSpPr/>
            <p:nvPr/>
          </p:nvSpPr>
          <p:spPr>
            <a:xfrm>
              <a:off x="6976081" y="2365322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1AAF7DA-7E52-F96B-EDC7-8D071D50EA2E}"/>
                </a:ext>
              </a:extLst>
            </p:cNvPr>
            <p:cNvSpPr txBox="1"/>
            <p:nvPr/>
          </p:nvSpPr>
          <p:spPr>
            <a:xfrm>
              <a:off x="7024085" y="2399115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개별적으로 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메시지 발송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26" name="Rectangle 59">
              <a:extLst>
                <a:ext uri="{FF2B5EF4-FFF2-40B4-BE49-F238E27FC236}">
                  <a16:creationId xmlns:a16="http://schemas.microsoft.com/office/drawing/2014/main" id="{62A37B21-757B-F61A-5AD6-5595854F75F0}"/>
                </a:ext>
              </a:extLst>
            </p:cNvPr>
            <p:cNvSpPr/>
            <p:nvPr/>
          </p:nvSpPr>
          <p:spPr>
            <a:xfrm>
              <a:off x="6976081" y="2686378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0BDCA89-4D27-2011-39E9-CE4F2CB53CAC}"/>
                </a:ext>
              </a:extLst>
            </p:cNvPr>
            <p:cNvSpPr txBox="1"/>
            <p:nvPr/>
          </p:nvSpPr>
          <p:spPr>
            <a:xfrm>
              <a:off x="7024085" y="2720171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-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28" name="Rectangle 67">
              <a:extLst>
                <a:ext uri="{FF2B5EF4-FFF2-40B4-BE49-F238E27FC236}">
                  <a16:creationId xmlns:a16="http://schemas.microsoft.com/office/drawing/2014/main" id="{E6A9DB5A-3B39-7B91-D24A-6474A8B3082E}"/>
                </a:ext>
              </a:extLst>
            </p:cNvPr>
            <p:cNvSpPr/>
            <p:nvPr/>
          </p:nvSpPr>
          <p:spPr>
            <a:xfrm>
              <a:off x="6976081" y="3007434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BB8BD6B-2CFD-75C6-71D3-5DBA6AE854E9}"/>
                </a:ext>
              </a:extLst>
            </p:cNvPr>
            <p:cNvSpPr txBox="1"/>
            <p:nvPr/>
          </p:nvSpPr>
          <p:spPr>
            <a:xfrm>
              <a:off x="7024085" y="304122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새 글 등록 시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30" name="Rectangle 75">
              <a:extLst>
                <a:ext uri="{FF2B5EF4-FFF2-40B4-BE49-F238E27FC236}">
                  <a16:creationId xmlns:a16="http://schemas.microsoft.com/office/drawing/2014/main" id="{74828949-37D5-23EB-1C0D-A9B844ABE412}"/>
                </a:ext>
              </a:extLst>
            </p:cNvPr>
            <p:cNvSpPr/>
            <p:nvPr/>
          </p:nvSpPr>
          <p:spPr>
            <a:xfrm>
              <a:off x="6976081" y="3328491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01238EF-3B69-96EF-DA6A-FE4E951166EE}"/>
                </a:ext>
              </a:extLst>
            </p:cNvPr>
            <p:cNvSpPr txBox="1"/>
            <p:nvPr/>
          </p:nvSpPr>
          <p:spPr>
            <a:xfrm>
              <a:off x="7024085" y="3362284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예약 시 예약 안내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발송</a:t>
              </a:r>
              <a:endParaRPr lang="en-US" altLang="ko-KR"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32" name="Rectangle 67">
              <a:extLst>
                <a:ext uri="{FF2B5EF4-FFF2-40B4-BE49-F238E27FC236}">
                  <a16:creationId xmlns:a16="http://schemas.microsoft.com/office/drawing/2014/main" id="{CFC90EA4-FB97-DA6F-23D5-03CC9C16656A}"/>
                </a:ext>
              </a:extLst>
            </p:cNvPr>
            <p:cNvSpPr/>
            <p:nvPr/>
          </p:nvSpPr>
          <p:spPr>
            <a:xfrm>
              <a:off x="6971089" y="3654384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3C2F830-F64C-7A9C-5A26-469BD62F91ED}"/>
                </a:ext>
              </a:extLst>
            </p:cNvPr>
            <p:cNvSpPr txBox="1"/>
            <p:nvPr/>
          </p:nvSpPr>
          <p:spPr>
            <a:xfrm>
              <a:off x="7019093" y="368817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예약 확정 후 예약 확인 발송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34" name="Rectangle 75">
              <a:extLst>
                <a:ext uri="{FF2B5EF4-FFF2-40B4-BE49-F238E27FC236}">
                  <a16:creationId xmlns:a16="http://schemas.microsoft.com/office/drawing/2014/main" id="{FE935C9A-A015-CCCA-1BBD-F7F500BF7A2C}"/>
                </a:ext>
              </a:extLst>
            </p:cNvPr>
            <p:cNvSpPr/>
            <p:nvPr/>
          </p:nvSpPr>
          <p:spPr>
            <a:xfrm>
              <a:off x="6971089" y="3975441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7DDA8E7-5961-FB18-2282-81D19FF626DB}"/>
                </a:ext>
              </a:extLst>
            </p:cNvPr>
            <p:cNvSpPr txBox="1"/>
            <p:nvPr/>
          </p:nvSpPr>
          <p:spPr>
            <a:xfrm>
              <a:off x="7019093" y="4009234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-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08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현행 알림 체계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 err="1">
                <a:solidFill>
                  <a:srgbClr val="1A2A45"/>
                </a:solidFill>
                <a:latin typeface="Noto Sans KR"/>
              </a:rPr>
              <a:t>현행</a:t>
            </a:r>
            <a:r>
              <a:rPr sz="1200" b="1" dirty="0">
                <a:solidFill>
                  <a:srgbClr val="1A2A45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A2A45"/>
                </a:solidFill>
                <a:latin typeface="Noto Sans KR"/>
              </a:rPr>
              <a:t>알림은</a:t>
            </a:r>
            <a:r>
              <a:rPr sz="1200" b="1" dirty="0">
                <a:solidFill>
                  <a:srgbClr val="1A2A45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A2A45"/>
                </a:solidFill>
                <a:latin typeface="Noto Sans KR"/>
              </a:rPr>
              <a:t>자동</a:t>
            </a:r>
            <a:r>
              <a:rPr sz="1200" b="1" dirty="0">
                <a:solidFill>
                  <a:srgbClr val="1A2A45"/>
                </a:solidFill>
                <a:latin typeface="Noto Sans KR"/>
              </a:rPr>
              <a:t>/</a:t>
            </a:r>
            <a:r>
              <a:rPr sz="1200" b="1" dirty="0" err="1">
                <a:solidFill>
                  <a:srgbClr val="1A2A45"/>
                </a:solidFill>
                <a:latin typeface="Noto Sans KR"/>
              </a:rPr>
              <a:t>수동으로</a:t>
            </a:r>
            <a:r>
              <a:rPr sz="1200" b="1" dirty="0">
                <a:solidFill>
                  <a:srgbClr val="1A2A45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A2A45"/>
                </a:solidFill>
                <a:latin typeface="Noto Sans KR"/>
              </a:rPr>
              <a:t>이원화되어</a:t>
            </a:r>
            <a:r>
              <a:rPr sz="1200" b="1" dirty="0">
                <a:solidFill>
                  <a:srgbClr val="1A2A45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A2A45"/>
                </a:solidFill>
                <a:latin typeface="Noto Sans KR"/>
              </a:rPr>
              <a:t>운영</a:t>
            </a:r>
            <a:r>
              <a:rPr sz="1200" b="1" dirty="0">
                <a:solidFill>
                  <a:srgbClr val="1A2A45"/>
                </a:solidFill>
                <a:latin typeface="Noto Sans KR"/>
              </a:rPr>
              <a:t> 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11680919" cy="216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5600" y="972000"/>
            <a:ext cx="1868947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4547" y="972000"/>
            <a:ext cx="5139604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대상 / 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4151" y="972000"/>
            <a:ext cx="467236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발송 방식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600" y="1188000"/>
            <a:ext cx="11680919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600" y="1188000"/>
            <a:ext cx="1868947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1A2A45"/>
                </a:solidFill>
                <a:latin typeface="Noto Sans KR"/>
              </a:rPr>
              <a:t>자동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4547" y="1188000"/>
            <a:ext cx="5031604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공지사항 등록 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4151" y="1188000"/>
            <a:ext cx="4564368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시스템 자동 발송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5600" y="1548000"/>
            <a:ext cx="11680919" cy="360000"/>
          </a:xfrm>
          <a:prstGeom prst="rect">
            <a:avLst/>
          </a:prstGeom>
          <a:solidFill>
            <a:srgbClr val="E8ECF4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5600" y="1548000"/>
            <a:ext cx="1868947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1A2A45"/>
                </a:solidFill>
                <a:latin typeface="Noto Sans KR"/>
              </a:rPr>
              <a:t>자동 알림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4547" y="1548000"/>
            <a:ext cx="5031604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스튜디오 예약 신청·예약 완료 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4151" y="1548000"/>
            <a:ext cx="4564368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시스템 자동 발송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5600" y="1908000"/>
            <a:ext cx="11680919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5600" y="1908000"/>
            <a:ext cx="1868947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1A2A45"/>
                </a:solidFill>
                <a:latin typeface="Noto Sans KR"/>
              </a:rPr>
              <a:t>수동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4547" y="1908000"/>
            <a:ext cx="5031604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전광판 광고 채택 후 / 댓글 남긴 사용자 대상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4151" y="1908000"/>
            <a:ext cx="4564368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체크박스 선택 후 SMS 발송 버튼 클릭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5600" y="2304000"/>
            <a:ext cx="11680919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B7480"/>
                </a:solidFill>
                <a:latin typeface="Noto Sans KR"/>
              </a:rPr>
              <a:t>→ 수동 알림은 담당자가 매번 수기로 발송 — 누락·지연 가능. 자동화 여지 큼.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16 / 50</a:t>
            </a:r>
          </a:p>
        </p:txBody>
      </p:sp>
    </p:spTree>
    <p:extLst>
      <p:ext uri="{BB962C8B-B14F-4D97-AF65-F5344CB8AC3E}">
        <p14:creationId xmlns:p14="http://schemas.microsoft.com/office/powerpoint/2010/main" val="79755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95BA-79CE-16E9-AF08-8306B1A4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7F15F6-362D-E414-DFD2-E4EBD14AFB67}"/>
              </a:ext>
            </a:extLst>
          </p:cNvPr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7323D-A109-352F-53D8-E9DC4053525E}"/>
              </a:ext>
            </a:extLst>
          </p:cNvPr>
          <p:cNvSpPr/>
          <p:nvPr/>
        </p:nvSpPr>
        <p:spPr>
          <a:xfrm>
            <a:off x="1588" y="0"/>
            <a:ext cx="76180" cy="6858000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A2AF16-EBB3-5DEA-A54F-EBDF023664EB}"/>
              </a:ext>
            </a:extLst>
          </p:cNvPr>
          <p:cNvSpPr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4DE92-D48B-C955-9C2F-BEAE7088D911}"/>
              </a:ext>
            </a:extLst>
          </p:cNvPr>
          <p:cNvSpPr txBox="1"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+mn-ea"/>
              </a:rPr>
              <a:t>3</a:t>
            </a:r>
            <a:endParaRPr sz="3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0FD93-748A-F9E5-069F-F1BD73C352DF}"/>
              </a:ext>
            </a:extLst>
          </p:cNvPr>
          <p:cNvSpPr txBox="1"/>
          <p:nvPr/>
        </p:nvSpPr>
        <p:spPr>
          <a:xfrm>
            <a:off x="1398239" y="2085415"/>
            <a:ext cx="69832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4000" b="1" dirty="0">
                <a:latin typeface="+mn-ea"/>
              </a:rPr>
              <a:t>개선 방향</a:t>
            </a:r>
            <a:endParaRPr sz="40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B525B-1C8A-229E-A80B-2474019B66FC}"/>
              </a:ext>
            </a:extLst>
          </p:cNvPr>
          <p:cNvSpPr txBox="1"/>
          <p:nvPr/>
        </p:nvSpPr>
        <p:spPr>
          <a:xfrm>
            <a:off x="1398239" y="2793301"/>
            <a:ext cx="6983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TO-BE Improvement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CF8A9-DE6B-DEFE-A518-2D4BDD0F9D55}"/>
              </a:ext>
            </a:extLst>
          </p:cNvPr>
          <p:cNvSpPr/>
          <p:nvPr/>
        </p:nvSpPr>
        <p:spPr>
          <a:xfrm>
            <a:off x="1398239" y="3174206"/>
            <a:ext cx="5713571" cy="12696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3025942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40780"/>
                <a:chOff x="184469" y="42227"/>
                <a:chExt cx="7054310" cy="340780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2923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300" b="1" dirty="0">
                      <a:solidFill>
                        <a:srgbClr val="E8ECF4"/>
                      </a:solidFill>
                      <a:latin typeface="+mn-ea"/>
                    </a:rPr>
                    <a:t>개선 방향 ① </a:t>
                  </a:r>
                  <a:r>
                    <a:rPr lang="en-US" altLang="ko-KR" sz="13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300" b="1" dirty="0">
                      <a:solidFill>
                        <a:srgbClr val="E8ECF4"/>
                      </a:solidFill>
                      <a:latin typeface="+mn-ea"/>
                    </a:rPr>
                    <a:t>공지사항</a:t>
                  </a:r>
                  <a:r>
                    <a:rPr lang="en-US" altLang="ko-KR" sz="1300" b="1" dirty="0">
                      <a:solidFill>
                        <a:srgbClr val="E8ECF4"/>
                      </a:solidFill>
                      <a:latin typeface="+mn-ea"/>
                    </a:rPr>
                    <a:t>·</a:t>
                  </a:r>
                  <a:r>
                    <a:rPr lang="ko-KR" altLang="en-US" sz="1300" b="1" dirty="0">
                      <a:solidFill>
                        <a:srgbClr val="E8ECF4"/>
                      </a:solidFill>
                      <a:latin typeface="+mn-ea"/>
                    </a:rPr>
                    <a:t>자료요청 통합</a:t>
                  </a: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255460" y="993760"/>
            <a:ext cx="11681081" cy="3721836"/>
            <a:chOff x="255460" y="993760"/>
            <a:chExt cx="11681081" cy="3721836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20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1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메뉴 구조 개편안 </a:t>
                </a:r>
                <a:r>
                  <a:rPr lang="en-US" altLang="ko-KR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AS-IS vs TO-BE (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상세</a:t>
                </a:r>
                <a:r>
                  <a:rPr lang="en-US" altLang="ko-KR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)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통합 효과 비교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개선 방향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TO-BE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E4A3E673-CF29-FDA6-725C-D56D26DDAA80}"/>
              </a:ext>
            </a:extLst>
          </p:cNvPr>
          <p:cNvSpPr/>
          <p:nvPr/>
        </p:nvSpPr>
        <p:spPr>
          <a:xfrm>
            <a:off x="255461" y="1489312"/>
            <a:ext cx="5745314" cy="253936"/>
          </a:xfrm>
          <a:prstGeom prst="rect">
            <a:avLst/>
          </a:prstGeom>
          <a:solidFill>
            <a:srgbClr val="CC33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38D53A-3591-771C-F8E2-8FDBFB24CF10}"/>
              </a:ext>
            </a:extLst>
          </p:cNvPr>
          <p:cNvSpPr txBox="1"/>
          <p:nvPr/>
        </p:nvSpPr>
        <p:spPr>
          <a:xfrm>
            <a:off x="255461" y="1489313"/>
            <a:ext cx="5745314" cy="307777"/>
          </a:xfrm>
          <a:prstGeom prst="rect">
            <a:avLst/>
          </a:prstGeom>
          <a:solidFill>
            <a:srgbClr val="445064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+mn-ea"/>
              </a:rPr>
              <a:t>◀  AS-IS (현행)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DD5BB4A9-6711-242B-419A-0CA15751B659}"/>
              </a:ext>
            </a:extLst>
          </p:cNvPr>
          <p:cNvSpPr/>
          <p:nvPr/>
        </p:nvSpPr>
        <p:spPr>
          <a:xfrm>
            <a:off x="6191227" y="1489312"/>
            <a:ext cx="5745314" cy="253936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D59F77-EAB3-129D-CD50-3BC320406651}"/>
              </a:ext>
            </a:extLst>
          </p:cNvPr>
          <p:cNvSpPr txBox="1"/>
          <p:nvPr/>
        </p:nvSpPr>
        <p:spPr>
          <a:xfrm>
            <a:off x="6191227" y="1489313"/>
            <a:ext cx="5745314" cy="307777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+mn-ea"/>
              </a:rPr>
              <a:t>▶  TO-BE (개선)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255461" y="1794034"/>
            <a:ext cx="11681080" cy="2102526"/>
            <a:chOff x="255461" y="1794035"/>
            <a:chExt cx="11681080" cy="143473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C77D9C-9695-F4C9-8E1E-10BF2EFD1F69}"/>
                </a:ext>
              </a:extLst>
            </p:cNvPr>
            <p:cNvSpPr txBox="1"/>
            <p:nvPr/>
          </p:nvSpPr>
          <p:spPr>
            <a:xfrm>
              <a:off x="255461" y="1794035"/>
              <a:ext cx="5745314" cy="26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공지사항</a:t>
              </a:r>
              <a:endParaRPr sz="14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82B57C-B0E9-BA10-EE8A-4225FFCF3F3C}"/>
                </a:ext>
              </a:extLst>
            </p:cNvPr>
            <p:cNvSpPr txBox="1"/>
            <p:nvPr/>
          </p:nvSpPr>
          <p:spPr>
            <a:xfrm>
              <a:off x="6191227" y="1794035"/>
              <a:ext cx="5745314" cy="26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공지사항</a:t>
              </a:r>
              <a:endParaRPr sz="14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61078EC0-860B-92CC-0EB7-C84A3766C29E}"/>
                </a:ext>
              </a:extLst>
            </p:cNvPr>
            <p:cNvSpPr/>
            <p:nvPr/>
          </p:nvSpPr>
          <p:spPr>
            <a:xfrm>
              <a:off x="255461" y="2022578"/>
              <a:ext cx="187278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438D17-7BD4-667A-73C1-53713475903C}"/>
                </a:ext>
              </a:extLst>
            </p:cNvPr>
            <p:cNvSpPr txBox="1"/>
            <p:nvPr/>
          </p:nvSpPr>
          <p:spPr>
            <a:xfrm>
              <a:off x="255461" y="2060667"/>
              <a:ext cx="1872781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대변인방</a:t>
              </a:r>
              <a:endParaRPr sz="105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A829F0-9E84-8406-2346-6E8352A25444}"/>
                </a:ext>
              </a:extLst>
            </p:cNvPr>
            <p:cNvSpPr txBox="1"/>
            <p:nvPr/>
          </p:nvSpPr>
          <p:spPr>
            <a:xfrm>
              <a:off x="255461" y="2238423"/>
              <a:ext cx="1872781" cy="213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 err="1">
                  <a:solidFill>
                    <a:srgbClr val="882222"/>
                  </a:solidFill>
                  <a:latin typeface="+mn-ea"/>
                </a:rPr>
                <a:t>공지사항</a:t>
              </a:r>
              <a:endParaRPr sz="1000" dirty="0">
                <a:solidFill>
                  <a:srgbClr val="882222"/>
                </a:solidFill>
                <a:latin typeface="+mn-ea"/>
              </a:endParaRPr>
            </a:p>
          </p:txBody>
        </p: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EF583688-D2AD-7C72-91DE-1A9CADD898E1}"/>
                </a:ext>
              </a:extLst>
            </p:cNvPr>
            <p:cNvSpPr/>
            <p:nvPr/>
          </p:nvSpPr>
          <p:spPr>
            <a:xfrm>
              <a:off x="2191726" y="2022578"/>
              <a:ext cx="187278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900D592-DAAE-0A53-401E-CB44D2C82A44}"/>
                </a:ext>
              </a:extLst>
            </p:cNvPr>
            <p:cNvSpPr txBox="1"/>
            <p:nvPr/>
          </p:nvSpPr>
          <p:spPr>
            <a:xfrm>
              <a:off x="2191726" y="2060667"/>
              <a:ext cx="1872781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온라인방</a:t>
              </a:r>
              <a:endParaRPr sz="105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E8545B-987B-53A9-85C6-638B14478DD8}"/>
                </a:ext>
              </a:extLst>
            </p:cNvPr>
            <p:cNvSpPr txBox="1"/>
            <p:nvPr/>
          </p:nvSpPr>
          <p:spPr>
            <a:xfrm>
              <a:off x="2191726" y="2238423"/>
              <a:ext cx="1872781" cy="213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>
                  <a:solidFill>
                    <a:srgbClr val="882222"/>
                  </a:solidFill>
                  <a:latin typeface="+mn-ea"/>
                </a:rPr>
                <a:t>온대알림 (명칭 상이)</a:t>
              </a: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D0BB19DD-D5A6-BB11-3C5C-E0AD816230F2}"/>
                </a:ext>
              </a:extLst>
            </p:cNvPr>
            <p:cNvSpPr/>
            <p:nvPr/>
          </p:nvSpPr>
          <p:spPr>
            <a:xfrm>
              <a:off x="4127993" y="2022578"/>
              <a:ext cx="187278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99FB15A-04F6-520C-BB14-8832E38B0CCC}"/>
                </a:ext>
              </a:extLst>
            </p:cNvPr>
            <p:cNvSpPr txBox="1"/>
            <p:nvPr/>
          </p:nvSpPr>
          <p:spPr>
            <a:xfrm>
              <a:off x="4127993" y="2060667"/>
              <a:ext cx="1872781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외신대변인방</a:t>
              </a:r>
              <a:endParaRPr sz="105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DC61B0-A027-4854-402C-A22AE6D87D1A}"/>
                </a:ext>
              </a:extLst>
            </p:cNvPr>
            <p:cNvSpPr txBox="1"/>
            <p:nvPr/>
          </p:nvSpPr>
          <p:spPr>
            <a:xfrm>
              <a:off x="4127993" y="2238423"/>
              <a:ext cx="1872781" cy="213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>
                  <a:solidFill>
                    <a:srgbClr val="882222"/>
                  </a:solidFill>
                  <a:latin typeface="+mn-ea"/>
                </a:rPr>
                <a:t>공지사항</a:t>
              </a:r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6191227" y="2022578"/>
              <a:ext cx="5745314" cy="457085"/>
            </a:xfrm>
            <a:prstGeom prst="rect">
              <a:avLst/>
            </a:prstGeom>
            <a:solidFill>
              <a:srgbClr val="EBF4FF"/>
            </a:solidFill>
            <a:ln w="19050"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6191227" y="2060667"/>
              <a:ext cx="5745314" cy="26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공지사항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036370A-3315-0D63-E228-48B1F0BFABD9}"/>
                </a:ext>
              </a:extLst>
            </p:cNvPr>
            <p:cNvSpPr txBox="1"/>
            <p:nvPr/>
          </p:nvSpPr>
          <p:spPr>
            <a:xfrm>
              <a:off x="6191227" y="2238424"/>
              <a:ext cx="5745314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[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채널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필터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]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전체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/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대변인방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/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온라인방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/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외신대변인방</a:t>
              </a:r>
              <a:endParaRPr sz="1050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E612783-EDD7-7737-C926-31A4927EFC63}"/>
                </a:ext>
              </a:extLst>
            </p:cNvPr>
            <p:cNvSpPr txBox="1"/>
            <p:nvPr/>
          </p:nvSpPr>
          <p:spPr>
            <a:xfrm>
              <a:off x="255461" y="2543146"/>
              <a:ext cx="5745314" cy="26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자료요청</a:t>
              </a:r>
              <a:endParaRPr sz="14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9984749-D49E-F992-0A0E-DCBA60A98254}"/>
                </a:ext>
              </a:extLst>
            </p:cNvPr>
            <p:cNvSpPr txBox="1"/>
            <p:nvPr/>
          </p:nvSpPr>
          <p:spPr>
            <a:xfrm>
              <a:off x="6191227" y="2543146"/>
              <a:ext cx="5745314" cy="26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E6D688F3-E124-E26A-C993-F3DCBD903DB7}"/>
                </a:ext>
              </a:extLst>
            </p:cNvPr>
            <p:cNvSpPr/>
            <p:nvPr/>
          </p:nvSpPr>
          <p:spPr>
            <a:xfrm>
              <a:off x="255461" y="2771689"/>
              <a:ext cx="187278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F6F726-268C-926F-5472-9CF0FA315E97}"/>
                </a:ext>
              </a:extLst>
            </p:cNvPr>
            <p:cNvSpPr txBox="1"/>
            <p:nvPr/>
          </p:nvSpPr>
          <p:spPr>
            <a:xfrm>
              <a:off x="255461" y="2809778"/>
              <a:ext cx="1872781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대변인방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F290022-AB7C-1D97-103A-5D67C1FB3257}"/>
                </a:ext>
              </a:extLst>
            </p:cNvPr>
            <p:cNvSpPr txBox="1"/>
            <p:nvPr/>
          </p:nvSpPr>
          <p:spPr>
            <a:xfrm>
              <a:off x="255461" y="2987534"/>
              <a:ext cx="1872781" cy="213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>
                  <a:solidFill>
                    <a:srgbClr val="882222"/>
                  </a:solidFill>
                  <a:latin typeface="+mn-ea"/>
                </a:rPr>
                <a:t>독립 자료요청</a:t>
              </a:r>
            </a:p>
          </p:txBody>
        </p:sp>
        <p:sp>
          <p:nvSpPr>
            <p:cNvPr id="48" name="Rectangle 32">
              <a:extLst>
                <a:ext uri="{FF2B5EF4-FFF2-40B4-BE49-F238E27FC236}">
                  <a16:creationId xmlns:a16="http://schemas.microsoft.com/office/drawing/2014/main" id="{9B031FFA-8291-2238-298C-3D3F0C927212}"/>
                </a:ext>
              </a:extLst>
            </p:cNvPr>
            <p:cNvSpPr/>
            <p:nvPr/>
          </p:nvSpPr>
          <p:spPr>
            <a:xfrm>
              <a:off x="2191726" y="2771689"/>
              <a:ext cx="187278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79ACFE-9924-5FF5-49EB-A94958253F83}"/>
                </a:ext>
              </a:extLst>
            </p:cNvPr>
            <p:cNvSpPr txBox="1"/>
            <p:nvPr/>
          </p:nvSpPr>
          <p:spPr>
            <a:xfrm>
              <a:off x="2191726" y="2809778"/>
              <a:ext cx="1872781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온라인방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3A743C5-C37C-62C0-547F-285C90AB5EAC}"/>
                </a:ext>
              </a:extLst>
            </p:cNvPr>
            <p:cNvSpPr txBox="1"/>
            <p:nvPr/>
          </p:nvSpPr>
          <p:spPr>
            <a:xfrm>
              <a:off x="2191726" y="2987534"/>
              <a:ext cx="1872781" cy="213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>
                  <a:solidFill>
                    <a:srgbClr val="882222"/>
                  </a:solidFill>
                  <a:latin typeface="+mn-ea"/>
                </a:rPr>
                <a:t>독립 자료요청</a:t>
              </a: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1536CF5B-5CC3-D19F-B1B9-32DAB7386637}"/>
                </a:ext>
              </a:extLst>
            </p:cNvPr>
            <p:cNvSpPr/>
            <p:nvPr/>
          </p:nvSpPr>
          <p:spPr>
            <a:xfrm>
              <a:off x="4127993" y="2771689"/>
              <a:ext cx="187278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10EB767-ACD1-8D09-5513-874C0C1ACA86}"/>
                </a:ext>
              </a:extLst>
            </p:cNvPr>
            <p:cNvSpPr txBox="1"/>
            <p:nvPr/>
          </p:nvSpPr>
          <p:spPr>
            <a:xfrm>
              <a:off x="4127993" y="2809778"/>
              <a:ext cx="1872781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외신대변인방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6A6FA10-97D0-C376-A799-F340CC516036}"/>
                </a:ext>
              </a:extLst>
            </p:cNvPr>
            <p:cNvSpPr txBox="1"/>
            <p:nvPr/>
          </p:nvSpPr>
          <p:spPr>
            <a:xfrm>
              <a:off x="4127993" y="2987534"/>
              <a:ext cx="1872781" cy="213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>
                  <a:solidFill>
                    <a:srgbClr val="882222"/>
                  </a:solidFill>
                  <a:latin typeface="+mn-ea"/>
                </a:rPr>
                <a:t>독립 자료요청</a:t>
              </a:r>
            </a:p>
          </p:txBody>
        </p:sp>
        <p:sp>
          <p:nvSpPr>
            <p:cNvPr id="54" name="Rectangle 38">
              <a:extLst>
                <a:ext uri="{FF2B5EF4-FFF2-40B4-BE49-F238E27FC236}">
                  <a16:creationId xmlns:a16="http://schemas.microsoft.com/office/drawing/2014/main" id="{4A386A8E-E223-0BA1-20DF-FD2E70202D51}"/>
                </a:ext>
              </a:extLst>
            </p:cNvPr>
            <p:cNvSpPr/>
            <p:nvPr/>
          </p:nvSpPr>
          <p:spPr>
            <a:xfrm>
              <a:off x="6191227" y="2771689"/>
              <a:ext cx="5745314" cy="457085"/>
            </a:xfrm>
            <a:prstGeom prst="rect">
              <a:avLst/>
            </a:prstGeom>
            <a:solidFill>
              <a:srgbClr val="EBF4FF"/>
            </a:solidFill>
            <a:ln w="19050"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DB549F6-DB39-4F27-3282-3AC91A4D68D0}"/>
                </a:ext>
              </a:extLst>
            </p:cNvPr>
            <p:cNvSpPr txBox="1"/>
            <p:nvPr/>
          </p:nvSpPr>
          <p:spPr>
            <a:xfrm>
              <a:off x="6191227" y="2809778"/>
              <a:ext cx="5745314" cy="26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 err="1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자료요청</a:t>
              </a:r>
              <a:endParaRPr sz="14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80510AA-1D45-B797-DD94-A8C708CAAB62}"/>
                </a:ext>
              </a:extLst>
            </p:cNvPr>
            <p:cNvSpPr txBox="1"/>
            <p:nvPr/>
          </p:nvSpPr>
          <p:spPr>
            <a:xfrm>
              <a:off x="6191227" y="2987535"/>
              <a:ext cx="5745314" cy="219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[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채널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선택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]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복수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선택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+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업무캘린더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자동</a:t>
              </a:r>
              <a:r>
                <a:rPr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연동</a:t>
              </a:r>
              <a:endParaRPr sz="1050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C878D75-5CDF-3AD8-9F6E-E43DE1704848}"/>
              </a:ext>
            </a:extLst>
          </p:cNvPr>
          <p:cNvGrpSpPr/>
          <p:nvPr/>
        </p:nvGrpSpPr>
        <p:grpSpPr>
          <a:xfrm>
            <a:off x="255461" y="4895263"/>
            <a:ext cx="11681080" cy="1472431"/>
            <a:chOff x="255523" y="2881222"/>
            <a:chExt cx="11681079" cy="1472431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73193E80-3874-A175-BD21-E95281C54A1C}"/>
                </a:ext>
              </a:extLst>
            </p:cNvPr>
            <p:cNvGrpSpPr/>
            <p:nvPr/>
          </p:nvGrpSpPr>
          <p:grpSpPr>
            <a:xfrm>
              <a:off x="255523" y="2881222"/>
              <a:ext cx="11681079" cy="294486"/>
              <a:chOff x="255523" y="2881222"/>
              <a:chExt cx="11681079" cy="294486"/>
            </a:xfrm>
          </p:grpSpPr>
          <p:sp>
            <p:nvSpPr>
              <p:cNvPr id="96" name="Rectangle 44">
                <a:extLst>
                  <a:ext uri="{FF2B5EF4-FFF2-40B4-BE49-F238E27FC236}">
                    <a16:creationId xmlns:a16="http://schemas.microsoft.com/office/drawing/2014/main" id="{59F7D4B2-E8E6-1C25-8DC1-39DCEEABEAF4}"/>
                  </a:ext>
                </a:extLst>
              </p:cNvPr>
              <p:cNvSpPr/>
              <p:nvPr/>
            </p:nvSpPr>
            <p:spPr>
              <a:xfrm>
                <a:off x="255523" y="2881222"/>
                <a:ext cx="2240207" cy="29448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7" name="Rectangle 46">
                <a:extLst>
                  <a:ext uri="{FF2B5EF4-FFF2-40B4-BE49-F238E27FC236}">
                    <a16:creationId xmlns:a16="http://schemas.microsoft.com/office/drawing/2014/main" id="{8C58E06F-9E0D-799B-B739-A3A5BC5E0859}"/>
                  </a:ext>
                </a:extLst>
              </p:cNvPr>
              <p:cNvSpPr/>
              <p:nvPr/>
            </p:nvSpPr>
            <p:spPr>
              <a:xfrm>
                <a:off x="2495730" y="2881222"/>
                <a:ext cx="2240207" cy="29448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8" name="Rectangle 48">
                <a:extLst>
                  <a:ext uri="{FF2B5EF4-FFF2-40B4-BE49-F238E27FC236}">
                    <a16:creationId xmlns:a16="http://schemas.microsoft.com/office/drawing/2014/main" id="{0F61A4DE-7B5C-9C4E-CAAF-B73334C4355B}"/>
                  </a:ext>
                </a:extLst>
              </p:cNvPr>
              <p:cNvSpPr/>
              <p:nvPr/>
            </p:nvSpPr>
            <p:spPr>
              <a:xfrm>
                <a:off x="4735937" y="2881222"/>
                <a:ext cx="2240207" cy="29448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9" name="Rectangle 50">
                <a:extLst>
                  <a:ext uri="{FF2B5EF4-FFF2-40B4-BE49-F238E27FC236}">
                    <a16:creationId xmlns:a16="http://schemas.microsoft.com/office/drawing/2014/main" id="{83DAA6EB-E040-EB27-31CE-07EC188AC9D8}"/>
                  </a:ext>
                </a:extLst>
              </p:cNvPr>
              <p:cNvSpPr/>
              <p:nvPr/>
            </p:nvSpPr>
            <p:spPr>
              <a:xfrm>
                <a:off x="6976144" y="2881222"/>
                <a:ext cx="4960458" cy="29448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1E78810-D10A-A9CD-50CD-499B5D67C619}"/>
                </a:ext>
              </a:extLst>
            </p:cNvPr>
            <p:cNvGrpSpPr/>
            <p:nvPr/>
          </p:nvGrpSpPr>
          <p:grpSpPr>
            <a:xfrm>
              <a:off x="255523" y="2919968"/>
              <a:ext cx="11681079" cy="1433685"/>
              <a:chOff x="255525" y="2799645"/>
              <a:chExt cx="9268680" cy="1174454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C79FC63-92CC-C898-230D-73A98E67410D}"/>
                  </a:ext>
                </a:extLst>
              </p:cNvPr>
              <p:cNvSpPr txBox="1"/>
              <p:nvPr/>
            </p:nvSpPr>
            <p:spPr>
              <a:xfrm>
                <a:off x="293615" y="2799645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비교 항목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9A60B1-CCAE-674C-D992-2A22F97A50CC}"/>
                  </a:ext>
                </a:extLst>
              </p:cNvPr>
              <p:cNvSpPr txBox="1"/>
              <p:nvPr/>
            </p:nvSpPr>
            <p:spPr>
              <a:xfrm>
                <a:off x="2071170" y="2799645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AS-IS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96D587A-0048-F06D-6FB3-7A766E953CB1}"/>
                  </a:ext>
                </a:extLst>
              </p:cNvPr>
              <p:cNvSpPr txBox="1"/>
              <p:nvPr/>
            </p:nvSpPr>
            <p:spPr>
              <a:xfrm>
                <a:off x="3848725" y="2799645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TO-BE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C64738E-E81D-DF6E-A64E-2D794298458C}"/>
                  </a:ext>
                </a:extLst>
              </p:cNvPr>
              <p:cNvSpPr txBox="1"/>
              <p:nvPr/>
            </p:nvSpPr>
            <p:spPr>
              <a:xfrm>
                <a:off x="5626280" y="2799645"/>
                <a:ext cx="385983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개선 효과</a:t>
                </a:r>
              </a:p>
            </p:txBody>
          </p:sp>
          <p:sp>
            <p:nvSpPr>
              <p:cNvPr id="64" name="Rectangle 52">
                <a:extLst>
                  <a:ext uri="{FF2B5EF4-FFF2-40B4-BE49-F238E27FC236}">
                    <a16:creationId xmlns:a16="http://schemas.microsoft.com/office/drawing/2014/main" id="{59B0E4BD-18A4-1A61-5188-B19A7ED8AEEE}"/>
                  </a:ext>
                </a:extLst>
              </p:cNvPr>
              <p:cNvSpPr/>
              <p:nvPr/>
            </p:nvSpPr>
            <p:spPr>
              <a:xfrm>
                <a:off x="255525" y="3009143"/>
                <a:ext cx="177755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EE729DE-90B2-1AFC-9BC2-5F56AF39E757}"/>
                  </a:ext>
                </a:extLst>
              </p:cNvPr>
              <p:cNvSpPr txBox="1"/>
              <p:nvPr/>
            </p:nvSpPr>
            <p:spPr>
              <a:xfrm>
                <a:off x="293615" y="3034535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메뉴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수 (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공지+자료요청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)</a:t>
                </a:r>
              </a:p>
            </p:txBody>
          </p:sp>
          <p:sp>
            <p:nvSpPr>
              <p:cNvPr id="66" name="Rectangle 54">
                <a:extLst>
                  <a:ext uri="{FF2B5EF4-FFF2-40B4-BE49-F238E27FC236}">
                    <a16:creationId xmlns:a16="http://schemas.microsoft.com/office/drawing/2014/main" id="{C4F587CF-0DBC-0112-1B46-2D04455D3ED6}"/>
                  </a:ext>
                </a:extLst>
              </p:cNvPr>
              <p:cNvSpPr/>
              <p:nvPr/>
            </p:nvSpPr>
            <p:spPr>
              <a:xfrm>
                <a:off x="2033080" y="3009143"/>
                <a:ext cx="177755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9865E4C-B27B-4115-FACF-61FF02EA64D9}"/>
                  </a:ext>
                </a:extLst>
              </p:cNvPr>
              <p:cNvSpPr txBox="1"/>
              <p:nvPr/>
            </p:nvSpPr>
            <p:spPr>
              <a:xfrm>
                <a:off x="2071170" y="3034535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6개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독립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운영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68" name="Rectangle 56">
                <a:extLst>
                  <a:ext uri="{FF2B5EF4-FFF2-40B4-BE49-F238E27FC236}">
                    <a16:creationId xmlns:a16="http://schemas.microsoft.com/office/drawing/2014/main" id="{47CAA011-8403-CF7B-251F-E4FF9C45F185}"/>
                  </a:ext>
                </a:extLst>
              </p:cNvPr>
              <p:cNvSpPr/>
              <p:nvPr/>
            </p:nvSpPr>
            <p:spPr>
              <a:xfrm>
                <a:off x="3810635" y="3009143"/>
                <a:ext cx="177755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094001E-62E5-5AC2-50C3-46316DC19B99}"/>
                  </a:ext>
                </a:extLst>
              </p:cNvPr>
              <p:cNvSpPr txBox="1"/>
              <p:nvPr/>
            </p:nvSpPr>
            <p:spPr>
              <a:xfrm>
                <a:off x="3848725" y="3034535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2개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통합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메뉴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70" name="Rectangle 58">
                <a:extLst>
                  <a:ext uri="{FF2B5EF4-FFF2-40B4-BE49-F238E27FC236}">
                    <a16:creationId xmlns:a16="http://schemas.microsoft.com/office/drawing/2014/main" id="{6BF7C481-17A6-FE6B-6F69-6A5D703B2C97}"/>
                  </a:ext>
                </a:extLst>
              </p:cNvPr>
              <p:cNvSpPr/>
              <p:nvPr/>
            </p:nvSpPr>
            <p:spPr>
              <a:xfrm>
                <a:off x="5588190" y="3009143"/>
                <a:ext cx="393601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60D5E83-FD97-A34F-2E92-26A9E800255D}"/>
                  </a:ext>
                </a:extLst>
              </p:cNvPr>
              <p:cNvSpPr txBox="1"/>
              <p:nvPr/>
            </p:nvSpPr>
            <p:spPr>
              <a:xfrm>
                <a:off x="5626280" y="3034535"/>
                <a:ext cx="385983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소메뉴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66%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감소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72" name="Rectangle 60">
                <a:extLst>
                  <a:ext uri="{FF2B5EF4-FFF2-40B4-BE49-F238E27FC236}">
                    <a16:creationId xmlns:a16="http://schemas.microsoft.com/office/drawing/2014/main" id="{3E1BEC01-44E7-9783-47F4-A4978B2E3BC7}"/>
                  </a:ext>
                </a:extLst>
              </p:cNvPr>
              <p:cNvSpPr/>
              <p:nvPr/>
            </p:nvSpPr>
            <p:spPr>
              <a:xfrm>
                <a:off x="255525" y="3250382"/>
                <a:ext cx="177755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D4E42F-DECA-033C-DD8B-8D5E992C11C9}"/>
                  </a:ext>
                </a:extLst>
              </p:cNvPr>
              <p:cNvSpPr txBox="1"/>
              <p:nvPr/>
            </p:nvSpPr>
            <p:spPr>
              <a:xfrm>
                <a:off x="293615" y="3275774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코드 중복</a:t>
                </a:r>
              </a:p>
            </p:txBody>
          </p:sp>
          <p:sp>
            <p:nvSpPr>
              <p:cNvPr id="74" name="Rectangle 62">
                <a:extLst>
                  <a:ext uri="{FF2B5EF4-FFF2-40B4-BE49-F238E27FC236}">
                    <a16:creationId xmlns:a16="http://schemas.microsoft.com/office/drawing/2014/main" id="{56F36242-E838-C8BB-FAE5-59D9271B90B5}"/>
                  </a:ext>
                </a:extLst>
              </p:cNvPr>
              <p:cNvSpPr/>
              <p:nvPr/>
            </p:nvSpPr>
            <p:spPr>
              <a:xfrm>
                <a:off x="2033080" y="3250382"/>
                <a:ext cx="177755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9F5DF67-1332-A5FB-5049-534CA5DE4002}"/>
                  </a:ext>
                </a:extLst>
              </p:cNvPr>
              <p:cNvSpPr txBox="1"/>
              <p:nvPr/>
            </p:nvSpPr>
            <p:spPr>
              <a:xfrm>
                <a:off x="2071170" y="3275774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3벌 CRUD 로직</a:t>
                </a:r>
              </a:p>
            </p:txBody>
          </p:sp>
          <p:sp>
            <p:nvSpPr>
              <p:cNvPr id="76" name="Rectangle 64">
                <a:extLst>
                  <a:ext uri="{FF2B5EF4-FFF2-40B4-BE49-F238E27FC236}">
                    <a16:creationId xmlns:a16="http://schemas.microsoft.com/office/drawing/2014/main" id="{39BC7234-F90B-044C-BDDD-9E0BFE1F0ECF}"/>
                  </a:ext>
                </a:extLst>
              </p:cNvPr>
              <p:cNvSpPr/>
              <p:nvPr/>
            </p:nvSpPr>
            <p:spPr>
              <a:xfrm>
                <a:off x="3810635" y="3250382"/>
                <a:ext cx="177755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827BAA7-0DD1-AC85-D4EA-5E1E1FA951D6}"/>
                  </a:ext>
                </a:extLst>
              </p:cNvPr>
              <p:cNvSpPr txBox="1"/>
              <p:nvPr/>
            </p:nvSpPr>
            <p:spPr>
              <a:xfrm>
                <a:off x="3848725" y="3275774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단일 공통 로직</a:t>
                </a:r>
              </a:p>
            </p:txBody>
          </p:sp>
          <p:sp>
            <p:nvSpPr>
              <p:cNvPr id="78" name="Rectangle 66">
                <a:extLst>
                  <a:ext uri="{FF2B5EF4-FFF2-40B4-BE49-F238E27FC236}">
                    <a16:creationId xmlns:a16="http://schemas.microsoft.com/office/drawing/2014/main" id="{2E40A5CE-400B-AADE-4864-0156F7103211}"/>
                  </a:ext>
                </a:extLst>
              </p:cNvPr>
              <p:cNvSpPr/>
              <p:nvPr/>
            </p:nvSpPr>
            <p:spPr>
              <a:xfrm>
                <a:off x="5588190" y="3250382"/>
                <a:ext cx="393601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F8AD17E-234C-5336-6A0F-0964ACEB66F3}"/>
                  </a:ext>
                </a:extLst>
              </p:cNvPr>
              <p:cNvSpPr txBox="1"/>
              <p:nvPr/>
            </p:nvSpPr>
            <p:spPr>
              <a:xfrm>
                <a:off x="5626280" y="3275774"/>
                <a:ext cx="385983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유지보수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비용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감소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80" name="Rectangle 68">
                <a:extLst>
                  <a:ext uri="{FF2B5EF4-FFF2-40B4-BE49-F238E27FC236}">
                    <a16:creationId xmlns:a16="http://schemas.microsoft.com/office/drawing/2014/main" id="{DF7FCA17-9A1F-5224-7FB0-8983F58C1A83}"/>
                  </a:ext>
                </a:extLst>
              </p:cNvPr>
              <p:cNvSpPr/>
              <p:nvPr/>
            </p:nvSpPr>
            <p:spPr>
              <a:xfrm>
                <a:off x="255525" y="3491621"/>
                <a:ext cx="177755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E78CC5F-7088-374B-31FD-03ECD58E548F}"/>
                  </a:ext>
                </a:extLst>
              </p:cNvPr>
              <p:cNvSpPr txBox="1"/>
              <p:nvPr/>
            </p:nvSpPr>
            <p:spPr>
              <a:xfrm>
                <a:off x="293615" y="3517013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검색 범위</a:t>
                </a:r>
              </a:p>
            </p:txBody>
          </p:sp>
          <p:sp>
            <p:nvSpPr>
              <p:cNvPr id="82" name="Rectangle 70">
                <a:extLst>
                  <a:ext uri="{FF2B5EF4-FFF2-40B4-BE49-F238E27FC236}">
                    <a16:creationId xmlns:a16="http://schemas.microsoft.com/office/drawing/2014/main" id="{4D90FE66-C545-D399-3993-E739D866E1B7}"/>
                  </a:ext>
                </a:extLst>
              </p:cNvPr>
              <p:cNvSpPr/>
              <p:nvPr/>
            </p:nvSpPr>
            <p:spPr>
              <a:xfrm>
                <a:off x="2033080" y="3491621"/>
                <a:ext cx="177755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DF46CE0-FF36-4596-F462-5A0650A9E8B3}"/>
                  </a:ext>
                </a:extLst>
              </p:cNvPr>
              <p:cNvSpPr txBox="1"/>
              <p:nvPr/>
            </p:nvSpPr>
            <p:spPr>
              <a:xfrm>
                <a:off x="2071170" y="3517013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메뉴별 독립 검색</a:t>
                </a:r>
              </a:p>
            </p:txBody>
          </p:sp>
          <p:sp>
            <p:nvSpPr>
              <p:cNvPr id="84" name="Rectangle 72">
                <a:extLst>
                  <a:ext uri="{FF2B5EF4-FFF2-40B4-BE49-F238E27FC236}">
                    <a16:creationId xmlns:a16="http://schemas.microsoft.com/office/drawing/2014/main" id="{31956558-3AAA-B7CF-9B3D-A1CCD657D7DB}"/>
                  </a:ext>
                </a:extLst>
              </p:cNvPr>
              <p:cNvSpPr/>
              <p:nvPr/>
            </p:nvSpPr>
            <p:spPr>
              <a:xfrm>
                <a:off x="3810635" y="3491621"/>
                <a:ext cx="177755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B224005-D27E-47A1-C717-17B0C3BB427C}"/>
                  </a:ext>
                </a:extLst>
              </p:cNvPr>
              <p:cNvSpPr txBox="1"/>
              <p:nvPr/>
            </p:nvSpPr>
            <p:spPr>
              <a:xfrm>
                <a:off x="3848725" y="3517013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통합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채널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검색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86" name="Rectangle 74">
                <a:extLst>
                  <a:ext uri="{FF2B5EF4-FFF2-40B4-BE49-F238E27FC236}">
                    <a16:creationId xmlns:a16="http://schemas.microsoft.com/office/drawing/2014/main" id="{59368123-4FE4-F239-137E-3362724D172F}"/>
                  </a:ext>
                </a:extLst>
              </p:cNvPr>
              <p:cNvSpPr/>
              <p:nvPr/>
            </p:nvSpPr>
            <p:spPr>
              <a:xfrm>
                <a:off x="5588190" y="3491621"/>
                <a:ext cx="3936015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14EB01-E81F-9534-36CA-D2BDCCBC223E}"/>
                  </a:ext>
                </a:extLst>
              </p:cNvPr>
              <p:cNvSpPr txBox="1"/>
              <p:nvPr/>
            </p:nvSpPr>
            <p:spPr>
              <a:xfrm>
                <a:off x="5626280" y="3517013"/>
                <a:ext cx="385983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전체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채널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일괄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검색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88" name="Rectangle 76">
                <a:extLst>
                  <a:ext uri="{FF2B5EF4-FFF2-40B4-BE49-F238E27FC236}">
                    <a16:creationId xmlns:a16="http://schemas.microsoft.com/office/drawing/2014/main" id="{33470F99-E850-F896-6586-F5C17B4C34B0}"/>
                  </a:ext>
                </a:extLst>
              </p:cNvPr>
              <p:cNvSpPr/>
              <p:nvPr/>
            </p:nvSpPr>
            <p:spPr>
              <a:xfrm>
                <a:off x="255525" y="3732860"/>
                <a:ext cx="177755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83B0335-5A38-B5A3-EF0D-D9ADBD97FE62}"/>
                  </a:ext>
                </a:extLst>
              </p:cNvPr>
              <p:cNvSpPr txBox="1"/>
              <p:nvPr/>
            </p:nvSpPr>
            <p:spPr>
              <a:xfrm>
                <a:off x="293615" y="3758252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통계·분석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90" name="Rectangle 78">
                <a:extLst>
                  <a:ext uri="{FF2B5EF4-FFF2-40B4-BE49-F238E27FC236}">
                    <a16:creationId xmlns:a16="http://schemas.microsoft.com/office/drawing/2014/main" id="{8D66BC5E-2F2C-6B7A-5FCD-639562355064}"/>
                  </a:ext>
                </a:extLst>
              </p:cNvPr>
              <p:cNvSpPr/>
              <p:nvPr/>
            </p:nvSpPr>
            <p:spPr>
              <a:xfrm>
                <a:off x="2033080" y="3732860"/>
                <a:ext cx="177755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C687D93-129F-589F-C3E5-6B91D298EF32}"/>
                  </a:ext>
                </a:extLst>
              </p:cNvPr>
              <p:cNvSpPr txBox="1"/>
              <p:nvPr/>
            </p:nvSpPr>
            <p:spPr>
              <a:xfrm>
                <a:off x="2071170" y="3758252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채널별 분산</a:t>
                </a:r>
              </a:p>
            </p:txBody>
          </p:sp>
          <p:sp>
            <p:nvSpPr>
              <p:cNvPr id="92" name="Rectangle 80">
                <a:extLst>
                  <a:ext uri="{FF2B5EF4-FFF2-40B4-BE49-F238E27FC236}">
                    <a16:creationId xmlns:a16="http://schemas.microsoft.com/office/drawing/2014/main" id="{3F888D46-2771-A4DE-8429-8E77D39DFB04}"/>
                  </a:ext>
                </a:extLst>
              </p:cNvPr>
              <p:cNvSpPr/>
              <p:nvPr/>
            </p:nvSpPr>
            <p:spPr>
              <a:xfrm>
                <a:off x="3810635" y="3732860"/>
                <a:ext cx="177755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34C5ADF-8918-CA05-C167-A87929915AA5}"/>
                  </a:ext>
                </a:extLst>
              </p:cNvPr>
              <p:cNvSpPr txBox="1"/>
              <p:nvPr/>
            </p:nvSpPr>
            <p:spPr>
              <a:xfrm>
                <a:off x="3848725" y="3758252"/>
                <a:ext cx="170137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채널별·기관별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통합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94" name="Rectangle 82">
                <a:extLst>
                  <a:ext uri="{FF2B5EF4-FFF2-40B4-BE49-F238E27FC236}">
                    <a16:creationId xmlns:a16="http://schemas.microsoft.com/office/drawing/2014/main" id="{E1E5FA79-B471-69FE-0C57-DF0711183782}"/>
                  </a:ext>
                </a:extLst>
              </p:cNvPr>
              <p:cNvSpPr/>
              <p:nvPr/>
            </p:nvSpPr>
            <p:spPr>
              <a:xfrm>
                <a:off x="5588190" y="3732860"/>
                <a:ext cx="3936015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9293ADE-B629-E111-4B8B-3CA57F100956}"/>
                  </a:ext>
                </a:extLst>
              </p:cNvPr>
              <p:cNvSpPr txBox="1"/>
              <p:nvPr/>
            </p:nvSpPr>
            <p:spPr>
              <a:xfrm>
                <a:off x="5626280" y="3758252"/>
                <a:ext cx="3859835" cy="208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단일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대시보드</a:t>
                </a:r>
                <a:r>
                  <a:rPr lang="en-US" sz="1050" dirty="0">
                    <a:solidFill>
                      <a:srgbClr val="222222"/>
                    </a:solidFill>
                    <a:latin typeface="+mn-ea"/>
                  </a:rPr>
                  <a:t>/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추후 통계분석 용이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</p:grpSp>
      </p:grpSp>
      <p:sp>
        <p:nvSpPr>
          <p:cNvPr id="100" name="Rectangle 99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13 / 50</a:t>
            </a:r>
          </a:p>
        </p:txBody>
      </p:sp>
    </p:spTree>
    <p:extLst>
      <p:ext uri="{BB962C8B-B14F-4D97-AF65-F5344CB8AC3E}">
        <p14:creationId xmlns:p14="http://schemas.microsoft.com/office/powerpoint/2010/main" val="3614331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개선 방향 ①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권한 프로세스 자동화</a:t>
                  </a: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255460" y="993760"/>
            <a:ext cx="11681081" cy="3721836"/>
            <a:chOff x="255460" y="993760"/>
            <a:chExt cx="11681081" cy="3721836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20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1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권한 승인 프로세스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TO-BE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권한 승인 프로세스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개선 방향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TO-BE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121" name="Rectangle 9">
            <a:extLst>
              <a:ext uri="{FF2B5EF4-FFF2-40B4-BE49-F238E27FC236}">
                <a16:creationId xmlns:a16="http://schemas.microsoft.com/office/drawing/2014/main" id="{E4A3E673-CF29-FDA6-725C-D56D26DDAA80}"/>
              </a:ext>
            </a:extLst>
          </p:cNvPr>
          <p:cNvSpPr/>
          <p:nvPr/>
        </p:nvSpPr>
        <p:spPr>
          <a:xfrm>
            <a:off x="236384" y="1443044"/>
            <a:ext cx="5754696" cy="253936"/>
          </a:xfrm>
          <a:prstGeom prst="rect">
            <a:avLst/>
          </a:prstGeom>
          <a:solidFill>
            <a:srgbClr val="CC33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n-ea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38D53A-3591-771C-F8E2-8FDBFB24CF10}"/>
              </a:ext>
            </a:extLst>
          </p:cNvPr>
          <p:cNvSpPr txBox="1"/>
          <p:nvPr/>
        </p:nvSpPr>
        <p:spPr>
          <a:xfrm>
            <a:off x="236384" y="1443045"/>
            <a:ext cx="5754696" cy="307777"/>
          </a:xfrm>
          <a:prstGeom prst="rect">
            <a:avLst/>
          </a:prstGeom>
          <a:solidFill>
            <a:srgbClr val="445064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n-ea"/>
              </a:rPr>
              <a:t>◀  AS-IS (</a:t>
            </a:r>
            <a:r>
              <a:rPr sz="1400" b="1" dirty="0" err="1">
                <a:solidFill>
                  <a:srgbClr val="FFFFFF"/>
                </a:solidFill>
                <a:latin typeface="+mn-ea"/>
              </a:rPr>
              <a:t>현행</a:t>
            </a:r>
            <a:r>
              <a:rPr sz="1400" b="1" dirty="0">
                <a:solidFill>
                  <a:srgbClr val="FFFFFF"/>
                </a:solidFill>
                <a:latin typeface="+mn-ea"/>
              </a:rPr>
              <a:t>)</a:t>
            </a:r>
            <a:r>
              <a:rPr lang="en-US" sz="1400" b="1" dirty="0">
                <a:solidFill>
                  <a:srgbClr val="FFFFFF"/>
                </a:solidFill>
                <a:latin typeface="+mn-ea"/>
              </a:rPr>
              <a:t> –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</a:rPr>
              <a:t>수동 처리</a:t>
            </a:r>
            <a:endParaRPr sz="14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3" name="Rectangle 11">
            <a:extLst>
              <a:ext uri="{FF2B5EF4-FFF2-40B4-BE49-F238E27FC236}">
                <a16:creationId xmlns:a16="http://schemas.microsoft.com/office/drawing/2014/main" id="{DD5BB4A9-6711-242B-419A-0CA15751B659}"/>
              </a:ext>
            </a:extLst>
          </p:cNvPr>
          <p:cNvSpPr/>
          <p:nvPr/>
        </p:nvSpPr>
        <p:spPr>
          <a:xfrm>
            <a:off x="6181843" y="1443044"/>
            <a:ext cx="5754696" cy="253936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2D59F77-EAB3-129D-CD50-3BC320406651}"/>
              </a:ext>
            </a:extLst>
          </p:cNvPr>
          <p:cNvSpPr txBox="1"/>
          <p:nvPr/>
        </p:nvSpPr>
        <p:spPr>
          <a:xfrm>
            <a:off x="6181843" y="1443045"/>
            <a:ext cx="5754696" cy="307777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n-ea"/>
              </a:rPr>
              <a:t>▶  TO-BE </a:t>
            </a:r>
            <a:r>
              <a:rPr lang="en-US" sz="1400" b="1" dirty="0">
                <a:solidFill>
                  <a:srgbClr val="FFFFFF"/>
                </a:solidFill>
                <a:latin typeface="+mn-ea"/>
              </a:rPr>
              <a:t>–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</a:rPr>
              <a:t>시스템 자동화</a:t>
            </a:r>
            <a:endParaRPr sz="1400" b="1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475D66E-5956-4E0A-B5F1-DE1743D6BBA0}"/>
              </a:ext>
            </a:extLst>
          </p:cNvPr>
          <p:cNvGrpSpPr/>
          <p:nvPr/>
        </p:nvGrpSpPr>
        <p:grpSpPr>
          <a:xfrm>
            <a:off x="248968" y="2025686"/>
            <a:ext cx="11648063" cy="1073214"/>
            <a:chOff x="248968" y="1990384"/>
            <a:chExt cx="11648063" cy="511580"/>
          </a:xfrm>
        </p:grpSpPr>
        <p:grpSp>
          <p:nvGrpSpPr>
            <p:cNvPr id="123" name="그룹 122"/>
            <p:cNvGrpSpPr/>
            <p:nvPr/>
          </p:nvGrpSpPr>
          <p:grpSpPr>
            <a:xfrm>
              <a:off x="248968" y="1995373"/>
              <a:ext cx="1298117" cy="468000"/>
              <a:chOff x="249309" y="1960701"/>
              <a:chExt cx="1123535" cy="457085"/>
            </a:xfrm>
          </p:grpSpPr>
          <p:sp>
            <p:nvSpPr>
              <p:cNvPr id="136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249309" y="1960701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249309" y="2101041"/>
                <a:ext cx="1123535" cy="18627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사용자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로그인</a:t>
                </a:r>
                <a:endParaRPr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>
              <a:off x="1580300" y="216341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25" name="그룹 124"/>
            <p:cNvGrpSpPr/>
            <p:nvPr/>
          </p:nvGrpSpPr>
          <p:grpSpPr>
            <a:xfrm>
              <a:off x="1755540" y="1990384"/>
              <a:ext cx="1298118" cy="468000"/>
              <a:chOff x="1604631" y="1963046"/>
              <a:chExt cx="1123535" cy="457085"/>
            </a:xfrm>
          </p:grpSpPr>
          <p:sp>
            <p:nvSpPr>
              <p:cNvPr id="134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1604631" y="1963046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1604631" y="2139208"/>
                <a:ext cx="1123535" cy="1146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전화요청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26" name="TextBox 125"/>
            <p:cNvSpPr txBox="1"/>
            <p:nvPr/>
          </p:nvSpPr>
          <p:spPr>
            <a:xfrm>
              <a:off x="3079097" y="215142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27" name="그룹 126"/>
            <p:cNvGrpSpPr/>
            <p:nvPr/>
          </p:nvGrpSpPr>
          <p:grpSpPr>
            <a:xfrm>
              <a:off x="3242107" y="2001299"/>
              <a:ext cx="1298118" cy="468000"/>
              <a:chOff x="2967109" y="1978340"/>
              <a:chExt cx="1123535" cy="457085"/>
            </a:xfrm>
          </p:grpSpPr>
          <p:sp>
            <p:nvSpPr>
              <p:cNvPr id="132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2967109" y="1978340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2967109" y="2118680"/>
                <a:ext cx="1123535" cy="18627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담당자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확인</a:t>
                </a:r>
                <a:endParaRPr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4553070" y="216341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4692963" y="2001299"/>
              <a:ext cx="1298117" cy="468000"/>
              <a:chOff x="4309054" y="1960701"/>
              <a:chExt cx="1123535" cy="457085"/>
            </a:xfrm>
          </p:grpSpPr>
          <p:sp>
            <p:nvSpPr>
              <p:cNvPr id="130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4309054" y="1960701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4309054" y="2136863"/>
                <a:ext cx="1123535" cy="1146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권한 부여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05" name="TextBox 104"/>
            <p:cNvSpPr txBox="1"/>
            <p:nvPr/>
          </p:nvSpPr>
          <p:spPr>
            <a:xfrm>
              <a:off x="7193980" y="2130336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06" name="그룹 105"/>
            <p:cNvGrpSpPr/>
            <p:nvPr/>
          </p:nvGrpSpPr>
          <p:grpSpPr>
            <a:xfrm>
              <a:off x="7369710" y="1998174"/>
              <a:ext cx="1152030" cy="478755"/>
              <a:chOff x="6185074" y="1974527"/>
              <a:chExt cx="1150152" cy="478755"/>
            </a:xfrm>
          </p:grpSpPr>
          <p:sp>
            <p:nvSpPr>
              <p:cNvPr id="118" name="Rectangle 24">
                <a:extLst>
                  <a:ext uri="{FF2B5EF4-FFF2-40B4-BE49-F238E27FC236}">
                    <a16:creationId xmlns:a16="http://schemas.microsoft.com/office/drawing/2014/main" id="{D1FE8DC5-B508-D194-7C03-7B517FA771AB}"/>
                  </a:ext>
                </a:extLst>
              </p:cNvPr>
              <p:cNvSpPr/>
              <p:nvPr/>
            </p:nvSpPr>
            <p:spPr>
              <a:xfrm>
                <a:off x="6185074" y="1974527"/>
                <a:ext cx="977525" cy="460211"/>
              </a:xfrm>
              <a:prstGeom prst="rect">
                <a:avLst/>
              </a:prstGeom>
              <a:solidFill>
                <a:srgbClr val="1E2D45"/>
              </a:solidFill>
              <a:ln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4F0C919-8B3B-F60D-5B0D-DD2C8CF63289}"/>
                  </a:ext>
                </a:extLst>
              </p:cNvPr>
              <p:cNvSpPr txBox="1"/>
              <p:nvPr/>
            </p:nvSpPr>
            <p:spPr>
              <a:xfrm>
                <a:off x="6185074" y="2113099"/>
                <a:ext cx="977525" cy="1980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50" b="1" dirty="0">
                    <a:solidFill>
                      <a:srgbClr val="E8ECF4"/>
                    </a:solidFill>
                    <a:latin typeface="+mn-ea"/>
                  </a:rPr>
                  <a:t>시스템 내</a:t>
                </a:r>
                <a:endParaRPr lang="en-US" altLang="ko-KR" sz="1050" b="1" dirty="0">
                  <a:solidFill>
                    <a:srgbClr val="E8ECF4"/>
                  </a:solidFill>
                  <a:latin typeface="+mn-ea"/>
                </a:endParaRPr>
              </a:p>
              <a:p>
                <a:pPr algn="ctr"/>
                <a:r>
                  <a:rPr lang="ko-KR" altLang="en-US" sz="1050" b="1" dirty="0">
                    <a:solidFill>
                      <a:srgbClr val="E8ECF4"/>
                    </a:solidFill>
                    <a:latin typeface="+mn-ea"/>
                  </a:rPr>
                  <a:t>권한 신청</a:t>
                </a:r>
                <a:endParaRPr sz="1050" b="1" dirty="0">
                  <a:solidFill>
                    <a:srgbClr val="E8ECF4"/>
                  </a:solidFill>
                  <a:latin typeface="+mn-ea"/>
                </a:endParaRP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7195561" y="2114728"/>
                <a:ext cx="1396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→</a:t>
                </a:r>
              </a:p>
            </p:txBody>
          </p:sp>
        </p:grpSp>
        <p:sp>
          <p:nvSpPr>
            <p:cNvPr id="107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8551713" y="1998174"/>
              <a:ext cx="979121" cy="460211"/>
            </a:xfrm>
            <a:prstGeom prst="rect">
              <a:avLst/>
            </a:prstGeom>
            <a:solidFill>
              <a:srgbClr val="445064"/>
            </a:solidFill>
            <a:ln>
              <a:solidFill>
                <a:srgbClr val="1E2D45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00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8551713" y="2136746"/>
              <a:ext cx="979121" cy="1980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담당자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알림 수신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563850" y="2123843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sp>
          <p:nvSpPr>
            <p:cNvPr id="110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9729917" y="1998174"/>
              <a:ext cx="979121" cy="460211"/>
            </a:xfrm>
            <a:prstGeom prst="rect">
              <a:avLst/>
            </a:prstGeom>
            <a:solidFill>
              <a:srgbClr val="445064"/>
            </a:solidFill>
            <a:ln>
              <a:solidFill>
                <a:srgbClr val="1E2D45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000">
                <a:latin typeface="+mn-ea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9729917" y="2136746"/>
              <a:ext cx="979121" cy="1980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담당자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승인</a:t>
              </a:r>
              <a:r>
                <a:rPr lang="en-US" altLang="ko-KR" sz="1050" b="1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반려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0742054" y="210420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sp>
          <p:nvSpPr>
            <p:cNvPr id="113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10917909" y="1998173"/>
              <a:ext cx="979121" cy="460211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1E2D45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00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10917910" y="2136746"/>
              <a:ext cx="979121" cy="1980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신청자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결과 수신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6194427" y="2001299"/>
              <a:ext cx="971649" cy="457085"/>
              <a:chOff x="6192534" y="2570186"/>
              <a:chExt cx="970065" cy="457085"/>
            </a:xfrm>
          </p:grpSpPr>
          <p:sp>
            <p:nvSpPr>
              <p:cNvPr id="116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6192534" y="2570186"/>
                <a:ext cx="970065" cy="457085"/>
              </a:xfrm>
              <a:prstGeom prst="rect">
                <a:avLst/>
              </a:prstGeom>
              <a:solidFill>
                <a:srgbClr val="E8ECF4"/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6192534" y="2712968"/>
                <a:ext cx="970065" cy="19072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사용자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로그인</a:t>
                </a:r>
                <a:endParaRPr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138" name="그룹 137"/>
          <p:cNvGrpSpPr/>
          <p:nvPr/>
        </p:nvGrpSpPr>
        <p:grpSpPr>
          <a:xfrm>
            <a:off x="248968" y="4892846"/>
            <a:ext cx="11681078" cy="1014794"/>
            <a:chOff x="255524" y="2767903"/>
            <a:chExt cx="11681078" cy="741396"/>
          </a:xfrm>
        </p:grpSpPr>
        <p:sp>
          <p:nvSpPr>
            <p:cNvPr id="139" name="Rectangle 55"/>
            <p:cNvSpPr/>
            <p:nvPr/>
          </p:nvSpPr>
          <p:spPr>
            <a:xfrm>
              <a:off x="255524" y="2767903"/>
              <a:ext cx="2183854" cy="457085"/>
            </a:xfrm>
            <a:prstGeom prst="rect">
              <a:avLst/>
            </a:prstGeom>
            <a:solidFill>
              <a:srgbClr val="445064"/>
            </a:solidFill>
            <a:ln>
              <a:solidFill>
                <a:srgbClr val="445064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55524" y="2826045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사용자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로그인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
→ [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신청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]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클릭</a:t>
              </a:r>
              <a:endParaRPr sz="12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2464772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42" name="Rectangle 58"/>
            <p:cNvSpPr/>
            <p:nvPr/>
          </p:nvSpPr>
          <p:spPr>
            <a:xfrm>
              <a:off x="2629830" y="2767903"/>
              <a:ext cx="2183854" cy="457085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1E2D45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2629830" y="2819694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메뉴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선택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
+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신청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사유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입력</a:t>
              </a:r>
              <a:endParaRPr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4839078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45" name="Rectangle 61"/>
            <p:cNvSpPr/>
            <p:nvPr/>
          </p:nvSpPr>
          <p:spPr>
            <a:xfrm>
              <a:off x="5004136" y="2767903"/>
              <a:ext cx="2183854" cy="457085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2E447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004136" y="2819694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담당</a:t>
              </a:r>
              <a:r>
                <a:rPr lang="ko-KR" altLang="en-US" sz="1200" b="1" dirty="0">
                  <a:solidFill>
                    <a:srgbClr val="FFFFFF"/>
                  </a:solidFill>
                  <a:latin typeface="+mn-ea"/>
                </a:rPr>
                <a:t>자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
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알림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수신</a:t>
              </a:r>
              <a:endParaRPr sz="12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213384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48" name="Rectangle 64"/>
            <p:cNvSpPr/>
            <p:nvPr/>
          </p:nvSpPr>
          <p:spPr>
            <a:xfrm>
              <a:off x="7378442" y="2767903"/>
              <a:ext cx="2183854" cy="457085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2E447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7378442" y="2819694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FFFF"/>
                  </a:solidFill>
                  <a:latin typeface="+mn-ea"/>
                </a:rPr>
                <a:t>담당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자
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승인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/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반려</a:t>
              </a:r>
              <a:endParaRPr sz="12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9587690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51" name="Rectangle 67"/>
            <p:cNvSpPr/>
            <p:nvPr/>
          </p:nvSpPr>
          <p:spPr>
            <a:xfrm>
              <a:off x="9752748" y="2767903"/>
              <a:ext cx="2183854" cy="457085"/>
            </a:xfrm>
            <a:prstGeom prst="rect">
              <a:avLst/>
            </a:prstGeom>
            <a:solidFill>
              <a:srgbClr val="1E2D45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9752748" y="2826045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신청자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알림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
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결과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수신</a:t>
              </a:r>
              <a:endParaRPr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55524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 err="1">
                  <a:latin typeface="+mn-ea"/>
                </a:rPr>
                <a:t>진입점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신설</a:t>
              </a:r>
              <a:endParaRPr sz="1000" dirty="0">
                <a:latin typeface="+mn-ea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629830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 err="1">
                  <a:latin typeface="+mn-ea"/>
                </a:rPr>
                <a:t>신청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양식</a:t>
              </a:r>
              <a:endParaRPr sz="1000" dirty="0">
                <a:latin typeface="+mn-ea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004136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+mn-ea"/>
                </a:rPr>
                <a:t>SMS </a:t>
              </a:r>
              <a:r>
                <a:rPr lang="ko-KR" altLang="en-US" sz="1000" dirty="0">
                  <a:latin typeface="+mn-ea"/>
                </a:rPr>
                <a:t>전송</a:t>
              </a:r>
              <a:endParaRPr sz="1000" dirty="0">
                <a:latin typeface="+mn-ea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378442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+mn-ea"/>
                </a:rPr>
                <a:t>2</a:t>
              </a:r>
              <a:r>
                <a:rPr sz="1000" dirty="0">
                  <a:latin typeface="+mn-ea"/>
                </a:rPr>
                <a:t>일 내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9752748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+mn-ea"/>
                </a:rPr>
                <a:t>SMS </a:t>
              </a:r>
              <a:r>
                <a:rPr lang="ko-KR" altLang="en-US" sz="1000" dirty="0">
                  <a:latin typeface="+mn-ea"/>
                </a:rPr>
                <a:t>전송</a:t>
              </a:r>
              <a:endParaRPr sz="1000" dirty="0">
                <a:latin typeface="+mn-ea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208940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개선 방향 재정의 — 게시판 통합 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공지사항·자료요청 '통합' 방향 철회 및 검색범위 확장 항목 삭제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750459" cy="129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1296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배경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과거 통합 운영 이력 존재 → 사용자 불편 호소로 현행 중복(분리) 구조로 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이용자 연령대·조직의 경직성상 급격한 통합은 수용성 저하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‘통합게시판’ 명명과 ‘전체’ 탭은 노출하지 않음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059" y="972000"/>
            <a:ext cx="5750459" cy="129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6059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59" y="972000"/>
            <a:ext cx="43200" cy="1296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05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조치 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059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현행 분리 구조 유지, 메뉴/화면에서 ‘통합’ 표현 제거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59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개선 방향에서 ‘검색 범위 확장(통합 검색)’ 항목 삭제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059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통합 대신 게시판별 UI 일관성·가독성 개선으로 방향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8059" y="19188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SCR-NEW 공지/자료요청 화면 명칭에서 ‘통합’ 제거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알림 체계 개선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5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자동 알림 표준화·확대 + 알림 표출(UI) 개선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750459" cy="1368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1368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① 자동 알림 확대·표준화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수동 발송(전광판 채택·댓글 대상)을 이벤트 기반 자동 알림으로 전환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발송 채널(알림톡/SMS) 일원화, 발송 이력·재발송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과제 ‘선정’ 시 신청 부처에 알림톡 자동 발송 추가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059" y="972000"/>
            <a:ext cx="5750459" cy="1368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6059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59" y="972000"/>
            <a:ext cx="43200" cy="1368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05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② 알림 표출(UI) 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059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현행: 게시글 리스트 상단 구역에 텍스트로 노출 → 가독성·주목도 낮음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59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개선: 알림 배지·아이콘, 중요도 구분, 접기/펼치기 도입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059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전 게시판 공통 알림 컴포넌트로 표준화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17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11879103" cy="407537"/>
                <a:chOff x="184469" y="42227"/>
                <a:chExt cx="11879103" cy="407537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62BE7D-0F39-6F9B-9275-F22E5FDB01E5}"/>
                    </a:ext>
                  </a:extLst>
                </p:cNvPr>
                <p:cNvSpPr txBox="1"/>
                <p:nvPr/>
              </p:nvSpPr>
              <p:spPr>
                <a:xfrm>
                  <a:off x="6984842" y="218932"/>
                  <a:ext cx="507873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ko-KR" altLang="en-US" sz="900" dirty="0">
                      <a:solidFill>
                        <a:srgbClr val="AABBCC"/>
                      </a:solidFill>
                      <a:latin typeface="+mn-ea"/>
                    </a:rPr>
                    <a:t>개선 방향</a:t>
                  </a:r>
                  <a:r>
                    <a:rPr lang="en-US" altLang="ko-KR" sz="900" dirty="0">
                      <a:solidFill>
                        <a:srgbClr val="AABBCC"/>
                      </a:solidFill>
                      <a:latin typeface="+mn-ea"/>
                    </a:rPr>
                    <a:t>(TO-BE)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개선 방향 ②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알림 체계 고도화</a:t>
                  </a:r>
                  <a:endParaRPr lang="ko-KR" altLang="en-US" sz="13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알림 체계 개선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en-US" altLang="ko-KR" sz="1200" b="1" dirty="0">
                  <a:latin typeface="+mn-ea"/>
                </a:rPr>
                <a:t>TO-BE)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4" name="Rectangle 12">
            <a:extLst>
              <a:ext uri="{FF2B5EF4-FFF2-40B4-BE49-F238E27FC236}">
                <a16:creationId xmlns:a16="http://schemas.microsoft.com/office/drawing/2014/main" id="{9700A312-C6AF-60A0-5782-FDE7715D820B}"/>
              </a:ext>
            </a:extLst>
          </p:cNvPr>
          <p:cNvSpPr/>
          <p:nvPr/>
        </p:nvSpPr>
        <p:spPr>
          <a:xfrm>
            <a:off x="255460" y="1447409"/>
            <a:ext cx="2535225" cy="241239"/>
          </a:xfrm>
          <a:prstGeom prst="rect">
            <a:avLst/>
          </a:prstGeom>
          <a:solidFill>
            <a:srgbClr val="2E4470"/>
          </a:solidFill>
          <a:ln>
            <a:solidFill>
              <a:srgbClr val="E8ECF4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57C1ED40-6BFA-05BD-0179-9742E4163C44}"/>
              </a:ext>
            </a:extLst>
          </p:cNvPr>
          <p:cNvSpPr/>
          <p:nvPr/>
        </p:nvSpPr>
        <p:spPr>
          <a:xfrm>
            <a:off x="2790684" y="1447409"/>
            <a:ext cx="2332406" cy="241239"/>
          </a:xfrm>
          <a:prstGeom prst="rect">
            <a:avLst/>
          </a:prstGeom>
          <a:solidFill>
            <a:srgbClr val="2E4470"/>
          </a:solidFill>
          <a:ln>
            <a:solidFill>
              <a:srgbClr val="E8ECF4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81B941-0964-6A0E-2B49-9CC595300C77}"/>
              </a:ext>
            </a:extLst>
          </p:cNvPr>
          <p:cNvSpPr txBox="1"/>
          <p:nvPr/>
        </p:nvSpPr>
        <p:spPr>
          <a:xfrm>
            <a:off x="316305" y="1460100"/>
            <a:ext cx="24135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+mn-ea"/>
              </a:rPr>
              <a:t>이벤트</a:t>
            </a:r>
            <a:endParaRPr sz="105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183434-AE26-F14E-FFF3-BDEBEF286D42}"/>
              </a:ext>
            </a:extLst>
          </p:cNvPr>
          <p:cNvSpPr txBox="1"/>
          <p:nvPr/>
        </p:nvSpPr>
        <p:spPr>
          <a:xfrm>
            <a:off x="2851528" y="1460100"/>
            <a:ext cx="22107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+mn-ea"/>
              </a:rPr>
              <a:t>현행</a:t>
            </a:r>
            <a:r>
              <a:rPr sz="1050" b="1" dirty="0">
                <a:solidFill>
                  <a:srgbClr val="FFFFFF"/>
                </a:solidFill>
                <a:latin typeface="+mn-ea"/>
              </a:rPr>
              <a:t> (AS-IS)</a:t>
            </a:r>
          </a:p>
        </p:txBody>
      </p:sp>
      <p:sp>
        <p:nvSpPr>
          <p:cNvPr id="44" name="Rectangle 32">
            <a:extLst>
              <a:ext uri="{FF2B5EF4-FFF2-40B4-BE49-F238E27FC236}">
                <a16:creationId xmlns:a16="http://schemas.microsoft.com/office/drawing/2014/main" id="{4FC5F0C6-DF4C-0C25-5FC1-3C59152B0B2D}"/>
              </a:ext>
            </a:extLst>
          </p:cNvPr>
          <p:cNvSpPr/>
          <p:nvPr/>
        </p:nvSpPr>
        <p:spPr>
          <a:xfrm>
            <a:off x="255460" y="1710431"/>
            <a:ext cx="2535225" cy="241239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264CF9-A98F-216A-8A91-F1A98750FDF0}"/>
              </a:ext>
            </a:extLst>
          </p:cNvPr>
          <p:cNvSpPr txBox="1"/>
          <p:nvPr/>
        </p:nvSpPr>
        <p:spPr>
          <a:xfrm>
            <a:off x="316305" y="1735823"/>
            <a:ext cx="24135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자료요청 마감 D-3</a:t>
            </a:r>
          </a:p>
        </p:txBody>
      </p:sp>
      <p:sp>
        <p:nvSpPr>
          <p:cNvPr id="46" name="Rectangle 34">
            <a:extLst>
              <a:ext uri="{FF2B5EF4-FFF2-40B4-BE49-F238E27FC236}">
                <a16:creationId xmlns:a16="http://schemas.microsoft.com/office/drawing/2014/main" id="{942F6F0F-3E26-60F7-3178-03C5FBBF4071}"/>
              </a:ext>
            </a:extLst>
          </p:cNvPr>
          <p:cNvSpPr/>
          <p:nvPr/>
        </p:nvSpPr>
        <p:spPr>
          <a:xfrm>
            <a:off x="2790684" y="1710431"/>
            <a:ext cx="2332406" cy="241239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F816C8-A186-8532-7FD1-B333CE45F6B1}"/>
              </a:ext>
            </a:extLst>
          </p:cNvPr>
          <p:cNvSpPr txBox="1"/>
          <p:nvPr/>
        </p:nvSpPr>
        <p:spPr>
          <a:xfrm>
            <a:off x="2851528" y="1735823"/>
            <a:ext cx="22107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 err="1">
                <a:solidFill>
                  <a:srgbClr val="222222"/>
                </a:solidFill>
                <a:latin typeface="+mn-ea"/>
              </a:rPr>
              <a:t>없음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54" name="Rectangle 42">
            <a:extLst>
              <a:ext uri="{FF2B5EF4-FFF2-40B4-BE49-F238E27FC236}">
                <a16:creationId xmlns:a16="http://schemas.microsoft.com/office/drawing/2014/main" id="{F101FA35-EA86-4783-BE79-08DB17EB73A7}"/>
              </a:ext>
            </a:extLst>
          </p:cNvPr>
          <p:cNvSpPr/>
          <p:nvPr/>
        </p:nvSpPr>
        <p:spPr>
          <a:xfrm>
            <a:off x="255460" y="1951670"/>
            <a:ext cx="2535225" cy="241239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781954-7B62-3175-E1C1-AB7BFCBEE4CE}"/>
              </a:ext>
            </a:extLst>
          </p:cNvPr>
          <p:cNvSpPr txBox="1"/>
          <p:nvPr/>
        </p:nvSpPr>
        <p:spPr>
          <a:xfrm>
            <a:off x="316305" y="1977062"/>
            <a:ext cx="24135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 err="1">
                <a:solidFill>
                  <a:srgbClr val="222222"/>
                </a:solidFill>
                <a:latin typeface="+mn-ea"/>
              </a:rPr>
              <a:t>자료요청</a:t>
            </a:r>
            <a:r>
              <a:rPr sz="1050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dirty="0" err="1">
                <a:solidFill>
                  <a:srgbClr val="222222"/>
                </a:solidFill>
                <a:latin typeface="+mn-ea"/>
              </a:rPr>
              <a:t>마감</a:t>
            </a:r>
            <a:r>
              <a:rPr sz="1050" dirty="0">
                <a:solidFill>
                  <a:srgbClr val="222222"/>
                </a:solidFill>
                <a:latin typeface="+mn-ea"/>
              </a:rPr>
              <a:t> D-1</a:t>
            </a:r>
          </a:p>
        </p:txBody>
      </p:sp>
      <p:sp>
        <p:nvSpPr>
          <p:cNvPr id="56" name="Rectangle 44">
            <a:extLst>
              <a:ext uri="{FF2B5EF4-FFF2-40B4-BE49-F238E27FC236}">
                <a16:creationId xmlns:a16="http://schemas.microsoft.com/office/drawing/2014/main" id="{828A5038-83D5-9DDE-F95B-A089C5EDB98C}"/>
              </a:ext>
            </a:extLst>
          </p:cNvPr>
          <p:cNvSpPr/>
          <p:nvPr/>
        </p:nvSpPr>
        <p:spPr>
          <a:xfrm>
            <a:off x="2790684" y="1951670"/>
            <a:ext cx="2332406" cy="241239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2E47F-E5CF-F78F-B66D-77E7545AE859}"/>
              </a:ext>
            </a:extLst>
          </p:cNvPr>
          <p:cNvSpPr txBox="1"/>
          <p:nvPr/>
        </p:nvSpPr>
        <p:spPr>
          <a:xfrm>
            <a:off x="2851528" y="1977062"/>
            <a:ext cx="22107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63" name="Rectangle 52">
            <a:extLst>
              <a:ext uri="{FF2B5EF4-FFF2-40B4-BE49-F238E27FC236}">
                <a16:creationId xmlns:a16="http://schemas.microsoft.com/office/drawing/2014/main" id="{867F9D3C-3B12-8FF6-E206-CEADF6D65635}"/>
              </a:ext>
            </a:extLst>
          </p:cNvPr>
          <p:cNvSpPr/>
          <p:nvPr/>
        </p:nvSpPr>
        <p:spPr>
          <a:xfrm>
            <a:off x="255460" y="2192909"/>
            <a:ext cx="2535225" cy="241239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4A6D8C-6214-39ED-F1D3-9C19D2486559}"/>
              </a:ext>
            </a:extLst>
          </p:cNvPr>
          <p:cNvSpPr txBox="1"/>
          <p:nvPr/>
        </p:nvSpPr>
        <p:spPr>
          <a:xfrm>
            <a:off x="316305" y="2218301"/>
            <a:ext cx="24135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 err="1">
                <a:solidFill>
                  <a:srgbClr val="222222"/>
                </a:solidFill>
                <a:latin typeface="+mn-ea"/>
              </a:rPr>
              <a:t>자료요청</a:t>
            </a:r>
            <a:r>
              <a:rPr sz="1050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dirty="0" err="1">
                <a:solidFill>
                  <a:srgbClr val="222222"/>
                </a:solidFill>
                <a:latin typeface="+mn-ea"/>
              </a:rPr>
              <a:t>마감</a:t>
            </a:r>
            <a:r>
              <a:rPr sz="1050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dirty="0" err="1">
                <a:solidFill>
                  <a:srgbClr val="222222"/>
                </a:solidFill>
                <a:latin typeface="+mn-ea"/>
              </a:rPr>
              <a:t>처리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65" name="Rectangle 54">
            <a:extLst>
              <a:ext uri="{FF2B5EF4-FFF2-40B4-BE49-F238E27FC236}">
                <a16:creationId xmlns:a16="http://schemas.microsoft.com/office/drawing/2014/main" id="{1E52DA82-06D1-4B9E-2D1B-B3E34B2DEED9}"/>
              </a:ext>
            </a:extLst>
          </p:cNvPr>
          <p:cNvSpPr/>
          <p:nvPr/>
        </p:nvSpPr>
        <p:spPr>
          <a:xfrm>
            <a:off x="2790684" y="2192909"/>
            <a:ext cx="2332406" cy="241239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15CC50-B6CE-16B8-E2AA-B6D83BAA1755}"/>
              </a:ext>
            </a:extLst>
          </p:cNvPr>
          <p:cNvSpPr txBox="1"/>
          <p:nvPr/>
        </p:nvSpPr>
        <p:spPr>
          <a:xfrm>
            <a:off x="2851528" y="2218301"/>
            <a:ext cx="22107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상태 전환만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F0E85564-437A-9515-7C71-EE90A839881E}"/>
              </a:ext>
            </a:extLst>
          </p:cNvPr>
          <p:cNvGrpSpPr/>
          <p:nvPr/>
        </p:nvGrpSpPr>
        <p:grpSpPr>
          <a:xfrm>
            <a:off x="5123091" y="1447409"/>
            <a:ext cx="6794402" cy="1024808"/>
            <a:chOff x="5123091" y="1447409"/>
            <a:chExt cx="6794402" cy="1024808"/>
          </a:xfrm>
        </p:grpSpPr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881515F8-7058-0BFC-7D0F-07D3B607F0AD}"/>
                </a:ext>
              </a:extLst>
            </p:cNvPr>
            <p:cNvSpPr/>
            <p:nvPr/>
          </p:nvSpPr>
          <p:spPr>
            <a:xfrm>
              <a:off x="5123091" y="1447409"/>
              <a:ext cx="2738043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" name="Rectangle 18">
              <a:extLst>
                <a:ext uri="{FF2B5EF4-FFF2-40B4-BE49-F238E27FC236}">
                  <a16:creationId xmlns:a16="http://schemas.microsoft.com/office/drawing/2014/main" id="{106AA938-4E3E-5056-9F12-C6BAF573E15D}"/>
                </a:ext>
              </a:extLst>
            </p:cNvPr>
            <p:cNvSpPr/>
            <p:nvPr/>
          </p:nvSpPr>
          <p:spPr>
            <a:xfrm>
              <a:off x="7861134" y="1447409"/>
              <a:ext cx="2839452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E3A87DDB-9EC2-C745-67DB-66EED1227A75}"/>
                </a:ext>
              </a:extLst>
            </p:cNvPr>
            <p:cNvSpPr/>
            <p:nvPr/>
          </p:nvSpPr>
          <p:spPr>
            <a:xfrm>
              <a:off x="10700586" y="1447409"/>
              <a:ext cx="1216907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9BCD3A-C6A4-7098-99BA-B6D08CBAA6EE}"/>
                </a:ext>
              </a:extLst>
            </p:cNvPr>
            <p:cNvSpPr txBox="1"/>
            <p:nvPr/>
          </p:nvSpPr>
          <p:spPr>
            <a:xfrm>
              <a:off x="5183936" y="1460100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개선</a:t>
              </a:r>
              <a:r>
                <a:rPr sz="1050" b="1" dirty="0">
                  <a:solidFill>
                    <a:srgbClr val="FFFFFF"/>
                  </a:solidFill>
                  <a:latin typeface="+mn-ea"/>
                </a:rPr>
                <a:t> (TO-BE)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44BACC-14F2-1291-97DB-AB1D4B39D606}"/>
                </a:ext>
              </a:extLst>
            </p:cNvPr>
            <p:cNvSpPr txBox="1"/>
            <p:nvPr/>
          </p:nvSpPr>
          <p:spPr>
            <a:xfrm>
              <a:off x="7921979" y="1460100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수신 대상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64D65D-A190-783A-982D-90025C96A896}"/>
                </a:ext>
              </a:extLst>
            </p:cNvPr>
            <p:cNvSpPr txBox="1"/>
            <p:nvPr/>
          </p:nvSpPr>
          <p:spPr>
            <a:xfrm>
              <a:off x="10761430" y="1460100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채널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8" name="Rectangle 36">
              <a:extLst>
                <a:ext uri="{FF2B5EF4-FFF2-40B4-BE49-F238E27FC236}">
                  <a16:creationId xmlns:a16="http://schemas.microsoft.com/office/drawing/2014/main" id="{6AC4F491-A8D6-0458-2415-1C3CBD745785}"/>
                </a:ext>
              </a:extLst>
            </p:cNvPr>
            <p:cNvSpPr/>
            <p:nvPr/>
          </p:nvSpPr>
          <p:spPr>
            <a:xfrm>
              <a:off x="5123091" y="1710431"/>
              <a:ext cx="2738043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474E247-5535-B2EB-AF78-74D303E8F1EB}"/>
                </a:ext>
              </a:extLst>
            </p:cNvPr>
            <p:cNvSpPr txBox="1"/>
            <p:nvPr/>
          </p:nvSpPr>
          <p:spPr>
            <a:xfrm>
              <a:off x="5183936" y="1735823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>
                  <a:solidFill>
                    <a:srgbClr val="222222"/>
                  </a:solidFill>
                  <a:latin typeface="+mn-ea"/>
                </a:rPr>
                <a:t>D-3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자동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알림톡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50" name="Rectangle 38">
              <a:extLst>
                <a:ext uri="{FF2B5EF4-FFF2-40B4-BE49-F238E27FC236}">
                  <a16:creationId xmlns:a16="http://schemas.microsoft.com/office/drawing/2014/main" id="{D29400A1-7EF2-2F09-7059-7760B6FB2971}"/>
                </a:ext>
              </a:extLst>
            </p:cNvPr>
            <p:cNvSpPr/>
            <p:nvPr/>
          </p:nvSpPr>
          <p:spPr>
            <a:xfrm>
              <a:off x="7861134" y="1710431"/>
              <a:ext cx="2839452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E0214B-AFD2-6106-8618-D5CE899361A2}"/>
                </a:ext>
              </a:extLst>
            </p:cNvPr>
            <p:cNvSpPr txBox="1"/>
            <p:nvPr/>
          </p:nvSpPr>
          <p:spPr>
            <a:xfrm>
              <a:off x="7921979" y="1735823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미제출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기관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담당자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52" name="Rectangle 40">
              <a:extLst>
                <a:ext uri="{FF2B5EF4-FFF2-40B4-BE49-F238E27FC236}">
                  <a16:creationId xmlns:a16="http://schemas.microsoft.com/office/drawing/2014/main" id="{EBAF9562-D8A8-1C7D-FE62-EA88C69F368B}"/>
                </a:ext>
              </a:extLst>
            </p:cNvPr>
            <p:cNvSpPr/>
            <p:nvPr/>
          </p:nvSpPr>
          <p:spPr>
            <a:xfrm>
              <a:off x="10700586" y="1710431"/>
              <a:ext cx="1216907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B4FD89-FF8E-09F0-30B5-F841B85B3F4A}"/>
                </a:ext>
              </a:extLst>
            </p:cNvPr>
            <p:cNvSpPr txBox="1"/>
            <p:nvPr/>
          </p:nvSpPr>
          <p:spPr>
            <a:xfrm>
              <a:off x="10761430" y="1719347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7575B265-26E5-0D2F-F37A-97BDA015B5F7}"/>
                </a:ext>
              </a:extLst>
            </p:cNvPr>
            <p:cNvSpPr/>
            <p:nvPr/>
          </p:nvSpPr>
          <p:spPr>
            <a:xfrm>
              <a:off x="5123091" y="1951670"/>
              <a:ext cx="2738043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67EAC02-0E57-95CF-3C1E-A4258BAB1814}"/>
                </a:ext>
              </a:extLst>
            </p:cNvPr>
            <p:cNvSpPr txBox="1"/>
            <p:nvPr/>
          </p:nvSpPr>
          <p:spPr>
            <a:xfrm>
              <a:off x="5183936" y="1977062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>
                  <a:solidFill>
                    <a:srgbClr val="222222"/>
                  </a:solidFill>
                  <a:latin typeface="+mn-ea"/>
                </a:rPr>
                <a:t>D-1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최종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60" name="Rectangle 48">
              <a:extLst>
                <a:ext uri="{FF2B5EF4-FFF2-40B4-BE49-F238E27FC236}">
                  <a16:creationId xmlns:a16="http://schemas.microsoft.com/office/drawing/2014/main" id="{15515C36-1757-787D-0BE1-09E4556E4918}"/>
                </a:ext>
              </a:extLst>
            </p:cNvPr>
            <p:cNvSpPr/>
            <p:nvPr/>
          </p:nvSpPr>
          <p:spPr>
            <a:xfrm>
              <a:off x="7861134" y="1951670"/>
              <a:ext cx="2839452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D4A5DAB-0223-1570-3DE2-CDD70980688F}"/>
                </a:ext>
              </a:extLst>
            </p:cNvPr>
            <p:cNvSpPr txBox="1"/>
            <p:nvPr/>
          </p:nvSpPr>
          <p:spPr>
            <a:xfrm>
              <a:off x="7921979" y="1977062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>
                  <a:solidFill>
                    <a:srgbClr val="222222"/>
                  </a:solidFill>
                  <a:latin typeface="+mn-ea"/>
                </a:rPr>
                <a:t>미제출 기관 담당자</a:t>
              </a:r>
            </a:p>
          </p:txBody>
        </p:sp>
        <p:sp>
          <p:nvSpPr>
            <p:cNvPr id="62" name="Rectangle 50">
              <a:extLst>
                <a:ext uri="{FF2B5EF4-FFF2-40B4-BE49-F238E27FC236}">
                  <a16:creationId xmlns:a16="http://schemas.microsoft.com/office/drawing/2014/main" id="{BE6B4DB3-18B8-0D83-8262-CA242052ACB5}"/>
                </a:ext>
              </a:extLst>
            </p:cNvPr>
            <p:cNvSpPr/>
            <p:nvPr/>
          </p:nvSpPr>
          <p:spPr>
            <a:xfrm>
              <a:off x="10700586" y="1951670"/>
              <a:ext cx="1216907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67" name="Rectangle 56">
              <a:extLst>
                <a:ext uri="{FF2B5EF4-FFF2-40B4-BE49-F238E27FC236}">
                  <a16:creationId xmlns:a16="http://schemas.microsoft.com/office/drawing/2014/main" id="{EF24E5D5-42FB-4891-DFB0-8A89ED3D537B}"/>
                </a:ext>
              </a:extLst>
            </p:cNvPr>
            <p:cNvSpPr/>
            <p:nvPr/>
          </p:nvSpPr>
          <p:spPr>
            <a:xfrm>
              <a:off x="5123091" y="2192909"/>
              <a:ext cx="2738043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95D66BE-0C92-D02B-0926-AFD6C1126532}"/>
                </a:ext>
              </a:extLst>
            </p:cNvPr>
            <p:cNvSpPr txBox="1"/>
            <p:nvPr/>
          </p:nvSpPr>
          <p:spPr>
            <a:xfrm>
              <a:off x="5183936" y="2218301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취합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결과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통보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69" name="Rectangle 58">
              <a:extLst>
                <a:ext uri="{FF2B5EF4-FFF2-40B4-BE49-F238E27FC236}">
                  <a16:creationId xmlns:a16="http://schemas.microsoft.com/office/drawing/2014/main" id="{64581714-04B0-F7D4-7E89-D88F03C80C30}"/>
                </a:ext>
              </a:extLst>
            </p:cNvPr>
            <p:cNvSpPr/>
            <p:nvPr/>
          </p:nvSpPr>
          <p:spPr>
            <a:xfrm>
              <a:off x="7861134" y="2192909"/>
              <a:ext cx="2839452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B6D68CF-B4B6-ED5C-2E47-75DF840828FA}"/>
                </a:ext>
              </a:extLst>
            </p:cNvPr>
            <p:cNvSpPr txBox="1"/>
            <p:nvPr/>
          </p:nvSpPr>
          <p:spPr>
            <a:xfrm>
              <a:off x="7921979" y="2218301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요청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관리자·참여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기관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71" name="Rectangle 60">
              <a:extLst>
                <a:ext uri="{FF2B5EF4-FFF2-40B4-BE49-F238E27FC236}">
                  <a16:creationId xmlns:a16="http://schemas.microsoft.com/office/drawing/2014/main" id="{1F206E55-A0CC-EB8C-E7A7-C23B64BCC18F}"/>
                </a:ext>
              </a:extLst>
            </p:cNvPr>
            <p:cNvSpPr/>
            <p:nvPr/>
          </p:nvSpPr>
          <p:spPr>
            <a:xfrm>
              <a:off x="10700586" y="2192909"/>
              <a:ext cx="1216907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AE2E041-D17C-5BEB-64C3-F24F6A5E335E}"/>
                </a:ext>
              </a:extLst>
            </p:cNvPr>
            <p:cNvSpPr txBox="1"/>
            <p:nvPr/>
          </p:nvSpPr>
          <p:spPr>
            <a:xfrm>
              <a:off x="10761430" y="1969949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35C7694-6DE1-D70F-FA96-B48D8F222F08}"/>
                </a:ext>
              </a:extLst>
            </p:cNvPr>
            <p:cNvSpPr txBox="1"/>
            <p:nvPr/>
          </p:nvSpPr>
          <p:spPr>
            <a:xfrm>
              <a:off x="10765546" y="2204729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1B59EB0-7B3C-45C7-61DE-43175E7E1126}"/>
              </a:ext>
            </a:extLst>
          </p:cNvPr>
          <p:cNvGrpSpPr/>
          <p:nvPr/>
        </p:nvGrpSpPr>
        <p:grpSpPr>
          <a:xfrm>
            <a:off x="255460" y="2434148"/>
            <a:ext cx="11662033" cy="514649"/>
            <a:chOff x="255460" y="2434148"/>
            <a:chExt cx="11662033" cy="514649"/>
          </a:xfrm>
        </p:grpSpPr>
        <p:sp>
          <p:nvSpPr>
            <p:cNvPr id="72" name="Rectangle 62">
              <a:extLst>
                <a:ext uri="{FF2B5EF4-FFF2-40B4-BE49-F238E27FC236}">
                  <a16:creationId xmlns:a16="http://schemas.microsoft.com/office/drawing/2014/main" id="{3E104025-CF6A-E616-D9A0-35D869766EC7}"/>
                </a:ext>
              </a:extLst>
            </p:cNvPr>
            <p:cNvSpPr/>
            <p:nvPr/>
          </p:nvSpPr>
          <p:spPr>
            <a:xfrm>
              <a:off x="255460" y="2434148"/>
              <a:ext cx="2535225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0BBE8E-92A7-3490-4CD6-5015EAE5AE8B}"/>
                </a:ext>
              </a:extLst>
            </p:cNvPr>
            <p:cNvSpPr txBox="1"/>
            <p:nvPr/>
          </p:nvSpPr>
          <p:spPr>
            <a:xfrm>
              <a:off x="316305" y="2459540"/>
              <a:ext cx="241353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매체협업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과제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확정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74" name="Rectangle 64">
              <a:extLst>
                <a:ext uri="{FF2B5EF4-FFF2-40B4-BE49-F238E27FC236}">
                  <a16:creationId xmlns:a16="http://schemas.microsoft.com/office/drawing/2014/main" id="{82A8B3C4-DBCE-0B5A-5AB4-14E5C05DCD58}"/>
                </a:ext>
              </a:extLst>
            </p:cNvPr>
            <p:cNvSpPr/>
            <p:nvPr/>
          </p:nvSpPr>
          <p:spPr>
            <a:xfrm>
              <a:off x="2790684" y="2434148"/>
              <a:ext cx="2332406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5308036-8C24-B4CB-4545-EDB50E168739}"/>
                </a:ext>
              </a:extLst>
            </p:cNvPr>
            <p:cNvSpPr txBox="1"/>
            <p:nvPr/>
          </p:nvSpPr>
          <p:spPr>
            <a:xfrm>
              <a:off x="2851528" y="2459540"/>
              <a:ext cx="22107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>
                  <a:solidFill>
                    <a:srgbClr val="222222"/>
                  </a:solidFill>
                  <a:latin typeface="+mn-ea"/>
                </a:rPr>
                <a:t>없음</a:t>
              </a:r>
            </a:p>
          </p:txBody>
        </p:sp>
        <p:sp>
          <p:nvSpPr>
            <p:cNvPr id="76" name="Rectangle 66">
              <a:extLst>
                <a:ext uri="{FF2B5EF4-FFF2-40B4-BE49-F238E27FC236}">
                  <a16:creationId xmlns:a16="http://schemas.microsoft.com/office/drawing/2014/main" id="{6560E7A9-D259-51F8-6BE3-63EAAE67D163}"/>
                </a:ext>
              </a:extLst>
            </p:cNvPr>
            <p:cNvSpPr/>
            <p:nvPr/>
          </p:nvSpPr>
          <p:spPr>
            <a:xfrm>
              <a:off x="5123091" y="2434148"/>
              <a:ext cx="2738043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556F7E5-BC3C-0EE4-14AD-A65F8229A9D6}"/>
                </a:ext>
              </a:extLst>
            </p:cNvPr>
            <p:cNvSpPr txBox="1"/>
            <p:nvPr/>
          </p:nvSpPr>
          <p:spPr>
            <a:xfrm>
              <a:off x="5183936" y="2459540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채택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기관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즉시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78" name="Rectangle 68">
              <a:extLst>
                <a:ext uri="{FF2B5EF4-FFF2-40B4-BE49-F238E27FC236}">
                  <a16:creationId xmlns:a16="http://schemas.microsoft.com/office/drawing/2014/main" id="{6F502AC5-5A35-3493-0130-50A3FD78DE60}"/>
                </a:ext>
              </a:extLst>
            </p:cNvPr>
            <p:cNvSpPr/>
            <p:nvPr/>
          </p:nvSpPr>
          <p:spPr>
            <a:xfrm>
              <a:off x="7861134" y="2434148"/>
              <a:ext cx="2839452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445EA70-247A-E8B7-0AA0-6FDCC6AEB9C8}"/>
                </a:ext>
              </a:extLst>
            </p:cNvPr>
            <p:cNvSpPr txBox="1"/>
            <p:nvPr/>
          </p:nvSpPr>
          <p:spPr>
            <a:xfrm>
              <a:off x="7921979" y="2459540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채택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기관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담당자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80" name="Rectangle 70">
              <a:extLst>
                <a:ext uri="{FF2B5EF4-FFF2-40B4-BE49-F238E27FC236}">
                  <a16:creationId xmlns:a16="http://schemas.microsoft.com/office/drawing/2014/main" id="{42E7B71E-6E23-A89E-1E6E-9D80F1AC0E3F}"/>
                </a:ext>
              </a:extLst>
            </p:cNvPr>
            <p:cNvSpPr/>
            <p:nvPr/>
          </p:nvSpPr>
          <p:spPr>
            <a:xfrm>
              <a:off x="10700586" y="2434148"/>
              <a:ext cx="1216907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1" name="Rectangle 72">
              <a:extLst>
                <a:ext uri="{FF2B5EF4-FFF2-40B4-BE49-F238E27FC236}">
                  <a16:creationId xmlns:a16="http://schemas.microsoft.com/office/drawing/2014/main" id="{CD1B16F2-CC31-3191-72D4-0BC8790537D0}"/>
                </a:ext>
              </a:extLst>
            </p:cNvPr>
            <p:cNvSpPr/>
            <p:nvPr/>
          </p:nvSpPr>
          <p:spPr>
            <a:xfrm>
              <a:off x="255460" y="2675387"/>
              <a:ext cx="2535225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2" name="Rectangle 74">
              <a:extLst>
                <a:ext uri="{FF2B5EF4-FFF2-40B4-BE49-F238E27FC236}">
                  <a16:creationId xmlns:a16="http://schemas.microsoft.com/office/drawing/2014/main" id="{2C3429BA-ECC2-4DC6-4F3F-E5443A600FF0}"/>
                </a:ext>
              </a:extLst>
            </p:cNvPr>
            <p:cNvSpPr/>
            <p:nvPr/>
          </p:nvSpPr>
          <p:spPr>
            <a:xfrm>
              <a:off x="2790684" y="2675387"/>
              <a:ext cx="2332406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3" name="Rectangle 76">
              <a:extLst>
                <a:ext uri="{FF2B5EF4-FFF2-40B4-BE49-F238E27FC236}">
                  <a16:creationId xmlns:a16="http://schemas.microsoft.com/office/drawing/2014/main" id="{6F0ECD67-4455-6CA8-166D-E0628877645E}"/>
                </a:ext>
              </a:extLst>
            </p:cNvPr>
            <p:cNvSpPr/>
            <p:nvPr/>
          </p:nvSpPr>
          <p:spPr>
            <a:xfrm>
              <a:off x="5123091" y="2675387"/>
              <a:ext cx="2738043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4" name="Rectangle 78">
              <a:extLst>
                <a:ext uri="{FF2B5EF4-FFF2-40B4-BE49-F238E27FC236}">
                  <a16:creationId xmlns:a16="http://schemas.microsoft.com/office/drawing/2014/main" id="{D20C6E64-D2B9-8BD1-CFA7-FE5BF58C6BAB}"/>
                </a:ext>
              </a:extLst>
            </p:cNvPr>
            <p:cNvSpPr/>
            <p:nvPr/>
          </p:nvSpPr>
          <p:spPr>
            <a:xfrm>
              <a:off x="7861134" y="2675387"/>
              <a:ext cx="2839452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5" name="Rectangle 80">
              <a:extLst>
                <a:ext uri="{FF2B5EF4-FFF2-40B4-BE49-F238E27FC236}">
                  <a16:creationId xmlns:a16="http://schemas.microsoft.com/office/drawing/2014/main" id="{9327F427-A845-2773-35B1-52B4E6A72866}"/>
                </a:ext>
              </a:extLst>
            </p:cNvPr>
            <p:cNvSpPr/>
            <p:nvPr/>
          </p:nvSpPr>
          <p:spPr>
            <a:xfrm>
              <a:off x="10700586" y="2675387"/>
              <a:ext cx="1216907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F9DD826-FBA2-F7BB-0B07-40D649AC482F}"/>
                </a:ext>
              </a:extLst>
            </p:cNvPr>
            <p:cNvSpPr txBox="1"/>
            <p:nvPr/>
          </p:nvSpPr>
          <p:spPr>
            <a:xfrm>
              <a:off x="316305" y="2694879"/>
              <a:ext cx="241353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권한 신청 승인 및 반려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18DA4BC-FF3C-A7C6-274B-CD19B40AD7D2}"/>
                </a:ext>
              </a:extLst>
            </p:cNvPr>
            <p:cNvSpPr txBox="1"/>
            <p:nvPr/>
          </p:nvSpPr>
          <p:spPr>
            <a:xfrm>
              <a:off x="2851528" y="2694879"/>
              <a:ext cx="22107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수동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공지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6DE8DAC-0431-5B0F-7EAA-A819C5AB1D32}"/>
                </a:ext>
              </a:extLst>
            </p:cNvPr>
            <p:cNvSpPr txBox="1"/>
            <p:nvPr/>
          </p:nvSpPr>
          <p:spPr>
            <a:xfrm>
              <a:off x="5183936" y="2694881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매주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월요일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자동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알림</a:t>
              </a:r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lang="ko-KR" altLang="en-US" sz="1050" dirty="0" err="1">
                  <a:solidFill>
                    <a:srgbClr val="222222"/>
                  </a:solidFill>
                  <a:latin typeface="+mn-ea"/>
                </a:rPr>
                <a:t>발송일변동가능</a:t>
              </a:r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)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2026D1A-10E7-1DF4-6697-1D61732C3D8C}"/>
                </a:ext>
              </a:extLst>
            </p:cNvPr>
            <p:cNvSpPr txBox="1"/>
            <p:nvPr/>
          </p:nvSpPr>
          <p:spPr>
            <a:xfrm>
              <a:off x="7921979" y="2686642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담당자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전체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4124F2E-B381-615F-E8B6-0C19B09F0ED4}"/>
                </a:ext>
              </a:extLst>
            </p:cNvPr>
            <p:cNvSpPr txBox="1"/>
            <p:nvPr/>
          </p:nvSpPr>
          <p:spPr>
            <a:xfrm>
              <a:off x="10765546" y="2435391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5F742E8-F67E-3473-D826-4582262A1AB2}"/>
                </a:ext>
              </a:extLst>
            </p:cNvPr>
            <p:cNvSpPr txBox="1"/>
            <p:nvPr/>
          </p:nvSpPr>
          <p:spPr>
            <a:xfrm>
              <a:off x="10769662" y="2670173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4D040691-4381-01A2-BC4D-D29EC7E5176B}"/>
              </a:ext>
            </a:extLst>
          </p:cNvPr>
          <p:cNvGrpSpPr/>
          <p:nvPr/>
        </p:nvGrpSpPr>
        <p:grpSpPr>
          <a:xfrm>
            <a:off x="255460" y="4398176"/>
            <a:ext cx="11681081" cy="1166985"/>
            <a:chOff x="255460" y="4398176"/>
            <a:chExt cx="11681081" cy="1166985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알림 체계 설계 원칙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B7D1135F-1E29-BED4-5A6C-4F0366E4F41D}"/>
                </a:ext>
              </a:extLst>
            </p:cNvPr>
            <p:cNvGrpSpPr/>
            <p:nvPr/>
          </p:nvGrpSpPr>
          <p:grpSpPr>
            <a:xfrm>
              <a:off x="255460" y="4830245"/>
              <a:ext cx="11681080" cy="734916"/>
              <a:chOff x="1140625" y="5013542"/>
              <a:chExt cx="8744937" cy="609446"/>
            </a:xfrm>
          </p:grpSpPr>
          <p:sp>
            <p:nvSpPr>
              <p:cNvPr id="95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1140625" y="5013542"/>
                <a:ext cx="2872656" cy="228542"/>
              </a:xfrm>
              <a:prstGeom prst="rect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1140625" y="5013543"/>
                <a:ext cx="2872656" cy="216946"/>
              </a:xfrm>
              <a:prstGeom prst="rect">
                <a:avLst/>
              </a:prstGeom>
              <a:solidFill>
                <a:srgbClr val="1E2D45"/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수신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대상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확대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97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114062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1191412" y="5329603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latin typeface="+mn-ea"/>
                  </a:rPr>
                  <a:t>이벤트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관련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전체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사용자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대상</a:t>
                </a:r>
                <a:endParaRPr sz="1100" b="1" dirty="0">
                  <a:latin typeface="+mn-ea"/>
                </a:endParaRPr>
              </a:p>
            </p:txBody>
          </p:sp>
          <p:sp>
            <p:nvSpPr>
              <p:cNvPr id="99" name="Rectangle 99">
                <a:extLst>
                  <a:ext uri="{FF2B5EF4-FFF2-40B4-BE49-F238E27FC236}">
                    <a16:creationId xmlns:a16="http://schemas.microsoft.com/office/drawing/2014/main" id="{303E519C-3DC4-48E2-5F4E-8481CA3F6EB6}"/>
                  </a:ext>
                </a:extLst>
              </p:cNvPr>
              <p:cNvSpPr/>
              <p:nvPr/>
            </p:nvSpPr>
            <p:spPr>
              <a:xfrm>
                <a:off x="4076765" y="5013542"/>
                <a:ext cx="2872656" cy="228542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63BF674-4114-C5E8-8E8D-CD5B4880C40B}"/>
                  </a:ext>
                </a:extLst>
              </p:cNvPr>
              <p:cNvSpPr txBox="1"/>
              <p:nvPr/>
            </p:nvSpPr>
            <p:spPr>
              <a:xfrm>
                <a:off x="4076765" y="5013543"/>
                <a:ext cx="2872656" cy="21694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2E4470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사전 알림 도입</a:t>
                </a:r>
              </a:p>
            </p:txBody>
          </p:sp>
          <p:sp>
            <p:nvSpPr>
              <p:cNvPr id="101" name="Rectangle 101">
                <a:extLst>
                  <a:ext uri="{FF2B5EF4-FFF2-40B4-BE49-F238E27FC236}">
                    <a16:creationId xmlns:a16="http://schemas.microsoft.com/office/drawing/2014/main" id="{237794DD-9573-F120-193A-66EF28CB24A0}"/>
                  </a:ext>
                </a:extLst>
              </p:cNvPr>
              <p:cNvSpPr/>
              <p:nvPr/>
            </p:nvSpPr>
            <p:spPr>
              <a:xfrm>
                <a:off x="407676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18E961F-DC66-9191-00B8-A8FECF173D5D}"/>
                  </a:ext>
                </a:extLst>
              </p:cNvPr>
              <p:cNvSpPr txBox="1"/>
              <p:nvPr/>
            </p:nvSpPr>
            <p:spPr>
              <a:xfrm>
                <a:off x="4127552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>
                    <a:latin typeface="+mn-ea"/>
                  </a:rPr>
                  <a:t>D-3 · D-1 </a:t>
                </a:r>
                <a:r>
                  <a:rPr sz="1100" b="1" dirty="0" err="1">
                    <a:latin typeface="+mn-ea"/>
                  </a:rPr>
                  <a:t>자동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알림으로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마감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누락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예방</a:t>
                </a:r>
                <a:endParaRPr sz="1100" b="1" dirty="0">
                  <a:latin typeface="+mn-ea"/>
                </a:endParaRPr>
              </a:p>
            </p:txBody>
          </p:sp>
          <p:sp>
            <p:nvSpPr>
              <p:cNvPr id="103" name="Rectangle 103">
                <a:extLst>
                  <a:ext uri="{FF2B5EF4-FFF2-40B4-BE49-F238E27FC236}">
                    <a16:creationId xmlns:a16="http://schemas.microsoft.com/office/drawing/2014/main" id="{5EFBAC72-DC3A-C10C-5EF0-DFCF979DEA9F}"/>
                  </a:ext>
                </a:extLst>
              </p:cNvPr>
              <p:cNvSpPr/>
              <p:nvPr/>
            </p:nvSpPr>
            <p:spPr>
              <a:xfrm>
                <a:off x="7012906" y="5013542"/>
                <a:ext cx="2872656" cy="228542"/>
              </a:xfrm>
              <a:prstGeom prst="rect">
                <a:avLst/>
              </a:prstGeom>
              <a:solidFill>
                <a:srgbClr val="0054D1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BEAFF2B-8930-350D-C703-0592CB5F7B94}"/>
                  </a:ext>
                </a:extLst>
              </p:cNvPr>
              <p:cNvSpPr txBox="1"/>
              <p:nvPr/>
            </p:nvSpPr>
            <p:spPr>
              <a:xfrm>
                <a:off x="7012906" y="5013543"/>
                <a:ext cx="2872656" cy="216946"/>
              </a:xfrm>
              <a:prstGeom prst="rect">
                <a:avLst/>
              </a:prstGeom>
              <a:solidFill>
                <a:srgbClr val="1E2D45"/>
              </a:solidFill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수신 동의 옵션</a:t>
                </a:r>
              </a:p>
            </p:txBody>
          </p:sp>
          <p:sp>
            <p:nvSpPr>
              <p:cNvPr id="105" name="Rectangle 105">
                <a:extLst>
                  <a:ext uri="{FF2B5EF4-FFF2-40B4-BE49-F238E27FC236}">
                    <a16:creationId xmlns:a16="http://schemas.microsoft.com/office/drawing/2014/main" id="{B5D70D87-07E2-2FF0-496C-0B176334ABFF}"/>
                  </a:ext>
                </a:extLst>
              </p:cNvPr>
              <p:cNvSpPr/>
              <p:nvPr/>
            </p:nvSpPr>
            <p:spPr>
              <a:xfrm>
                <a:off x="7012906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2FF5806-DEEF-FC9F-56DF-DBFE6A01FCCA}"/>
                  </a:ext>
                </a:extLst>
              </p:cNvPr>
              <p:cNvSpPr txBox="1"/>
              <p:nvPr/>
            </p:nvSpPr>
            <p:spPr>
              <a:xfrm>
                <a:off x="7063693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latin typeface="+mn-ea"/>
                  </a:rPr>
                  <a:t>사용자별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알림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수신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여부·빈도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설정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가능</a:t>
                </a:r>
                <a:endParaRPr sz="1100" b="1" dirty="0">
                  <a:latin typeface="+mn-ea"/>
                </a:endParaRPr>
              </a:p>
            </p:txBody>
          </p:sp>
        </p:grpSp>
      </p:grpSp>
      <p:sp>
        <p:nvSpPr>
          <p:cNvPr id="109" name="Rectangle 10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18 / 50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B5533A2-3E78-3A15-7602-C9460719329B}"/>
              </a:ext>
            </a:extLst>
          </p:cNvPr>
          <p:cNvGrpSpPr/>
          <p:nvPr/>
        </p:nvGrpSpPr>
        <p:grpSpPr>
          <a:xfrm>
            <a:off x="255460" y="2900835"/>
            <a:ext cx="11662033" cy="514649"/>
            <a:chOff x="255460" y="2434148"/>
            <a:chExt cx="11662033" cy="514649"/>
          </a:xfrm>
        </p:grpSpPr>
        <p:sp>
          <p:nvSpPr>
            <p:cNvPr id="35" name="Rectangle 62">
              <a:extLst>
                <a:ext uri="{FF2B5EF4-FFF2-40B4-BE49-F238E27FC236}">
                  <a16:creationId xmlns:a16="http://schemas.microsoft.com/office/drawing/2014/main" id="{9446A98B-04E0-AADD-DD39-F5F799FA89E1}"/>
                </a:ext>
              </a:extLst>
            </p:cNvPr>
            <p:cNvSpPr/>
            <p:nvPr/>
          </p:nvSpPr>
          <p:spPr>
            <a:xfrm>
              <a:off x="255460" y="2434148"/>
              <a:ext cx="2535225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AD3D422-7C6A-B582-DEF4-8386A39E3313}"/>
                </a:ext>
              </a:extLst>
            </p:cNvPr>
            <p:cNvSpPr txBox="1"/>
            <p:nvPr/>
          </p:nvSpPr>
          <p:spPr>
            <a:xfrm>
              <a:off x="316305" y="2459540"/>
              <a:ext cx="241353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전광판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자유표시구역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국정만화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BB51EC40-C578-A35D-D639-BE2AC3FAFFE7}"/>
                </a:ext>
              </a:extLst>
            </p:cNvPr>
            <p:cNvSpPr/>
            <p:nvPr/>
          </p:nvSpPr>
          <p:spPr>
            <a:xfrm>
              <a:off x="2790684" y="2434148"/>
              <a:ext cx="2332406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7D584D-5661-6353-626D-1B88F8FE872B}"/>
                </a:ext>
              </a:extLst>
            </p:cNvPr>
            <p:cNvSpPr txBox="1"/>
            <p:nvPr/>
          </p:nvSpPr>
          <p:spPr>
            <a:xfrm>
              <a:off x="2851528" y="2459540"/>
              <a:ext cx="22107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>
                  <a:solidFill>
                    <a:srgbClr val="222222"/>
                  </a:solidFill>
                  <a:latin typeface="+mn-ea"/>
                </a:rPr>
                <a:t>없음</a:t>
              </a:r>
            </a:p>
          </p:txBody>
        </p:sp>
        <p:sp>
          <p:nvSpPr>
            <p:cNvPr id="39" name="Rectangle 66">
              <a:extLst>
                <a:ext uri="{FF2B5EF4-FFF2-40B4-BE49-F238E27FC236}">
                  <a16:creationId xmlns:a16="http://schemas.microsoft.com/office/drawing/2014/main" id="{C2B181BF-D5C7-7FB2-9AB5-651423386775}"/>
                </a:ext>
              </a:extLst>
            </p:cNvPr>
            <p:cNvSpPr/>
            <p:nvPr/>
          </p:nvSpPr>
          <p:spPr>
            <a:xfrm>
              <a:off x="5123091" y="2434148"/>
              <a:ext cx="2738043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0090B01-2928-4703-67FE-4F8AE353284E}"/>
                </a:ext>
              </a:extLst>
            </p:cNvPr>
            <p:cNvSpPr txBox="1"/>
            <p:nvPr/>
          </p:nvSpPr>
          <p:spPr>
            <a:xfrm>
              <a:off x="5183936" y="2459540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채택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기관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즉시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41" name="Rectangle 68">
              <a:extLst>
                <a:ext uri="{FF2B5EF4-FFF2-40B4-BE49-F238E27FC236}">
                  <a16:creationId xmlns:a16="http://schemas.microsoft.com/office/drawing/2014/main" id="{12E70562-74C9-5AE5-1636-7FA9FAFA7F62}"/>
                </a:ext>
              </a:extLst>
            </p:cNvPr>
            <p:cNvSpPr/>
            <p:nvPr/>
          </p:nvSpPr>
          <p:spPr>
            <a:xfrm>
              <a:off x="7861134" y="2434148"/>
              <a:ext cx="2839452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8CF178-34C6-53BD-A6A9-8C05C4FB5B0E}"/>
                </a:ext>
              </a:extLst>
            </p:cNvPr>
            <p:cNvSpPr txBox="1"/>
            <p:nvPr/>
          </p:nvSpPr>
          <p:spPr>
            <a:xfrm>
              <a:off x="7921979" y="2459540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>
                  <a:solidFill>
                    <a:srgbClr val="222222"/>
                  </a:solidFill>
                  <a:latin typeface="+mn-ea"/>
                </a:rPr>
                <a:t>채택 기관 담당자</a:t>
              </a:r>
            </a:p>
          </p:txBody>
        </p:sp>
        <p:sp>
          <p:nvSpPr>
            <p:cNvPr id="43" name="Rectangle 70">
              <a:extLst>
                <a:ext uri="{FF2B5EF4-FFF2-40B4-BE49-F238E27FC236}">
                  <a16:creationId xmlns:a16="http://schemas.microsoft.com/office/drawing/2014/main" id="{C7B564C3-D8A0-EAD8-5C9A-C2CDAA9850E8}"/>
                </a:ext>
              </a:extLst>
            </p:cNvPr>
            <p:cNvSpPr/>
            <p:nvPr/>
          </p:nvSpPr>
          <p:spPr>
            <a:xfrm>
              <a:off x="10700586" y="2434148"/>
              <a:ext cx="1216907" cy="241239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1" name="Rectangle 72">
              <a:extLst>
                <a:ext uri="{FF2B5EF4-FFF2-40B4-BE49-F238E27FC236}">
                  <a16:creationId xmlns:a16="http://schemas.microsoft.com/office/drawing/2014/main" id="{C245EAB2-3CB7-3F02-B7C5-5CE363A275B2}"/>
                </a:ext>
              </a:extLst>
            </p:cNvPr>
            <p:cNvSpPr/>
            <p:nvPr/>
          </p:nvSpPr>
          <p:spPr>
            <a:xfrm>
              <a:off x="255460" y="2675387"/>
              <a:ext cx="2535225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2" name="Rectangle 74">
              <a:extLst>
                <a:ext uri="{FF2B5EF4-FFF2-40B4-BE49-F238E27FC236}">
                  <a16:creationId xmlns:a16="http://schemas.microsoft.com/office/drawing/2014/main" id="{BE5F0C71-8F8E-88D4-149F-38247B20E477}"/>
                </a:ext>
              </a:extLst>
            </p:cNvPr>
            <p:cNvSpPr/>
            <p:nvPr/>
          </p:nvSpPr>
          <p:spPr>
            <a:xfrm>
              <a:off x="2790684" y="2675387"/>
              <a:ext cx="2332406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3" name="Rectangle 76">
              <a:extLst>
                <a:ext uri="{FF2B5EF4-FFF2-40B4-BE49-F238E27FC236}">
                  <a16:creationId xmlns:a16="http://schemas.microsoft.com/office/drawing/2014/main" id="{73246A92-73C2-A8E2-EEE4-425F2E20D096}"/>
                </a:ext>
              </a:extLst>
            </p:cNvPr>
            <p:cNvSpPr/>
            <p:nvPr/>
          </p:nvSpPr>
          <p:spPr>
            <a:xfrm>
              <a:off x="5123091" y="2675387"/>
              <a:ext cx="2738043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4" name="Rectangle 78">
              <a:extLst>
                <a:ext uri="{FF2B5EF4-FFF2-40B4-BE49-F238E27FC236}">
                  <a16:creationId xmlns:a16="http://schemas.microsoft.com/office/drawing/2014/main" id="{A216B2B4-D555-EBE2-5B84-1F8ABD8A7884}"/>
                </a:ext>
              </a:extLst>
            </p:cNvPr>
            <p:cNvSpPr/>
            <p:nvPr/>
          </p:nvSpPr>
          <p:spPr>
            <a:xfrm>
              <a:off x="7861134" y="2675387"/>
              <a:ext cx="2839452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5" name="Rectangle 80">
              <a:extLst>
                <a:ext uri="{FF2B5EF4-FFF2-40B4-BE49-F238E27FC236}">
                  <a16:creationId xmlns:a16="http://schemas.microsoft.com/office/drawing/2014/main" id="{CE429A3D-AAB7-CE2F-0C58-7FEE7BE61370}"/>
                </a:ext>
              </a:extLst>
            </p:cNvPr>
            <p:cNvSpPr/>
            <p:nvPr/>
          </p:nvSpPr>
          <p:spPr>
            <a:xfrm>
              <a:off x="10700586" y="2675387"/>
              <a:ext cx="1216907" cy="241239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7BED625-0A74-3BF1-48CF-68D761450690}"/>
                </a:ext>
              </a:extLst>
            </p:cNvPr>
            <p:cNvSpPr txBox="1"/>
            <p:nvPr/>
          </p:nvSpPr>
          <p:spPr>
            <a:xfrm>
              <a:off x="316305" y="2694879"/>
              <a:ext cx="241353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디지털콘텐츠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제출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요청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4C4DD52-9507-48F8-8A03-4FC7BE656EC4}"/>
                </a:ext>
              </a:extLst>
            </p:cNvPr>
            <p:cNvSpPr txBox="1"/>
            <p:nvPr/>
          </p:nvSpPr>
          <p:spPr>
            <a:xfrm>
              <a:off x="2851528" y="2694879"/>
              <a:ext cx="22107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수동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공지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CD07672-D0A6-5888-C7F6-F97D9FE43CED}"/>
                </a:ext>
              </a:extLst>
            </p:cNvPr>
            <p:cNvSpPr txBox="1"/>
            <p:nvPr/>
          </p:nvSpPr>
          <p:spPr>
            <a:xfrm>
              <a:off x="5183936" y="2694881"/>
              <a:ext cx="261635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매주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월요일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자동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알림</a:t>
              </a:r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lang="ko-KR" altLang="en-US" sz="1050" dirty="0" err="1">
                  <a:solidFill>
                    <a:srgbClr val="222222"/>
                  </a:solidFill>
                  <a:latin typeface="+mn-ea"/>
                </a:rPr>
                <a:t>발송일변동가능</a:t>
              </a:r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)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CBDACC-AE1E-57AF-FEB6-02D8FDAD844C}"/>
                </a:ext>
              </a:extLst>
            </p:cNvPr>
            <p:cNvSpPr txBox="1"/>
            <p:nvPr/>
          </p:nvSpPr>
          <p:spPr>
            <a:xfrm>
              <a:off x="7921979" y="2686642"/>
              <a:ext cx="271776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dirty="0" err="1">
                  <a:solidFill>
                    <a:srgbClr val="222222"/>
                  </a:solidFill>
                  <a:latin typeface="+mn-ea"/>
                </a:rPr>
                <a:t>담당자</a:t>
              </a:r>
              <a:r>
                <a:rPr sz="105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22222"/>
                  </a:solidFill>
                  <a:latin typeface="+mn-ea"/>
                </a:rPr>
                <a:t>전체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FCCBEA9-9C51-0E3E-9417-20A547D88AC8}"/>
                </a:ext>
              </a:extLst>
            </p:cNvPr>
            <p:cNvSpPr txBox="1"/>
            <p:nvPr/>
          </p:nvSpPr>
          <p:spPr>
            <a:xfrm>
              <a:off x="10765546" y="2435391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7F5F070-2227-4822-D819-D09679EF7D60}"/>
                </a:ext>
              </a:extLst>
            </p:cNvPr>
            <p:cNvSpPr txBox="1"/>
            <p:nvPr/>
          </p:nvSpPr>
          <p:spPr>
            <a:xfrm>
              <a:off x="10769662" y="2670173"/>
              <a:ext cx="10952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2222"/>
                  </a:solidFill>
                  <a:latin typeface="+mn-ea"/>
                </a:rPr>
                <a:t>SMS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알림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433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개선 방향 ②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알림 체계 고도화</a:t>
                  </a: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알림 체계 개선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en-US" altLang="ko-KR" sz="1200" b="1" dirty="0">
                  <a:latin typeface="+mn-ea"/>
                </a:rPr>
                <a:t>TO-BE)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33FA207-B9C0-9DF3-D159-C46DD55B575C}"/>
              </a:ext>
            </a:extLst>
          </p:cNvPr>
          <p:cNvGrpSpPr/>
          <p:nvPr/>
        </p:nvGrpSpPr>
        <p:grpSpPr>
          <a:xfrm>
            <a:off x="255460" y="1391992"/>
            <a:ext cx="9817930" cy="321056"/>
            <a:chOff x="382492" y="2198064"/>
            <a:chExt cx="7791328" cy="241239"/>
          </a:xfrm>
        </p:grpSpPr>
        <p:sp>
          <p:nvSpPr>
            <p:cNvPr id="82" name="Rectangle 13">
              <a:extLst>
                <a:ext uri="{FF2B5EF4-FFF2-40B4-BE49-F238E27FC236}">
                  <a16:creationId xmlns:a16="http://schemas.microsoft.com/office/drawing/2014/main" id="{4CD85FEF-BCE6-19BD-16AB-1B019C90EB18}"/>
                </a:ext>
              </a:extLst>
            </p:cNvPr>
            <p:cNvSpPr/>
            <p:nvPr/>
          </p:nvSpPr>
          <p:spPr>
            <a:xfrm>
              <a:off x="382492" y="2198064"/>
              <a:ext cx="1650587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6AB21DD-0271-B7C5-A66C-0AF81AF8BD6F}"/>
                </a:ext>
              </a:extLst>
            </p:cNvPr>
            <p:cNvSpPr txBox="1"/>
            <p:nvPr/>
          </p:nvSpPr>
          <p:spPr>
            <a:xfrm>
              <a:off x="420582" y="2229805"/>
              <a:ext cx="1574407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이벤트</a:t>
              </a:r>
            </a:p>
          </p:txBody>
        </p:sp>
        <p:sp>
          <p:nvSpPr>
            <p:cNvPr id="84" name="Rectangle 15">
              <a:extLst>
                <a:ext uri="{FF2B5EF4-FFF2-40B4-BE49-F238E27FC236}">
                  <a16:creationId xmlns:a16="http://schemas.microsoft.com/office/drawing/2014/main" id="{F11B16C9-1C92-7B16-05BF-EC9F0753452C}"/>
                </a:ext>
              </a:extLst>
            </p:cNvPr>
            <p:cNvSpPr/>
            <p:nvPr/>
          </p:nvSpPr>
          <p:spPr>
            <a:xfrm>
              <a:off x="2033079" y="2198064"/>
              <a:ext cx="1777555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F7E271F-8262-A49A-D459-4B33F5E78C3B}"/>
                </a:ext>
              </a:extLst>
            </p:cNvPr>
            <p:cNvSpPr txBox="1"/>
            <p:nvPr/>
          </p:nvSpPr>
          <p:spPr>
            <a:xfrm>
              <a:off x="2071169" y="2229805"/>
              <a:ext cx="1701375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현행 알림</a:t>
              </a:r>
            </a:p>
          </p:txBody>
        </p:sp>
        <p:sp>
          <p:nvSpPr>
            <p:cNvPr id="86" name="Rectangle 17">
              <a:extLst>
                <a:ext uri="{FF2B5EF4-FFF2-40B4-BE49-F238E27FC236}">
                  <a16:creationId xmlns:a16="http://schemas.microsoft.com/office/drawing/2014/main" id="{94F1FDD8-6B2D-D42C-860A-6A74199650E9}"/>
                </a:ext>
              </a:extLst>
            </p:cNvPr>
            <p:cNvSpPr/>
            <p:nvPr/>
          </p:nvSpPr>
          <p:spPr>
            <a:xfrm>
              <a:off x="3810634" y="2198064"/>
              <a:ext cx="1904523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201127-F826-889F-E4D8-14B387B92F0B}"/>
                </a:ext>
              </a:extLst>
            </p:cNvPr>
            <p:cNvSpPr txBox="1"/>
            <p:nvPr/>
          </p:nvSpPr>
          <p:spPr>
            <a:xfrm>
              <a:off x="3848724" y="2229805"/>
              <a:ext cx="1828343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개선 </a:t>
              </a:r>
              <a:r>
                <a:rPr lang="en-US" altLang="ko-KR" sz="1050" b="1" dirty="0">
                  <a:solidFill>
                    <a:srgbClr val="FFFFFF"/>
                  </a:solidFill>
                  <a:latin typeface="+mn-ea"/>
                </a:rPr>
                <a:t>(TO-BE)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330BC426-EE89-F39F-EF69-4563D616E366}"/>
                </a:ext>
              </a:extLst>
            </p:cNvPr>
            <p:cNvSpPr/>
            <p:nvPr/>
          </p:nvSpPr>
          <p:spPr>
            <a:xfrm>
              <a:off x="5715157" y="2198064"/>
              <a:ext cx="2458663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155E22F-134E-D2F8-AA8F-275268E93D7B}"/>
                </a:ext>
              </a:extLst>
            </p:cNvPr>
            <p:cNvSpPr txBox="1"/>
            <p:nvPr/>
          </p:nvSpPr>
          <p:spPr>
            <a:xfrm>
              <a:off x="5753247" y="2229805"/>
              <a:ext cx="2420573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수신대상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4" name="Rectangle 29">
            <a:extLst>
              <a:ext uri="{FF2B5EF4-FFF2-40B4-BE49-F238E27FC236}">
                <a16:creationId xmlns:a16="http://schemas.microsoft.com/office/drawing/2014/main" id="{1A0273FD-77E6-964C-67C0-74872F07D183}"/>
              </a:ext>
            </a:extLst>
          </p:cNvPr>
          <p:cNvSpPr/>
          <p:nvPr/>
        </p:nvSpPr>
        <p:spPr>
          <a:xfrm>
            <a:off x="255460" y="1723209"/>
            <a:ext cx="2080193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B09ABC-2FC6-4FEB-D2AD-E37F324F639D}"/>
              </a:ext>
            </a:extLst>
          </p:cNvPr>
          <p:cNvSpPr txBox="1"/>
          <p:nvPr/>
        </p:nvSpPr>
        <p:spPr>
          <a:xfrm>
            <a:off x="303464" y="1757002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+mn-ea"/>
              </a:rPr>
              <a:t>자료요청 마감 임박 (D-3)</a:t>
            </a:r>
          </a:p>
        </p:txBody>
      </p:sp>
      <p:sp>
        <p:nvSpPr>
          <p:cNvPr id="36" name="Rectangle 31">
            <a:extLst>
              <a:ext uri="{FF2B5EF4-FFF2-40B4-BE49-F238E27FC236}">
                <a16:creationId xmlns:a16="http://schemas.microsoft.com/office/drawing/2014/main" id="{A841B3A1-0F9C-C86C-FC07-5D70D3B4815D}"/>
              </a:ext>
            </a:extLst>
          </p:cNvPr>
          <p:cNvSpPr/>
          <p:nvPr/>
        </p:nvSpPr>
        <p:spPr>
          <a:xfrm>
            <a:off x="2335653" y="1723209"/>
            <a:ext cx="2240207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3494FB-CAB9-B0A1-E388-32C8C639EBE2}"/>
              </a:ext>
            </a:extLst>
          </p:cNvPr>
          <p:cNvSpPr txBox="1"/>
          <p:nvPr/>
        </p:nvSpPr>
        <p:spPr>
          <a:xfrm>
            <a:off x="2383656" y="1757002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38" name="Rectangle 33">
            <a:extLst>
              <a:ext uri="{FF2B5EF4-FFF2-40B4-BE49-F238E27FC236}">
                <a16:creationId xmlns:a16="http://schemas.microsoft.com/office/drawing/2014/main" id="{34522ED9-FE33-BC81-4BBA-82B9629A3A03}"/>
              </a:ext>
            </a:extLst>
          </p:cNvPr>
          <p:cNvSpPr/>
          <p:nvPr/>
        </p:nvSpPr>
        <p:spPr>
          <a:xfrm>
            <a:off x="4575860" y="1723209"/>
            <a:ext cx="2400222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0B6C8-AAF9-B403-1BA4-CCA860AA7EDC}"/>
              </a:ext>
            </a:extLst>
          </p:cNvPr>
          <p:cNvSpPr txBox="1"/>
          <p:nvPr/>
        </p:nvSpPr>
        <p:spPr>
          <a:xfrm>
            <a:off x="4623863" y="1757002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D-3 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자동 </a:t>
            </a:r>
            <a:r>
              <a:rPr lang="ko-KR" altLang="en-US" sz="1050" dirty="0" err="1">
                <a:solidFill>
                  <a:srgbClr val="222222"/>
                </a:solidFill>
                <a:latin typeface="+mn-ea"/>
              </a:rPr>
              <a:t>알림톡</a:t>
            </a:r>
            <a:endParaRPr lang="ko-KR" altLang="en-US"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42" name="Rectangle 37">
            <a:extLst>
              <a:ext uri="{FF2B5EF4-FFF2-40B4-BE49-F238E27FC236}">
                <a16:creationId xmlns:a16="http://schemas.microsoft.com/office/drawing/2014/main" id="{87C0FC1E-6F7D-092F-6DB7-507EE7F167DF}"/>
              </a:ext>
            </a:extLst>
          </p:cNvPr>
          <p:cNvSpPr/>
          <p:nvPr/>
        </p:nvSpPr>
        <p:spPr>
          <a:xfrm>
            <a:off x="255460" y="2044265"/>
            <a:ext cx="2080193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C5A047-BC6D-8710-5488-A1628F973F3B}"/>
              </a:ext>
            </a:extLst>
          </p:cNvPr>
          <p:cNvSpPr txBox="1"/>
          <p:nvPr/>
        </p:nvSpPr>
        <p:spPr>
          <a:xfrm>
            <a:off x="303464" y="2078058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+mn-ea"/>
              </a:rPr>
              <a:t>자료요청 마감 (D-1)</a:t>
            </a:r>
          </a:p>
        </p:txBody>
      </p:sp>
      <p:sp>
        <p:nvSpPr>
          <p:cNvPr id="44" name="Rectangle 39">
            <a:extLst>
              <a:ext uri="{FF2B5EF4-FFF2-40B4-BE49-F238E27FC236}">
                <a16:creationId xmlns:a16="http://schemas.microsoft.com/office/drawing/2014/main" id="{6FFFDC7D-98C1-D7BC-0FEC-2DF03CB34217}"/>
              </a:ext>
            </a:extLst>
          </p:cNvPr>
          <p:cNvSpPr/>
          <p:nvPr/>
        </p:nvSpPr>
        <p:spPr>
          <a:xfrm>
            <a:off x="2335653" y="2044265"/>
            <a:ext cx="2240207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1DBA7-6EA5-94B5-668A-D95B5E22226D}"/>
              </a:ext>
            </a:extLst>
          </p:cNvPr>
          <p:cNvSpPr txBox="1"/>
          <p:nvPr/>
        </p:nvSpPr>
        <p:spPr>
          <a:xfrm>
            <a:off x="2383656" y="2078058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46" name="Rectangle 41">
            <a:extLst>
              <a:ext uri="{FF2B5EF4-FFF2-40B4-BE49-F238E27FC236}">
                <a16:creationId xmlns:a16="http://schemas.microsoft.com/office/drawing/2014/main" id="{A04E7D17-E633-FC8E-9D7C-209D7A0CDA32}"/>
              </a:ext>
            </a:extLst>
          </p:cNvPr>
          <p:cNvSpPr/>
          <p:nvPr/>
        </p:nvSpPr>
        <p:spPr>
          <a:xfrm>
            <a:off x="4575860" y="2044265"/>
            <a:ext cx="2400222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E72CE6-0662-6FD4-30A4-B6A69A3A45ED}"/>
              </a:ext>
            </a:extLst>
          </p:cNvPr>
          <p:cNvSpPr txBox="1"/>
          <p:nvPr/>
        </p:nvSpPr>
        <p:spPr>
          <a:xfrm>
            <a:off x="4623863" y="2078058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D-1 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최종 알림</a:t>
            </a:r>
          </a:p>
        </p:txBody>
      </p:sp>
      <p:sp>
        <p:nvSpPr>
          <p:cNvPr id="50" name="Rectangle 45">
            <a:extLst>
              <a:ext uri="{FF2B5EF4-FFF2-40B4-BE49-F238E27FC236}">
                <a16:creationId xmlns:a16="http://schemas.microsoft.com/office/drawing/2014/main" id="{6027DD0C-CEDB-417A-1FB4-F9A567BC984F}"/>
              </a:ext>
            </a:extLst>
          </p:cNvPr>
          <p:cNvSpPr/>
          <p:nvPr/>
        </p:nvSpPr>
        <p:spPr>
          <a:xfrm>
            <a:off x="255460" y="2365322"/>
            <a:ext cx="2080193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316BEF-7B65-294A-9605-14D3E912027E}"/>
              </a:ext>
            </a:extLst>
          </p:cNvPr>
          <p:cNvSpPr txBox="1"/>
          <p:nvPr/>
        </p:nvSpPr>
        <p:spPr>
          <a:xfrm>
            <a:off x="303464" y="2399115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+mn-ea"/>
              </a:rPr>
              <a:t>자료요청 마감 처리</a:t>
            </a:r>
          </a:p>
        </p:txBody>
      </p:sp>
      <p:sp>
        <p:nvSpPr>
          <p:cNvPr id="52" name="Rectangle 47">
            <a:extLst>
              <a:ext uri="{FF2B5EF4-FFF2-40B4-BE49-F238E27FC236}">
                <a16:creationId xmlns:a16="http://schemas.microsoft.com/office/drawing/2014/main" id="{83AFD899-61F2-6A80-7585-8AAAD2789627}"/>
              </a:ext>
            </a:extLst>
          </p:cNvPr>
          <p:cNvSpPr/>
          <p:nvPr/>
        </p:nvSpPr>
        <p:spPr>
          <a:xfrm>
            <a:off x="2335653" y="2365322"/>
            <a:ext cx="2240207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8972C8-28FA-FF9C-3400-F8A9BCA454C5}"/>
              </a:ext>
            </a:extLst>
          </p:cNvPr>
          <p:cNvSpPr txBox="1"/>
          <p:nvPr/>
        </p:nvSpPr>
        <p:spPr>
          <a:xfrm>
            <a:off x="2383656" y="2399115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자동 상태 전환만</a:t>
            </a:r>
          </a:p>
        </p:txBody>
      </p:sp>
      <p:sp>
        <p:nvSpPr>
          <p:cNvPr id="54" name="Rectangle 49">
            <a:extLst>
              <a:ext uri="{FF2B5EF4-FFF2-40B4-BE49-F238E27FC236}">
                <a16:creationId xmlns:a16="http://schemas.microsoft.com/office/drawing/2014/main" id="{64BFF787-5E2D-BB00-B343-C3AD0C155B93}"/>
              </a:ext>
            </a:extLst>
          </p:cNvPr>
          <p:cNvSpPr/>
          <p:nvPr/>
        </p:nvSpPr>
        <p:spPr>
          <a:xfrm>
            <a:off x="4575860" y="2365322"/>
            <a:ext cx="2400222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205611-68F0-809D-1408-0E6BD8718F22}"/>
              </a:ext>
            </a:extLst>
          </p:cNvPr>
          <p:cNvSpPr txBox="1"/>
          <p:nvPr/>
        </p:nvSpPr>
        <p:spPr>
          <a:xfrm>
            <a:off x="4623863" y="2399115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취합 결과 통보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E664390-877D-917E-0397-56C9EFA34B29}"/>
              </a:ext>
            </a:extLst>
          </p:cNvPr>
          <p:cNvGrpSpPr/>
          <p:nvPr/>
        </p:nvGrpSpPr>
        <p:grpSpPr>
          <a:xfrm>
            <a:off x="6976081" y="1723209"/>
            <a:ext cx="3097309" cy="963169"/>
            <a:chOff x="6976081" y="1723209"/>
            <a:chExt cx="4960459" cy="963169"/>
          </a:xfrm>
        </p:grpSpPr>
        <p:sp>
          <p:nvSpPr>
            <p:cNvPr id="40" name="Rectangle 35">
              <a:extLst>
                <a:ext uri="{FF2B5EF4-FFF2-40B4-BE49-F238E27FC236}">
                  <a16:creationId xmlns:a16="http://schemas.microsoft.com/office/drawing/2014/main" id="{52D7B877-E400-45ED-509F-4EF64A939325}"/>
                </a:ext>
              </a:extLst>
            </p:cNvPr>
            <p:cNvSpPr/>
            <p:nvPr/>
          </p:nvSpPr>
          <p:spPr>
            <a:xfrm>
              <a:off x="6976081" y="1723209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8AFC18-1DDD-2EA9-4F7E-11A8E8311076}"/>
                </a:ext>
              </a:extLst>
            </p:cNvPr>
            <p:cNvSpPr txBox="1"/>
            <p:nvPr/>
          </p:nvSpPr>
          <p:spPr>
            <a:xfrm>
              <a:off x="7024085" y="1757002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 err="1">
                  <a:solidFill>
                    <a:srgbClr val="222222"/>
                  </a:solidFill>
                  <a:latin typeface="+mn-ea"/>
                </a:rPr>
                <a:t>미제출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 기관 담당자</a:t>
              </a:r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BFE275D1-3E59-700D-3EAC-23B8151FBF0B}"/>
                </a:ext>
              </a:extLst>
            </p:cNvPr>
            <p:cNvSpPr/>
            <p:nvPr/>
          </p:nvSpPr>
          <p:spPr>
            <a:xfrm>
              <a:off x="6976081" y="2044265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EF51FC-5F82-0058-7D56-9AF609379286}"/>
                </a:ext>
              </a:extLst>
            </p:cNvPr>
            <p:cNvSpPr txBox="1"/>
            <p:nvPr/>
          </p:nvSpPr>
          <p:spPr>
            <a:xfrm>
              <a:off x="7024085" y="207805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 err="1">
                  <a:solidFill>
                    <a:srgbClr val="222222"/>
                  </a:solidFill>
                  <a:latin typeface="+mn-ea"/>
                </a:rPr>
                <a:t>미제출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 기관 담당자</a:t>
              </a:r>
            </a:p>
          </p:txBody>
        </p:sp>
        <p:sp>
          <p:nvSpPr>
            <p:cNvPr id="56" name="Rectangle 51">
              <a:extLst>
                <a:ext uri="{FF2B5EF4-FFF2-40B4-BE49-F238E27FC236}">
                  <a16:creationId xmlns:a16="http://schemas.microsoft.com/office/drawing/2014/main" id="{ACB62B7F-DE6E-5995-5B0A-8B70AD698A9C}"/>
                </a:ext>
              </a:extLst>
            </p:cNvPr>
            <p:cNvSpPr/>
            <p:nvPr/>
          </p:nvSpPr>
          <p:spPr>
            <a:xfrm>
              <a:off x="6976081" y="2365322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2E3099D-43A2-7A62-9597-C4AED80E7EF7}"/>
                </a:ext>
              </a:extLst>
            </p:cNvPr>
            <p:cNvSpPr txBox="1"/>
            <p:nvPr/>
          </p:nvSpPr>
          <p:spPr>
            <a:xfrm>
              <a:off x="7024085" y="2399115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요청 관리자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·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참여 기관</a:t>
              </a:r>
            </a:p>
          </p:txBody>
        </p:sp>
      </p:grpSp>
      <p:sp>
        <p:nvSpPr>
          <p:cNvPr id="58" name="Rectangle 53">
            <a:extLst>
              <a:ext uri="{FF2B5EF4-FFF2-40B4-BE49-F238E27FC236}">
                <a16:creationId xmlns:a16="http://schemas.microsoft.com/office/drawing/2014/main" id="{2FFCC129-FD48-DFA5-5B17-2148F123384E}"/>
              </a:ext>
            </a:extLst>
          </p:cNvPr>
          <p:cNvSpPr/>
          <p:nvPr/>
        </p:nvSpPr>
        <p:spPr>
          <a:xfrm>
            <a:off x="255460" y="2686378"/>
            <a:ext cx="2080193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5FFAA1-0468-AFC6-254A-37546B5D960C}"/>
              </a:ext>
            </a:extLst>
          </p:cNvPr>
          <p:cNvSpPr txBox="1"/>
          <p:nvPr/>
        </p:nvSpPr>
        <p:spPr>
          <a:xfrm>
            <a:off x="303464" y="2720171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222222"/>
                </a:solidFill>
                <a:latin typeface="+mn-ea"/>
              </a:rPr>
              <a:t>매체협업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과제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확정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60" name="Rectangle 55">
            <a:extLst>
              <a:ext uri="{FF2B5EF4-FFF2-40B4-BE49-F238E27FC236}">
                <a16:creationId xmlns:a16="http://schemas.microsoft.com/office/drawing/2014/main" id="{80F66D69-EE9C-78C7-334A-4C97E1B20D68}"/>
              </a:ext>
            </a:extLst>
          </p:cNvPr>
          <p:cNvSpPr/>
          <p:nvPr/>
        </p:nvSpPr>
        <p:spPr>
          <a:xfrm>
            <a:off x="2335653" y="2686378"/>
            <a:ext cx="2240207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8533D8-C352-C800-1EE5-B56664B0CF7E}"/>
              </a:ext>
            </a:extLst>
          </p:cNvPr>
          <p:cNvSpPr txBox="1"/>
          <p:nvPr/>
        </p:nvSpPr>
        <p:spPr>
          <a:xfrm>
            <a:off x="2383656" y="2720171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62" name="Rectangle 57">
            <a:extLst>
              <a:ext uri="{FF2B5EF4-FFF2-40B4-BE49-F238E27FC236}">
                <a16:creationId xmlns:a16="http://schemas.microsoft.com/office/drawing/2014/main" id="{84C853C3-D2C4-5B1E-1119-1B846130D0A1}"/>
              </a:ext>
            </a:extLst>
          </p:cNvPr>
          <p:cNvSpPr/>
          <p:nvPr/>
        </p:nvSpPr>
        <p:spPr>
          <a:xfrm>
            <a:off x="4575860" y="2686378"/>
            <a:ext cx="2400222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BFBD14-23AC-7341-A84E-A91214F3DE38}"/>
              </a:ext>
            </a:extLst>
          </p:cNvPr>
          <p:cNvSpPr txBox="1"/>
          <p:nvPr/>
        </p:nvSpPr>
        <p:spPr>
          <a:xfrm>
            <a:off x="4623863" y="2720171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채택 기관 즉시 알림</a:t>
            </a:r>
          </a:p>
        </p:txBody>
      </p:sp>
      <p:sp>
        <p:nvSpPr>
          <p:cNvPr id="66" name="Rectangle 61">
            <a:extLst>
              <a:ext uri="{FF2B5EF4-FFF2-40B4-BE49-F238E27FC236}">
                <a16:creationId xmlns:a16="http://schemas.microsoft.com/office/drawing/2014/main" id="{FB4FA983-F2B7-8EED-900A-01859F7382D4}"/>
              </a:ext>
            </a:extLst>
          </p:cNvPr>
          <p:cNvSpPr/>
          <p:nvPr/>
        </p:nvSpPr>
        <p:spPr>
          <a:xfrm>
            <a:off x="255460" y="3007434"/>
            <a:ext cx="2080193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DDC6F6-73D7-F860-5D8B-73076BB76A51}"/>
              </a:ext>
            </a:extLst>
          </p:cNvPr>
          <p:cNvSpPr txBox="1"/>
          <p:nvPr/>
        </p:nvSpPr>
        <p:spPr>
          <a:xfrm>
            <a:off x="303464" y="3041228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222222"/>
                </a:solidFill>
                <a:latin typeface="+mn-ea"/>
              </a:rPr>
              <a:t>권한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신청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승인·반려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68" name="Rectangle 63">
            <a:extLst>
              <a:ext uri="{FF2B5EF4-FFF2-40B4-BE49-F238E27FC236}">
                <a16:creationId xmlns:a16="http://schemas.microsoft.com/office/drawing/2014/main" id="{82629F54-2094-4CDE-E518-E15A55C74CF1}"/>
              </a:ext>
            </a:extLst>
          </p:cNvPr>
          <p:cNvSpPr/>
          <p:nvPr/>
        </p:nvSpPr>
        <p:spPr>
          <a:xfrm>
            <a:off x="2335653" y="3007434"/>
            <a:ext cx="2240207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CD43E1-EFB1-DA35-4C86-8F3ABB3C6BCA}"/>
              </a:ext>
            </a:extLst>
          </p:cNvPr>
          <p:cNvSpPr txBox="1"/>
          <p:nvPr/>
        </p:nvSpPr>
        <p:spPr>
          <a:xfrm>
            <a:off x="2383656" y="3041228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 err="1">
                <a:solidFill>
                  <a:srgbClr val="222222"/>
                </a:solidFill>
                <a:latin typeface="+mn-ea"/>
              </a:rPr>
              <a:t>없음</a:t>
            </a:r>
            <a:r>
              <a:rPr lang="en-US" sz="1050" dirty="0">
                <a:solidFill>
                  <a:srgbClr val="222222"/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승인 시에만 개별발송</a:t>
            </a:r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)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70" name="Rectangle 65">
            <a:extLst>
              <a:ext uri="{FF2B5EF4-FFF2-40B4-BE49-F238E27FC236}">
                <a16:creationId xmlns:a16="http://schemas.microsoft.com/office/drawing/2014/main" id="{FF662370-C533-25D7-DFE1-8429AEDB0406}"/>
              </a:ext>
            </a:extLst>
          </p:cNvPr>
          <p:cNvSpPr/>
          <p:nvPr/>
        </p:nvSpPr>
        <p:spPr>
          <a:xfrm>
            <a:off x="4575860" y="3007434"/>
            <a:ext cx="2400222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C38624-BFD4-42A4-722B-7B8B90FFDDC2}"/>
              </a:ext>
            </a:extLst>
          </p:cNvPr>
          <p:cNvSpPr txBox="1"/>
          <p:nvPr/>
        </p:nvSpPr>
        <p:spPr>
          <a:xfrm>
            <a:off x="4623863" y="3041228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신청</a:t>
            </a:r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/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승인 시 즉시 알림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110" name="Rectangle 53">
            <a:extLst>
              <a:ext uri="{FF2B5EF4-FFF2-40B4-BE49-F238E27FC236}">
                <a16:creationId xmlns:a16="http://schemas.microsoft.com/office/drawing/2014/main" id="{15A98D55-6D8C-12E1-9D5E-B65D609FC8C1}"/>
              </a:ext>
            </a:extLst>
          </p:cNvPr>
          <p:cNvSpPr/>
          <p:nvPr/>
        </p:nvSpPr>
        <p:spPr>
          <a:xfrm>
            <a:off x="257137" y="3328076"/>
            <a:ext cx="2080193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5AD676B-5F85-D5C0-93C4-FC9FEA3EC5E7}"/>
              </a:ext>
            </a:extLst>
          </p:cNvPr>
          <p:cNvSpPr txBox="1"/>
          <p:nvPr/>
        </p:nvSpPr>
        <p:spPr>
          <a:xfrm>
            <a:off x="147746" y="3361869"/>
            <a:ext cx="23063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전광판</a:t>
            </a:r>
            <a:r>
              <a:rPr lang="en-US" altLang="ko-KR" sz="1050" b="1" dirty="0">
                <a:solidFill>
                  <a:srgbClr val="222222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자유표시구역</a:t>
            </a:r>
            <a:r>
              <a:rPr lang="en-US" altLang="ko-KR" sz="1050" b="1" dirty="0">
                <a:solidFill>
                  <a:srgbClr val="222222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국정만화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112" name="Rectangle 55">
            <a:extLst>
              <a:ext uri="{FF2B5EF4-FFF2-40B4-BE49-F238E27FC236}">
                <a16:creationId xmlns:a16="http://schemas.microsoft.com/office/drawing/2014/main" id="{112BE3AB-FA54-BED0-825E-7452030EAB7C}"/>
              </a:ext>
            </a:extLst>
          </p:cNvPr>
          <p:cNvSpPr/>
          <p:nvPr/>
        </p:nvSpPr>
        <p:spPr>
          <a:xfrm>
            <a:off x="2337330" y="3328076"/>
            <a:ext cx="2240207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C2B4CBE-A727-42DA-6E85-0CFD06CBCE26}"/>
              </a:ext>
            </a:extLst>
          </p:cNvPr>
          <p:cNvSpPr txBox="1"/>
          <p:nvPr/>
        </p:nvSpPr>
        <p:spPr>
          <a:xfrm>
            <a:off x="2385333" y="3361869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개별발송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114" name="Rectangle 57">
            <a:extLst>
              <a:ext uri="{FF2B5EF4-FFF2-40B4-BE49-F238E27FC236}">
                <a16:creationId xmlns:a16="http://schemas.microsoft.com/office/drawing/2014/main" id="{21FE2F46-6560-06B1-39D8-B00DFF662F76}"/>
              </a:ext>
            </a:extLst>
          </p:cNvPr>
          <p:cNvSpPr/>
          <p:nvPr/>
        </p:nvSpPr>
        <p:spPr>
          <a:xfrm>
            <a:off x="4577537" y="3328076"/>
            <a:ext cx="2400222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9B3A629-DFAE-1656-2954-334479B898F1}"/>
              </a:ext>
            </a:extLst>
          </p:cNvPr>
          <p:cNvSpPr txBox="1"/>
          <p:nvPr/>
        </p:nvSpPr>
        <p:spPr>
          <a:xfrm>
            <a:off x="4625540" y="3361869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선정 즉시 알림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90263B-9420-34D1-E6B0-40E0B6E2732E}"/>
              </a:ext>
            </a:extLst>
          </p:cNvPr>
          <p:cNvGrpSpPr/>
          <p:nvPr/>
        </p:nvGrpSpPr>
        <p:grpSpPr>
          <a:xfrm>
            <a:off x="6976081" y="2686378"/>
            <a:ext cx="3097309" cy="962754"/>
            <a:chOff x="6976081" y="2686378"/>
            <a:chExt cx="4962136" cy="962754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3F1C3674-ACDA-49CB-870C-12BAC75E0BC2}"/>
                </a:ext>
              </a:extLst>
            </p:cNvPr>
            <p:cNvSpPr/>
            <p:nvPr/>
          </p:nvSpPr>
          <p:spPr>
            <a:xfrm>
              <a:off x="6976081" y="2686378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ED1F63-564B-AEA7-B8D6-A10C05CEF00E}"/>
                </a:ext>
              </a:extLst>
            </p:cNvPr>
            <p:cNvSpPr txBox="1"/>
            <p:nvPr/>
          </p:nvSpPr>
          <p:spPr>
            <a:xfrm>
              <a:off x="7024085" y="2720171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채택 기관 담당자</a:t>
              </a:r>
            </a:p>
          </p:txBody>
        </p:sp>
        <p:sp>
          <p:nvSpPr>
            <p:cNvPr id="72" name="Rectangle 67">
              <a:extLst>
                <a:ext uri="{FF2B5EF4-FFF2-40B4-BE49-F238E27FC236}">
                  <a16:creationId xmlns:a16="http://schemas.microsoft.com/office/drawing/2014/main" id="{6E49ACC9-2669-E777-7543-76606D2D5C4E}"/>
                </a:ext>
              </a:extLst>
            </p:cNvPr>
            <p:cNvSpPr/>
            <p:nvPr/>
          </p:nvSpPr>
          <p:spPr>
            <a:xfrm>
              <a:off x="6976081" y="3007434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4E1A63-BFA0-0DDF-204B-D6F2117A04FD}"/>
                </a:ext>
              </a:extLst>
            </p:cNvPr>
            <p:cNvSpPr txBox="1"/>
            <p:nvPr/>
          </p:nvSpPr>
          <p:spPr>
            <a:xfrm>
              <a:off x="7024085" y="304122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신청인 및 권한승인 담당자</a:t>
              </a:r>
            </a:p>
          </p:txBody>
        </p:sp>
        <p:sp>
          <p:nvSpPr>
            <p:cNvPr id="116" name="Rectangle 59">
              <a:extLst>
                <a:ext uri="{FF2B5EF4-FFF2-40B4-BE49-F238E27FC236}">
                  <a16:creationId xmlns:a16="http://schemas.microsoft.com/office/drawing/2014/main" id="{F215D550-A033-3E93-E60C-C50CC23924CB}"/>
                </a:ext>
              </a:extLst>
            </p:cNvPr>
            <p:cNvSpPr/>
            <p:nvPr/>
          </p:nvSpPr>
          <p:spPr>
            <a:xfrm>
              <a:off x="6977758" y="3328076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BD420AC-D05A-A04B-AE03-C8AFA3F924F3}"/>
                </a:ext>
              </a:extLst>
            </p:cNvPr>
            <p:cNvSpPr txBox="1"/>
            <p:nvPr/>
          </p:nvSpPr>
          <p:spPr>
            <a:xfrm>
              <a:off x="7025762" y="3361869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기관 담당자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7FFDF8A-BE20-04AA-185B-895935AF93CF}"/>
              </a:ext>
            </a:extLst>
          </p:cNvPr>
          <p:cNvGrpSpPr/>
          <p:nvPr/>
        </p:nvGrpSpPr>
        <p:grpSpPr>
          <a:xfrm>
            <a:off x="10070034" y="1724887"/>
            <a:ext cx="1843663" cy="1925923"/>
            <a:chOff x="8258012" y="2255431"/>
            <a:chExt cx="3097309" cy="1925923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E91A8E7-9B16-FDF4-7CEF-E3C6786F5797}"/>
                </a:ext>
              </a:extLst>
            </p:cNvPr>
            <p:cNvGrpSpPr/>
            <p:nvPr/>
          </p:nvGrpSpPr>
          <p:grpSpPr>
            <a:xfrm>
              <a:off x="8258012" y="2255431"/>
              <a:ext cx="3097309" cy="963169"/>
              <a:chOff x="6976081" y="1723209"/>
              <a:chExt cx="4960459" cy="963169"/>
            </a:xfrm>
          </p:grpSpPr>
          <p:sp>
            <p:nvSpPr>
              <p:cNvPr id="17" name="Rectangle 35">
                <a:extLst>
                  <a:ext uri="{FF2B5EF4-FFF2-40B4-BE49-F238E27FC236}">
                    <a16:creationId xmlns:a16="http://schemas.microsoft.com/office/drawing/2014/main" id="{BD173695-7EE7-2181-AF31-111018300118}"/>
                  </a:ext>
                </a:extLst>
              </p:cNvPr>
              <p:cNvSpPr/>
              <p:nvPr/>
            </p:nvSpPr>
            <p:spPr>
              <a:xfrm>
                <a:off x="6976081" y="1723209"/>
                <a:ext cx="4960459" cy="321056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4B38AD-14C1-ECDB-5D38-8AB88D44B341}"/>
                  </a:ext>
                </a:extLst>
              </p:cNvPr>
              <p:cNvSpPr txBox="1"/>
              <p:nvPr/>
            </p:nvSpPr>
            <p:spPr>
              <a:xfrm>
                <a:off x="7024085" y="1757002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19" name="Rectangle 43">
                <a:extLst>
                  <a:ext uri="{FF2B5EF4-FFF2-40B4-BE49-F238E27FC236}">
                    <a16:creationId xmlns:a16="http://schemas.microsoft.com/office/drawing/2014/main" id="{1DE623EA-75CB-D6D1-75AD-E25FAEA972BF}"/>
                  </a:ext>
                </a:extLst>
              </p:cNvPr>
              <p:cNvSpPr/>
              <p:nvPr/>
            </p:nvSpPr>
            <p:spPr>
              <a:xfrm>
                <a:off x="6976081" y="2044265"/>
                <a:ext cx="4960459" cy="321056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06B508-A6A9-DCEA-1F28-5A0F7F2ACCFB}"/>
                  </a:ext>
                </a:extLst>
              </p:cNvPr>
              <p:cNvSpPr txBox="1"/>
              <p:nvPr/>
            </p:nvSpPr>
            <p:spPr>
              <a:xfrm>
                <a:off x="7024085" y="2078058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26" name="Rectangle 51">
                <a:extLst>
                  <a:ext uri="{FF2B5EF4-FFF2-40B4-BE49-F238E27FC236}">
                    <a16:creationId xmlns:a16="http://schemas.microsoft.com/office/drawing/2014/main" id="{B6048309-1E81-E74D-28FA-A4B3AF2D1299}"/>
                  </a:ext>
                </a:extLst>
              </p:cNvPr>
              <p:cNvSpPr/>
              <p:nvPr/>
            </p:nvSpPr>
            <p:spPr>
              <a:xfrm>
                <a:off x="6976081" y="2365322"/>
                <a:ext cx="4960459" cy="321056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FB98B3D-B7D8-484B-C008-A4348DE6C1B4}"/>
                  </a:ext>
                </a:extLst>
              </p:cNvPr>
              <p:cNvSpPr txBox="1"/>
              <p:nvPr/>
            </p:nvSpPr>
            <p:spPr>
              <a:xfrm>
                <a:off x="7024085" y="2399115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3FEB855-3686-D3EC-9CAA-6E270475D7F7}"/>
                </a:ext>
              </a:extLst>
            </p:cNvPr>
            <p:cNvGrpSpPr/>
            <p:nvPr/>
          </p:nvGrpSpPr>
          <p:grpSpPr>
            <a:xfrm>
              <a:off x="8258012" y="3218600"/>
              <a:ext cx="3097309" cy="962754"/>
              <a:chOff x="6976081" y="2686378"/>
              <a:chExt cx="4962136" cy="962754"/>
            </a:xfrm>
          </p:grpSpPr>
          <p:sp>
            <p:nvSpPr>
              <p:cNvPr id="29" name="Rectangle 59">
                <a:extLst>
                  <a:ext uri="{FF2B5EF4-FFF2-40B4-BE49-F238E27FC236}">
                    <a16:creationId xmlns:a16="http://schemas.microsoft.com/office/drawing/2014/main" id="{88F7D3DC-681A-C374-72EF-1E182BF4740E}"/>
                  </a:ext>
                </a:extLst>
              </p:cNvPr>
              <p:cNvSpPr/>
              <p:nvPr/>
            </p:nvSpPr>
            <p:spPr>
              <a:xfrm>
                <a:off x="6976081" y="2686378"/>
                <a:ext cx="4960459" cy="321056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A8D67A-D07A-2E2B-2C95-E700E35B364B}"/>
                  </a:ext>
                </a:extLst>
              </p:cNvPr>
              <p:cNvSpPr txBox="1"/>
              <p:nvPr/>
            </p:nvSpPr>
            <p:spPr>
              <a:xfrm>
                <a:off x="7024085" y="2720171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31" name="Rectangle 67">
                <a:extLst>
                  <a:ext uri="{FF2B5EF4-FFF2-40B4-BE49-F238E27FC236}">
                    <a16:creationId xmlns:a16="http://schemas.microsoft.com/office/drawing/2014/main" id="{56FC2F73-8682-D40E-C769-514D5C1545E0}"/>
                  </a:ext>
                </a:extLst>
              </p:cNvPr>
              <p:cNvSpPr/>
              <p:nvPr/>
            </p:nvSpPr>
            <p:spPr>
              <a:xfrm>
                <a:off x="6976081" y="3007434"/>
                <a:ext cx="4960459" cy="321056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74784A-8D5E-A0CA-1E72-F729AF73E9A1}"/>
                  </a:ext>
                </a:extLst>
              </p:cNvPr>
              <p:cNvSpPr txBox="1"/>
              <p:nvPr/>
            </p:nvSpPr>
            <p:spPr>
              <a:xfrm>
                <a:off x="7024085" y="3041228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33" name="Rectangle 59">
                <a:extLst>
                  <a:ext uri="{FF2B5EF4-FFF2-40B4-BE49-F238E27FC236}">
                    <a16:creationId xmlns:a16="http://schemas.microsoft.com/office/drawing/2014/main" id="{9CD60742-1E83-3C0F-5AF9-1E2FC551D5E3}"/>
                  </a:ext>
                </a:extLst>
              </p:cNvPr>
              <p:cNvSpPr/>
              <p:nvPr/>
            </p:nvSpPr>
            <p:spPr>
              <a:xfrm>
                <a:off x="6977758" y="3328076"/>
                <a:ext cx="4960459" cy="321056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2C57388-8DB3-070A-9C00-877E0C30AA28}"/>
                  </a:ext>
                </a:extLst>
              </p:cNvPr>
              <p:cNvSpPr txBox="1"/>
              <p:nvPr/>
            </p:nvSpPr>
            <p:spPr>
              <a:xfrm>
                <a:off x="7025762" y="3361869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2EAF1B4-525C-FF80-5F31-AB2823474DE4}"/>
              </a:ext>
            </a:extLst>
          </p:cNvPr>
          <p:cNvGrpSpPr/>
          <p:nvPr/>
        </p:nvGrpSpPr>
        <p:grpSpPr>
          <a:xfrm>
            <a:off x="255460" y="4398176"/>
            <a:ext cx="11681081" cy="1166985"/>
            <a:chOff x="255460" y="4398176"/>
            <a:chExt cx="11681081" cy="1166985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CAA92CDF-689A-BCF1-E203-4A0848863AD4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01" name="Rectangle 77">
                <a:extLst>
                  <a:ext uri="{FF2B5EF4-FFF2-40B4-BE49-F238E27FC236}">
                    <a16:creationId xmlns:a16="http://schemas.microsoft.com/office/drawing/2014/main" id="{0D97AA0D-F957-CC0E-9320-B3B64B7D21FE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2" name="Rectangle 78">
                <a:extLst>
                  <a:ext uri="{FF2B5EF4-FFF2-40B4-BE49-F238E27FC236}">
                    <a16:creationId xmlns:a16="http://schemas.microsoft.com/office/drawing/2014/main" id="{28471908-9C78-224E-C0B7-20C6C564C7AF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67DDB51-FB4F-726E-10A5-715AAAC7C695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알림 체계 설계 원칙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F0EDB2E0-3E5F-6D41-0006-F95469F317FD}"/>
                </a:ext>
              </a:extLst>
            </p:cNvPr>
            <p:cNvGrpSpPr/>
            <p:nvPr/>
          </p:nvGrpSpPr>
          <p:grpSpPr>
            <a:xfrm>
              <a:off x="255460" y="4830245"/>
              <a:ext cx="11681080" cy="734916"/>
              <a:chOff x="1140625" y="5013542"/>
              <a:chExt cx="8744937" cy="609446"/>
            </a:xfrm>
          </p:grpSpPr>
          <p:sp>
            <p:nvSpPr>
              <p:cNvPr id="79" name="Rectangle 95">
                <a:extLst>
                  <a:ext uri="{FF2B5EF4-FFF2-40B4-BE49-F238E27FC236}">
                    <a16:creationId xmlns:a16="http://schemas.microsoft.com/office/drawing/2014/main" id="{880C5D45-67E7-D01E-EE75-1AA9F5309A2B}"/>
                  </a:ext>
                </a:extLst>
              </p:cNvPr>
              <p:cNvSpPr/>
              <p:nvPr/>
            </p:nvSpPr>
            <p:spPr>
              <a:xfrm>
                <a:off x="1140625" y="5013542"/>
                <a:ext cx="2872656" cy="228542"/>
              </a:xfrm>
              <a:prstGeom prst="rect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71CB99-3F11-515A-898C-C29D1070CEFE}"/>
                  </a:ext>
                </a:extLst>
              </p:cNvPr>
              <p:cNvSpPr txBox="1"/>
              <p:nvPr/>
            </p:nvSpPr>
            <p:spPr>
              <a:xfrm>
                <a:off x="1140625" y="5013543"/>
                <a:ext cx="2872656" cy="216946"/>
              </a:xfrm>
              <a:prstGeom prst="rect">
                <a:avLst/>
              </a:prstGeom>
              <a:solidFill>
                <a:srgbClr val="1E2D45"/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수신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대상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확대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81" name="Rectangle 97">
                <a:extLst>
                  <a:ext uri="{FF2B5EF4-FFF2-40B4-BE49-F238E27FC236}">
                    <a16:creationId xmlns:a16="http://schemas.microsoft.com/office/drawing/2014/main" id="{ACAD19C0-85AB-655A-5179-5B726D8273EF}"/>
                  </a:ext>
                </a:extLst>
              </p:cNvPr>
              <p:cNvSpPr/>
              <p:nvPr/>
            </p:nvSpPr>
            <p:spPr>
              <a:xfrm>
                <a:off x="114062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B4344B8-DC76-FDA3-8402-C34B13431069}"/>
                  </a:ext>
                </a:extLst>
              </p:cNvPr>
              <p:cNvSpPr txBox="1"/>
              <p:nvPr/>
            </p:nvSpPr>
            <p:spPr>
              <a:xfrm>
                <a:off x="1191412" y="5329603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latin typeface="+mn-ea"/>
                  </a:rPr>
                  <a:t>이벤트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관련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전체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사용자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대상</a:t>
                </a:r>
                <a:endParaRPr sz="1100" b="1" dirty="0">
                  <a:latin typeface="+mn-ea"/>
                </a:endParaRPr>
              </a:p>
            </p:txBody>
          </p:sp>
          <p:sp>
            <p:nvSpPr>
              <p:cNvPr id="91" name="Rectangle 99">
                <a:extLst>
                  <a:ext uri="{FF2B5EF4-FFF2-40B4-BE49-F238E27FC236}">
                    <a16:creationId xmlns:a16="http://schemas.microsoft.com/office/drawing/2014/main" id="{130A5D48-AF10-A836-1EFF-DD2C2E57352F}"/>
                  </a:ext>
                </a:extLst>
              </p:cNvPr>
              <p:cNvSpPr/>
              <p:nvPr/>
            </p:nvSpPr>
            <p:spPr>
              <a:xfrm>
                <a:off x="4076765" y="5013542"/>
                <a:ext cx="2872656" cy="228542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F0DCDD1-29B4-E420-F842-516ACB1A0C13}"/>
                  </a:ext>
                </a:extLst>
              </p:cNvPr>
              <p:cNvSpPr txBox="1"/>
              <p:nvPr/>
            </p:nvSpPr>
            <p:spPr>
              <a:xfrm>
                <a:off x="4076765" y="5013543"/>
                <a:ext cx="2872656" cy="21694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2E4470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사전 알림 도입</a:t>
                </a:r>
              </a:p>
            </p:txBody>
          </p:sp>
          <p:sp>
            <p:nvSpPr>
              <p:cNvPr id="93" name="Rectangle 101">
                <a:extLst>
                  <a:ext uri="{FF2B5EF4-FFF2-40B4-BE49-F238E27FC236}">
                    <a16:creationId xmlns:a16="http://schemas.microsoft.com/office/drawing/2014/main" id="{0EE86AB7-58EB-2DEC-F2C3-0E20AA886FE0}"/>
                  </a:ext>
                </a:extLst>
              </p:cNvPr>
              <p:cNvSpPr/>
              <p:nvPr/>
            </p:nvSpPr>
            <p:spPr>
              <a:xfrm>
                <a:off x="407676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7CAF3C9-3256-CBA4-DAEB-F5D896E153BD}"/>
                  </a:ext>
                </a:extLst>
              </p:cNvPr>
              <p:cNvSpPr txBox="1"/>
              <p:nvPr/>
            </p:nvSpPr>
            <p:spPr>
              <a:xfrm>
                <a:off x="4127552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>
                    <a:latin typeface="+mn-ea"/>
                  </a:rPr>
                  <a:t>D-3 · D-1 </a:t>
                </a:r>
                <a:r>
                  <a:rPr sz="1100" b="1" dirty="0" err="1">
                    <a:latin typeface="+mn-ea"/>
                  </a:rPr>
                  <a:t>자동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알림으로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마감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누락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예방</a:t>
                </a:r>
                <a:endParaRPr sz="1100" b="1" dirty="0">
                  <a:latin typeface="+mn-ea"/>
                </a:endParaRPr>
              </a:p>
            </p:txBody>
          </p:sp>
          <p:sp>
            <p:nvSpPr>
              <p:cNvPr id="95" name="Rectangle 103">
                <a:extLst>
                  <a:ext uri="{FF2B5EF4-FFF2-40B4-BE49-F238E27FC236}">
                    <a16:creationId xmlns:a16="http://schemas.microsoft.com/office/drawing/2014/main" id="{D899C035-1634-7A87-8A74-AB0D9AA05C0B}"/>
                  </a:ext>
                </a:extLst>
              </p:cNvPr>
              <p:cNvSpPr/>
              <p:nvPr/>
            </p:nvSpPr>
            <p:spPr>
              <a:xfrm>
                <a:off x="7012906" y="5013542"/>
                <a:ext cx="2872656" cy="228542"/>
              </a:xfrm>
              <a:prstGeom prst="rect">
                <a:avLst/>
              </a:prstGeom>
              <a:solidFill>
                <a:srgbClr val="0054D1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431458D-8117-04AA-C40B-8D333FC24EF1}"/>
                  </a:ext>
                </a:extLst>
              </p:cNvPr>
              <p:cNvSpPr txBox="1"/>
              <p:nvPr/>
            </p:nvSpPr>
            <p:spPr>
              <a:xfrm>
                <a:off x="7012906" y="5013543"/>
                <a:ext cx="2872656" cy="216946"/>
              </a:xfrm>
              <a:prstGeom prst="rect">
                <a:avLst/>
              </a:prstGeom>
              <a:solidFill>
                <a:srgbClr val="1E2D45"/>
              </a:solidFill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수신 동의 옵션</a:t>
                </a:r>
              </a:p>
            </p:txBody>
          </p:sp>
          <p:sp>
            <p:nvSpPr>
              <p:cNvPr id="99" name="Rectangle 105">
                <a:extLst>
                  <a:ext uri="{FF2B5EF4-FFF2-40B4-BE49-F238E27FC236}">
                    <a16:creationId xmlns:a16="http://schemas.microsoft.com/office/drawing/2014/main" id="{FBE353FB-56EE-06E1-9CE5-6601EBE7BF8C}"/>
                  </a:ext>
                </a:extLst>
              </p:cNvPr>
              <p:cNvSpPr/>
              <p:nvPr/>
            </p:nvSpPr>
            <p:spPr>
              <a:xfrm>
                <a:off x="7012906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A9FE8FA-24BF-08FA-9C5A-4657654EA00C}"/>
                  </a:ext>
                </a:extLst>
              </p:cNvPr>
              <p:cNvSpPr txBox="1"/>
              <p:nvPr/>
            </p:nvSpPr>
            <p:spPr>
              <a:xfrm>
                <a:off x="7063693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latin typeface="+mn-ea"/>
                  </a:rPr>
                  <a:t>사용자별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알림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수신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여부·빈도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설정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가능</a:t>
                </a:r>
                <a:endParaRPr sz="1100" b="1" dirty="0">
                  <a:latin typeface="+mn-ea"/>
                </a:endParaRPr>
              </a:p>
            </p:txBody>
          </p: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56E46E9-D2B0-2E6A-E1D5-ED9E5E632FB6}"/>
              </a:ext>
            </a:extLst>
          </p:cNvPr>
          <p:cNvGrpSpPr/>
          <p:nvPr/>
        </p:nvGrpSpPr>
        <p:grpSpPr>
          <a:xfrm>
            <a:off x="10072343" y="1387868"/>
            <a:ext cx="1843432" cy="321056"/>
            <a:chOff x="9963150" y="1442153"/>
            <a:chExt cx="1829502" cy="321056"/>
          </a:xfrm>
        </p:grpSpPr>
        <p:sp>
          <p:nvSpPr>
            <p:cNvPr id="104" name="Rectangle 19">
              <a:extLst>
                <a:ext uri="{FF2B5EF4-FFF2-40B4-BE49-F238E27FC236}">
                  <a16:creationId xmlns:a16="http://schemas.microsoft.com/office/drawing/2014/main" id="{105CF913-A901-8474-FE05-09510F494379}"/>
                </a:ext>
              </a:extLst>
            </p:cNvPr>
            <p:cNvSpPr/>
            <p:nvPr/>
          </p:nvSpPr>
          <p:spPr>
            <a:xfrm>
              <a:off x="9963150" y="1442153"/>
              <a:ext cx="1829502" cy="321056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163CDDE-5F2A-45A3-4BE5-BDB0772CC978}"/>
                </a:ext>
              </a:extLst>
            </p:cNvPr>
            <p:cNvSpPr txBox="1"/>
            <p:nvPr/>
          </p:nvSpPr>
          <p:spPr>
            <a:xfrm>
              <a:off x="9991492" y="1489157"/>
              <a:ext cx="1801159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채널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7770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11879103" cy="407537"/>
                <a:chOff x="184469" y="42227"/>
                <a:chExt cx="11879103" cy="407537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62BE7D-0F39-6F9B-9275-F22E5FDB01E5}"/>
                    </a:ext>
                  </a:extLst>
                </p:cNvPr>
                <p:cNvSpPr txBox="1"/>
                <p:nvPr/>
              </p:nvSpPr>
              <p:spPr>
                <a:xfrm>
                  <a:off x="6984842" y="218932"/>
                  <a:ext cx="507873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개선 방향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(TO-BE)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개선 방향 ③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400" b="1" dirty="0" err="1">
                      <a:solidFill>
                        <a:srgbClr val="E8ECF4"/>
                      </a:solidFill>
                      <a:latin typeface="+mn-ea"/>
                    </a:rPr>
                    <a:t>접근성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 및 편의성 강화</a:t>
                  </a:r>
                  <a:endParaRPr lang="ko-KR" altLang="en-US" sz="13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0232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사용자 편의성 강화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256733" y="1498520"/>
            <a:ext cx="11679807" cy="1067857"/>
            <a:chOff x="233333" y="1826474"/>
            <a:chExt cx="11679807" cy="1067857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469E8FB-5A91-D293-7249-8EF2616C1D6A}"/>
                </a:ext>
              </a:extLst>
            </p:cNvPr>
            <p:cNvGrpSpPr/>
            <p:nvPr/>
          </p:nvGrpSpPr>
          <p:grpSpPr>
            <a:xfrm>
              <a:off x="233333" y="1826474"/>
              <a:ext cx="5760003" cy="1067857"/>
              <a:chOff x="214287" y="1518756"/>
              <a:chExt cx="5760003" cy="1067857"/>
            </a:xfrm>
          </p:grpSpPr>
          <p:sp>
            <p:nvSpPr>
              <p:cNvPr id="30" name="Rectangle 27">
                <a:extLst>
                  <a:ext uri="{FF2B5EF4-FFF2-40B4-BE49-F238E27FC236}">
                    <a16:creationId xmlns:a16="http://schemas.microsoft.com/office/drawing/2014/main" id="{C027B11A-3672-CE0C-EF80-5BC94279AA55}"/>
                  </a:ext>
                </a:extLst>
              </p:cNvPr>
              <p:cNvSpPr/>
              <p:nvPr/>
            </p:nvSpPr>
            <p:spPr>
              <a:xfrm>
                <a:off x="214290" y="1518756"/>
                <a:ext cx="5760000" cy="1065674"/>
              </a:xfrm>
              <a:prstGeom prst="rect">
                <a:avLst/>
              </a:prstGeom>
              <a:noFill/>
              <a:ln w="9525" cap="flat" cmpd="sng" algn="ctr">
                <a:solidFill>
                  <a:srgbClr val="1E2D4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1" name="Rectangle 28">
                <a:extLst>
                  <a:ext uri="{FF2B5EF4-FFF2-40B4-BE49-F238E27FC236}">
                    <a16:creationId xmlns:a16="http://schemas.microsoft.com/office/drawing/2014/main" id="{C49DB34C-FF22-9060-6682-4132FEEF9E6F}"/>
                  </a:ext>
                </a:extLst>
              </p:cNvPr>
              <p:cNvSpPr/>
              <p:nvPr/>
            </p:nvSpPr>
            <p:spPr>
              <a:xfrm>
                <a:off x="214287" y="1520939"/>
                <a:ext cx="77017" cy="1065674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CC7846-D3F0-DAF1-18FB-32648D5DF102}"/>
                  </a:ext>
                </a:extLst>
              </p:cNvPr>
              <p:cNvSpPr txBox="1"/>
              <p:nvPr/>
            </p:nvSpPr>
            <p:spPr>
              <a:xfrm>
                <a:off x="303166" y="1571384"/>
                <a:ext cx="532266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ko-KR" altLang="en-US" sz="1200" b="1" dirty="0">
                    <a:latin typeface="+mn-ea"/>
                  </a:rPr>
                  <a:t>디자인 시스템 통일 </a:t>
                </a:r>
                <a:r>
                  <a:rPr lang="en-US" altLang="ko-KR" sz="1200" b="1" dirty="0">
                    <a:latin typeface="+mn-ea"/>
                  </a:rPr>
                  <a:t>(</a:t>
                </a:r>
                <a:r>
                  <a:rPr lang="ko-KR" altLang="en-US" sz="1200" b="1" dirty="0">
                    <a:latin typeface="+mn-ea"/>
                  </a:rPr>
                  <a:t>일관성</a:t>
                </a:r>
                <a:r>
                  <a:rPr lang="en-US" altLang="ko-KR" sz="1200" b="1" dirty="0">
                    <a:latin typeface="+mn-ea"/>
                  </a:rPr>
                  <a:t>)</a:t>
                </a:r>
                <a:endParaRPr sz="1200" b="1" dirty="0">
                  <a:latin typeface="+mn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26750D-1609-1737-90A9-FA1ACF610887}"/>
                  </a:ext>
                </a:extLst>
              </p:cNvPr>
              <p:cNvSpPr txBox="1"/>
              <p:nvPr/>
            </p:nvSpPr>
            <p:spPr>
              <a:xfrm>
                <a:off x="303166" y="1889187"/>
                <a:ext cx="533258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ko-KR" altLang="en-US" sz="1100" dirty="0">
                    <a:latin typeface="+mn-ea"/>
                  </a:rPr>
                  <a:t>유지보수성 향상</a:t>
                </a:r>
                <a:endParaRPr lang="en-US" altLang="ko-KR" sz="1100" dirty="0">
                  <a:latin typeface="+mn-ea"/>
                </a:endParaRPr>
              </a:p>
              <a:p>
                <a:pPr algn="l"/>
                <a:endParaRPr lang="en-US" sz="1100" dirty="0">
                  <a:latin typeface="+mn-ea"/>
                </a:endParaRPr>
              </a:p>
              <a:p>
                <a:r>
                  <a:rPr lang="ko-KR" altLang="en-US" sz="1100" dirty="0" err="1">
                    <a:latin typeface="+mn-ea"/>
                  </a:rPr>
                  <a:t>타이포</a:t>
                </a:r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rgbClr val="222222"/>
                    </a:solidFill>
                    <a:latin typeface="+mn-ea"/>
                  </a:rPr>
                  <a:t>·</a:t>
                </a:r>
                <a:r>
                  <a:rPr lang="ko-KR" altLang="en-US" sz="1100" dirty="0">
                    <a:latin typeface="+mn-ea"/>
                  </a:rPr>
                  <a:t> 버튼 등 공통 컴포넌트로 표준화</a:t>
                </a:r>
                <a:endParaRPr sz="1100" dirty="0">
                  <a:latin typeface="+mn-ea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ABB44529-75E9-4F1D-1376-7932EF2B8DB2}"/>
                </a:ext>
              </a:extLst>
            </p:cNvPr>
            <p:cNvGrpSpPr/>
            <p:nvPr/>
          </p:nvGrpSpPr>
          <p:grpSpPr>
            <a:xfrm>
              <a:off x="6153138" y="1826474"/>
              <a:ext cx="5760002" cy="1065674"/>
              <a:chOff x="6134092" y="1518756"/>
              <a:chExt cx="5760002" cy="1065674"/>
            </a:xfrm>
          </p:grpSpPr>
          <p:sp>
            <p:nvSpPr>
              <p:cNvPr id="26" name="Rectangle 27">
                <a:extLst>
                  <a:ext uri="{FF2B5EF4-FFF2-40B4-BE49-F238E27FC236}">
                    <a16:creationId xmlns:a16="http://schemas.microsoft.com/office/drawing/2014/main" id="{F16CD9AB-0640-E3CB-0750-DAE958529198}"/>
                  </a:ext>
                </a:extLst>
              </p:cNvPr>
              <p:cNvSpPr/>
              <p:nvPr/>
            </p:nvSpPr>
            <p:spPr>
              <a:xfrm>
                <a:off x="6134094" y="1518756"/>
                <a:ext cx="5760000" cy="1065674"/>
              </a:xfrm>
              <a:prstGeom prst="rect">
                <a:avLst/>
              </a:prstGeom>
              <a:noFill/>
              <a:ln w="9525" cap="flat" cmpd="sng" algn="ctr">
                <a:solidFill>
                  <a:srgbClr val="2E447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7" name="Rectangle 28">
                <a:extLst>
                  <a:ext uri="{FF2B5EF4-FFF2-40B4-BE49-F238E27FC236}">
                    <a16:creationId xmlns:a16="http://schemas.microsoft.com/office/drawing/2014/main" id="{1E5E1E1B-BEA2-5FB8-4AB0-1FD06B37EFD5}"/>
                  </a:ext>
                </a:extLst>
              </p:cNvPr>
              <p:cNvSpPr/>
              <p:nvPr/>
            </p:nvSpPr>
            <p:spPr>
              <a:xfrm>
                <a:off x="6134092" y="1518756"/>
                <a:ext cx="77017" cy="1065674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4A9A295-3F31-F65D-FB76-FF43C67EFFE9}"/>
                  </a:ext>
                </a:extLst>
              </p:cNvPr>
              <p:cNvSpPr txBox="1"/>
              <p:nvPr/>
            </p:nvSpPr>
            <p:spPr>
              <a:xfrm>
                <a:off x="6222971" y="1556845"/>
                <a:ext cx="532266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b="1" dirty="0" err="1">
                    <a:latin typeface="+mn-ea"/>
                  </a:rPr>
                  <a:t>시인성</a:t>
                </a:r>
                <a:r>
                  <a:rPr lang="ko-KR" altLang="en-US" sz="1200" b="1" dirty="0">
                    <a:latin typeface="+mn-ea"/>
                  </a:rPr>
                  <a:t> </a:t>
                </a:r>
                <a:r>
                  <a:rPr lang="en-US" altLang="ko-KR" sz="1200" dirty="0">
                    <a:solidFill>
                      <a:srgbClr val="222222"/>
                    </a:solidFill>
                    <a:latin typeface="+mn-ea"/>
                  </a:rPr>
                  <a:t>· </a:t>
                </a:r>
                <a:r>
                  <a:rPr lang="ko-KR" altLang="en-US" sz="1200" b="1" dirty="0" err="1">
                    <a:latin typeface="+mn-ea"/>
                  </a:rPr>
                  <a:t>직관성</a:t>
                </a:r>
                <a:r>
                  <a:rPr lang="ko-KR" altLang="en-US" sz="1200" b="1" dirty="0">
                    <a:latin typeface="+mn-ea"/>
                  </a:rPr>
                  <a:t> 개선 </a:t>
                </a:r>
                <a:r>
                  <a:rPr lang="en-US" altLang="ko-KR" sz="1200" b="1" dirty="0">
                    <a:latin typeface="+mn-ea"/>
                  </a:rPr>
                  <a:t>(</a:t>
                </a:r>
                <a:r>
                  <a:rPr lang="ko-KR" altLang="en-US" sz="1200" b="1" dirty="0">
                    <a:latin typeface="+mn-ea"/>
                  </a:rPr>
                  <a:t>편의성</a:t>
                </a:r>
                <a:r>
                  <a:rPr lang="en-US" altLang="ko-KR" sz="1200" b="1" dirty="0">
                    <a:latin typeface="+mn-ea"/>
                  </a:rPr>
                  <a:t>)</a:t>
                </a:r>
                <a:endParaRPr sz="1200" b="1" dirty="0">
                  <a:latin typeface="+mn-ea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1EB3FD-C05D-0A02-15BF-C34EF66591D6}"/>
                  </a:ext>
                </a:extLst>
              </p:cNvPr>
              <p:cNvSpPr txBox="1"/>
              <p:nvPr/>
            </p:nvSpPr>
            <p:spPr>
              <a:xfrm>
                <a:off x="6222971" y="1874648"/>
                <a:ext cx="533258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100" dirty="0">
                    <a:latin typeface="+mn-ea"/>
                  </a:rPr>
                  <a:t>상태 배지</a:t>
                </a:r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rgbClr val="222222"/>
                    </a:solidFill>
                    <a:latin typeface="+mn-ea"/>
                  </a:rPr>
                  <a:t>·</a:t>
                </a:r>
                <a:r>
                  <a:rPr lang="ko-KR" altLang="en-US" sz="1100" dirty="0">
                    <a:latin typeface="+mn-ea"/>
                  </a:rPr>
                  <a:t> </a:t>
                </a:r>
                <a:r>
                  <a:rPr lang="ko-KR" altLang="en-US" sz="1100" dirty="0" err="1">
                    <a:latin typeface="+mn-ea"/>
                  </a:rPr>
                  <a:t>진척바</a:t>
                </a:r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rgbClr val="222222"/>
                    </a:solidFill>
                    <a:latin typeface="+mn-ea"/>
                  </a:rPr>
                  <a:t>·</a:t>
                </a:r>
                <a:r>
                  <a:rPr lang="ko-KR" altLang="en-US" sz="1100" dirty="0">
                    <a:latin typeface="+mn-ea"/>
                  </a:rPr>
                  <a:t> 그룹화</a:t>
                </a:r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rgbClr val="222222"/>
                    </a:solidFill>
                    <a:latin typeface="+mn-ea"/>
                  </a:rPr>
                  <a:t>·</a:t>
                </a:r>
                <a:r>
                  <a:rPr lang="ko-KR" altLang="en-US" sz="1100" dirty="0">
                    <a:latin typeface="+mn-ea"/>
                  </a:rPr>
                  <a:t> 접기로 밀집 표</a:t>
                </a:r>
                <a:r>
                  <a:rPr lang="en-US" altLang="ko-KR" sz="1100" dirty="0">
                    <a:latin typeface="+mn-ea"/>
                  </a:rPr>
                  <a:t>/</a:t>
                </a:r>
                <a:r>
                  <a:rPr lang="ko-KR" altLang="en-US" sz="1100" dirty="0">
                    <a:latin typeface="+mn-ea"/>
                  </a:rPr>
                  <a:t>폼 재구성</a:t>
                </a:r>
                <a:endParaRPr lang="en-US" altLang="ko-KR" sz="1100" dirty="0">
                  <a:latin typeface="+mn-ea"/>
                </a:endParaRPr>
              </a:p>
              <a:p>
                <a:endParaRPr lang="en-US" sz="1100" dirty="0">
                  <a:latin typeface="+mn-ea"/>
                </a:endParaRPr>
              </a:p>
              <a:p>
                <a:r>
                  <a:rPr lang="ko-KR" altLang="en-US" sz="1100" dirty="0">
                    <a:latin typeface="+mn-ea"/>
                  </a:rPr>
                  <a:t>타임슬롯</a:t>
                </a:r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rgbClr val="222222"/>
                    </a:solidFill>
                    <a:latin typeface="+mn-ea"/>
                  </a:rPr>
                  <a:t>· </a:t>
                </a:r>
                <a:r>
                  <a:rPr lang="ko-KR" altLang="en-US" sz="1100" dirty="0" err="1">
                    <a:latin typeface="+mn-ea"/>
                  </a:rPr>
                  <a:t>리커트</a:t>
                </a:r>
                <a:r>
                  <a:rPr lang="ko-KR" altLang="en-US" sz="1100" dirty="0">
                    <a:latin typeface="+mn-ea"/>
                  </a:rPr>
                  <a:t> 매트릭스 등 라벨 반복 과밀 입력 제거</a:t>
                </a:r>
                <a:endParaRPr sz="1100" dirty="0">
                  <a:latin typeface="+mn-ea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0CB6DB-66E7-061F-2334-3F4DCEE0831E}"/>
              </a:ext>
            </a:extLst>
          </p:cNvPr>
          <p:cNvGrpSpPr/>
          <p:nvPr/>
        </p:nvGrpSpPr>
        <p:grpSpPr>
          <a:xfrm>
            <a:off x="233336" y="4068412"/>
            <a:ext cx="11703204" cy="1772369"/>
            <a:chOff x="233336" y="4068412"/>
            <a:chExt cx="11703204" cy="1772369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33336" y="4068412"/>
              <a:ext cx="11681080" cy="317420"/>
              <a:chOff x="382491" y="4286685"/>
              <a:chExt cx="11681080" cy="317420"/>
            </a:xfrm>
          </p:grpSpPr>
          <p:sp>
            <p:nvSpPr>
              <p:cNvPr id="89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0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기대효과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C878D75-5CDF-3AD8-9F6E-E43DE1704848}"/>
                </a:ext>
              </a:extLst>
            </p:cNvPr>
            <p:cNvGrpSpPr/>
            <p:nvPr/>
          </p:nvGrpSpPr>
          <p:grpSpPr>
            <a:xfrm>
              <a:off x="255461" y="4662835"/>
              <a:ext cx="11681079" cy="1177946"/>
              <a:chOff x="255523" y="2881222"/>
              <a:chExt cx="11681078" cy="1177946"/>
            </a:xfrm>
          </p:grpSpPr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73193E80-3874-A175-BD21-E95281C54A1C}"/>
                  </a:ext>
                </a:extLst>
              </p:cNvPr>
              <p:cNvGrpSpPr/>
              <p:nvPr/>
            </p:nvGrpSpPr>
            <p:grpSpPr>
              <a:xfrm>
                <a:off x="255523" y="2881222"/>
                <a:ext cx="11681078" cy="294486"/>
                <a:chOff x="255523" y="2881222"/>
                <a:chExt cx="11681078" cy="294486"/>
              </a:xfrm>
            </p:grpSpPr>
            <p:sp>
              <p:nvSpPr>
                <p:cNvPr id="84" name="Rectangle 44">
                  <a:extLst>
                    <a:ext uri="{FF2B5EF4-FFF2-40B4-BE49-F238E27FC236}">
                      <a16:creationId xmlns:a16="http://schemas.microsoft.com/office/drawing/2014/main" id="{59F7D4B2-E8E6-1C25-8DC1-39DCEEABEAF4}"/>
                    </a:ext>
                  </a:extLst>
                </p:cNvPr>
                <p:cNvSpPr/>
                <p:nvPr/>
              </p:nvSpPr>
              <p:spPr>
                <a:xfrm>
                  <a:off x="255523" y="2881222"/>
                  <a:ext cx="2240207" cy="294486"/>
                </a:xfrm>
                <a:prstGeom prst="rect">
                  <a:avLst/>
                </a:prstGeom>
                <a:solidFill>
                  <a:srgbClr val="2E4470"/>
                </a:solidFill>
                <a:ln>
                  <a:solidFill>
                    <a:srgbClr val="E8ECF4"/>
                  </a:solidFill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85" name="Rectangle 46">
                  <a:extLst>
                    <a:ext uri="{FF2B5EF4-FFF2-40B4-BE49-F238E27FC236}">
                      <a16:creationId xmlns:a16="http://schemas.microsoft.com/office/drawing/2014/main" id="{8C58E06F-9E0D-799B-B739-A3A5BC5E0859}"/>
                    </a:ext>
                  </a:extLst>
                </p:cNvPr>
                <p:cNvSpPr/>
                <p:nvPr/>
              </p:nvSpPr>
              <p:spPr>
                <a:xfrm>
                  <a:off x="2495730" y="2881222"/>
                  <a:ext cx="3604125" cy="294486"/>
                </a:xfrm>
                <a:prstGeom prst="rect">
                  <a:avLst/>
                </a:prstGeom>
                <a:solidFill>
                  <a:srgbClr val="2E4470"/>
                </a:solidFill>
                <a:ln>
                  <a:solidFill>
                    <a:srgbClr val="E8ECF4"/>
                  </a:solidFill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 dirty="0">
                    <a:latin typeface="+mn-ea"/>
                  </a:endParaRPr>
                </a:p>
              </p:txBody>
            </p:sp>
            <p:sp>
              <p:nvSpPr>
                <p:cNvPr id="87" name="Rectangle 50">
                  <a:extLst>
                    <a:ext uri="{FF2B5EF4-FFF2-40B4-BE49-F238E27FC236}">
                      <a16:creationId xmlns:a16="http://schemas.microsoft.com/office/drawing/2014/main" id="{83DAA6EB-E040-EB27-31CE-07EC188AC9D8}"/>
                    </a:ext>
                  </a:extLst>
                </p:cNvPr>
                <p:cNvSpPr/>
                <p:nvPr/>
              </p:nvSpPr>
              <p:spPr>
                <a:xfrm>
                  <a:off x="6127275" y="2881222"/>
                  <a:ext cx="5809326" cy="294486"/>
                </a:xfrm>
                <a:prstGeom prst="rect">
                  <a:avLst/>
                </a:prstGeom>
                <a:solidFill>
                  <a:srgbClr val="2E4470"/>
                </a:solidFill>
                <a:ln>
                  <a:solidFill>
                    <a:srgbClr val="E8ECF4"/>
                  </a:solidFill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C1E78810-D10A-A9CD-50CD-499B5D67C619}"/>
                  </a:ext>
                </a:extLst>
              </p:cNvPr>
              <p:cNvGrpSpPr/>
              <p:nvPr/>
            </p:nvGrpSpPr>
            <p:grpSpPr>
              <a:xfrm>
                <a:off x="255523" y="2919969"/>
                <a:ext cx="11681078" cy="1139199"/>
                <a:chOff x="255525" y="2799645"/>
                <a:chExt cx="9268679" cy="933215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C79FC63-92CC-C898-230D-73A98E67410D}"/>
                    </a:ext>
                  </a:extLst>
                </p:cNvPr>
                <p:cNvSpPr txBox="1"/>
                <p:nvPr/>
              </p:nvSpPr>
              <p:spPr>
                <a:xfrm>
                  <a:off x="293615" y="2799645"/>
                  <a:ext cx="1701375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b="1" dirty="0">
                      <a:solidFill>
                        <a:srgbClr val="FFFFFF"/>
                      </a:solidFill>
                      <a:latin typeface="+mn-ea"/>
                    </a:rPr>
                    <a:t>개선 과제</a:t>
                  </a:r>
                  <a:endParaRPr sz="105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9A60B1-CCAE-674C-D992-2A22F97A50CC}"/>
                    </a:ext>
                  </a:extLst>
                </p:cNvPr>
                <p:cNvSpPr txBox="1"/>
                <p:nvPr/>
              </p:nvSpPr>
              <p:spPr>
                <a:xfrm>
                  <a:off x="2071170" y="2799645"/>
                  <a:ext cx="2737232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b="1" dirty="0">
                      <a:solidFill>
                        <a:srgbClr val="FFFFFF"/>
                      </a:solidFill>
                      <a:latin typeface="+mn-ea"/>
                    </a:rPr>
                    <a:t>대표 적용 화면</a:t>
                  </a:r>
                  <a:endParaRPr sz="105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C64738E-E81D-DF6E-A64E-2D794298458C}"/>
                    </a:ext>
                  </a:extLst>
                </p:cNvPr>
                <p:cNvSpPr txBox="1"/>
                <p:nvPr/>
              </p:nvSpPr>
              <p:spPr>
                <a:xfrm>
                  <a:off x="4965757" y="2799645"/>
                  <a:ext cx="4520356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b="1" dirty="0">
                      <a:solidFill>
                        <a:srgbClr val="FFFFFF"/>
                      </a:solidFill>
                      <a:latin typeface="+mn-ea"/>
                    </a:rPr>
                    <a:t>기대 </a:t>
                  </a:r>
                  <a:r>
                    <a:rPr sz="1050" b="1" dirty="0" err="1">
                      <a:solidFill>
                        <a:srgbClr val="FFFFFF"/>
                      </a:solidFill>
                      <a:latin typeface="+mn-ea"/>
                    </a:rPr>
                    <a:t>효과</a:t>
                  </a:r>
                  <a:endParaRPr sz="105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52" name="Rectangle 52">
                  <a:extLst>
                    <a:ext uri="{FF2B5EF4-FFF2-40B4-BE49-F238E27FC236}">
                      <a16:creationId xmlns:a16="http://schemas.microsoft.com/office/drawing/2014/main" id="{59B0E4BD-18A4-1A61-5188-B19A7ED8AEEE}"/>
                    </a:ext>
                  </a:extLst>
                </p:cNvPr>
                <p:cNvSpPr/>
                <p:nvPr/>
              </p:nvSpPr>
              <p:spPr>
                <a:xfrm>
                  <a:off x="255525" y="3009143"/>
                  <a:ext cx="1777555" cy="241239"/>
                </a:xfrm>
                <a:prstGeom prst="rect">
                  <a:avLst/>
                </a:prstGeom>
                <a:solidFill>
                  <a:srgbClr val="E8ECF4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EE729DE-90B2-1AFC-9BC2-5F56AF39E757}"/>
                    </a:ext>
                  </a:extLst>
                </p:cNvPr>
                <p:cNvSpPr txBox="1"/>
                <p:nvPr/>
              </p:nvSpPr>
              <p:spPr>
                <a:xfrm>
                  <a:off x="293615" y="3034535"/>
                  <a:ext cx="1701375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디자인 시스템 통일</a:t>
                  </a:r>
                  <a:endParaRPr sz="1050" dirty="0">
                    <a:solidFill>
                      <a:srgbClr val="222222"/>
                    </a:solidFill>
                    <a:latin typeface="+mn-ea"/>
                  </a:endParaRPr>
                </a:p>
              </p:txBody>
            </p:sp>
            <p:sp>
              <p:nvSpPr>
                <p:cNvPr id="54" name="Rectangle 54">
                  <a:extLst>
                    <a:ext uri="{FF2B5EF4-FFF2-40B4-BE49-F238E27FC236}">
                      <a16:creationId xmlns:a16="http://schemas.microsoft.com/office/drawing/2014/main" id="{C4F587CF-0DBC-0112-1B46-2D04455D3ED6}"/>
                    </a:ext>
                  </a:extLst>
                </p:cNvPr>
                <p:cNvSpPr/>
                <p:nvPr/>
              </p:nvSpPr>
              <p:spPr>
                <a:xfrm>
                  <a:off x="2033080" y="3009143"/>
                  <a:ext cx="2859794" cy="241239"/>
                </a:xfrm>
                <a:prstGeom prst="rect">
                  <a:avLst/>
                </a:prstGeom>
                <a:solidFill>
                  <a:srgbClr val="E8ECF4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9865E4C-B27B-4115-FACF-61FF02EA64D9}"/>
                    </a:ext>
                  </a:extLst>
                </p:cNvPr>
                <p:cNvSpPr txBox="1"/>
                <p:nvPr/>
              </p:nvSpPr>
              <p:spPr>
                <a:xfrm>
                  <a:off x="2071170" y="3034535"/>
                  <a:ext cx="2737232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전 게시판 목록 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·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등록화면 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(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공통 컴포넌트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)</a:t>
                  </a:r>
                  <a:endParaRPr sz="1050" dirty="0">
                    <a:solidFill>
                      <a:srgbClr val="222222"/>
                    </a:solidFill>
                    <a:latin typeface="+mn-ea"/>
                  </a:endParaRPr>
                </a:p>
              </p:txBody>
            </p:sp>
            <p:sp>
              <p:nvSpPr>
                <p:cNvPr id="58" name="Rectangle 58">
                  <a:extLst>
                    <a:ext uri="{FF2B5EF4-FFF2-40B4-BE49-F238E27FC236}">
                      <a16:creationId xmlns:a16="http://schemas.microsoft.com/office/drawing/2014/main" id="{6BF7C481-17A6-FE6B-6F69-6A5D703B2C97}"/>
                    </a:ext>
                  </a:extLst>
                </p:cNvPr>
                <p:cNvSpPr/>
                <p:nvPr/>
              </p:nvSpPr>
              <p:spPr>
                <a:xfrm>
                  <a:off x="4914631" y="3009143"/>
                  <a:ext cx="4609573" cy="241239"/>
                </a:xfrm>
                <a:prstGeom prst="rect">
                  <a:avLst/>
                </a:prstGeom>
                <a:solidFill>
                  <a:srgbClr val="E8ECF4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60D5E83-FD97-A34F-2E92-26A9E800255D}"/>
                    </a:ext>
                  </a:extLst>
                </p:cNvPr>
                <p:cNvSpPr txBox="1"/>
                <p:nvPr/>
              </p:nvSpPr>
              <p:spPr>
                <a:xfrm>
                  <a:off x="4965757" y="3034535"/>
                  <a:ext cx="4520356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E4470"/>
                      </a:solidFill>
                      <a:latin typeface="+mn-ea"/>
                    </a:rPr>
                    <a:t>일관성 ↑ </a:t>
                  </a:r>
                  <a:r>
                    <a:rPr lang="en-US" altLang="ko-KR" sz="1050" dirty="0">
                      <a:solidFill>
                        <a:srgbClr val="2E4470"/>
                      </a:solidFill>
                      <a:latin typeface="+mn-ea"/>
                    </a:rPr>
                    <a:t>· </a:t>
                  </a:r>
                  <a:r>
                    <a:rPr lang="ko-KR" altLang="en-US" sz="1050" dirty="0">
                      <a:solidFill>
                        <a:srgbClr val="2E4470"/>
                      </a:solidFill>
                      <a:latin typeface="+mn-ea"/>
                    </a:rPr>
                    <a:t>학습비용 ↓</a:t>
                  </a:r>
                </a:p>
              </p:txBody>
            </p:sp>
            <p:sp>
              <p:nvSpPr>
                <p:cNvPr id="60" name="Rectangle 60">
                  <a:extLst>
                    <a:ext uri="{FF2B5EF4-FFF2-40B4-BE49-F238E27FC236}">
                      <a16:creationId xmlns:a16="http://schemas.microsoft.com/office/drawing/2014/main" id="{3E1BEC01-44E7-9783-47F4-A4978B2E3BC7}"/>
                    </a:ext>
                  </a:extLst>
                </p:cNvPr>
                <p:cNvSpPr/>
                <p:nvPr/>
              </p:nvSpPr>
              <p:spPr>
                <a:xfrm>
                  <a:off x="255525" y="3250382"/>
                  <a:ext cx="1777555" cy="241239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AD4E42F-DECA-033C-DD8B-8D5E992C11C9}"/>
                    </a:ext>
                  </a:extLst>
                </p:cNvPr>
                <p:cNvSpPr txBox="1"/>
                <p:nvPr/>
              </p:nvSpPr>
              <p:spPr>
                <a:xfrm>
                  <a:off x="293615" y="3275774"/>
                  <a:ext cx="1701375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 err="1">
                      <a:solidFill>
                        <a:srgbClr val="222222"/>
                      </a:solidFill>
                      <a:latin typeface="+mn-ea"/>
                    </a:rPr>
                    <a:t>직관성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 개선</a:t>
                  </a:r>
                  <a:endParaRPr sz="1050" dirty="0">
                    <a:solidFill>
                      <a:srgbClr val="222222"/>
                    </a:solidFill>
                    <a:latin typeface="+mn-ea"/>
                  </a:endParaRPr>
                </a:p>
              </p:txBody>
            </p:sp>
            <p:sp>
              <p:nvSpPr>
                <p:cNvPr id="62" name="Rectangle 62">
                  <a:extLst>
                    <a:ext uri="{FF2B5EF4-FFF2-40B4-BE49-F238E27FC236}">
                      <a16:creationId xmlns:a16="http://schemas.microsoft.com/office/drawing/2014/main" id="{56F36242-E838-C8BB-FAE5-59D9271B90B5}"/>
                    </a:ext>
                  </a:extLst>
                </p:cNvPr>
                <p:cNvSpPr/>
                <p:nvPr/>
              </p:nvSpPr>
              <p:spPr>
                <a:xfrm>
                  <a:off x="2033080" y="3250382"/>
                  <a:ext cx="2859794" cy="241239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9F5DF67-1332-A5FB-5049-534CA5DE4002}"/>
                    </a:ext>
                  </a:extLst>
                </p:cNvPr>
                <p:cNvSpPr txBox="1"/>
                <p:nvPr/>
              </p:nvSpPr>
              <p:spPr>
                <a:xfrm>
                  <a:off x="2071170" y="3275774"/>
                  <a:ext cx="2737232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게재실적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(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배지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)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 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· 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만족도조사 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· 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스튜디오 예약</a:t>
                  </a:r>
                  <a:endParaRPr sz="1050" dirty="0">
                    <a:solidFill>
                      <a:srgbClr val="222222"/>
                    </a:solidFill>
                    <a:latin typeface="+mn-ea"/>
                  </a:endParaRPr>
                </a:p>
              </p:txBody>
            </p:sp>
            <p:sp>
              <p:nvSpPr>
                <p:cNvPr id="66" name="Rectangle 66">
                  <a:extLst>
                    <a:ext uri="{FF2B5EF4-FFF2-40B4-BE49-F238E27FC236}">
                      <a16:creationId xmlns:a16="http://schemas.microsoft.com/office/drawing/2014/main" id="{2E40A5CE-400B-AADE-4864-0156F7103211}"/>
                    </a:ext>
                  </a:extLst>
                </p:cNvPr>
                <p:cNvSpPr/>
                <p:nvPr/>
              </p:nvSpPr>
              <p:spPr>
                <a:xfrm>
                  <a:off x="4914631" y="3250382"/>
                  <a:ext cx="4609573" cy="241239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F8AD17E-234C-5336-6A0F-0964ACEB66F3}"/>
                    </a:ext>
                  </a:extLst>
                </p:cNvPr>
                <p:cNvSpPr txBox="1"/>
                <p:nvPr/>
              </p:nvSpPr>
              <p:spPr>
                <a:xfrm>
                  <a:off x="4965757" y="3275774"/>
                  <a:ext cx="4520356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 err="1">
                      <a:solidFill>
                        <a:srgbClr val="2E4470"/>
                      </a:solidFill>
                      <a:latin typeface="+mn-ea"/>
                    </a:rPr>
                    <a:t>가독성</a:t>
                  </a:r>
                  <a:r>
                    <a:rPr lang="en-US" altLang="ko-KR" sz="1050" dirty="0">
                      <a:solidFill>
                        <a:srgbClr val="2E4470"/>
                      </a:solidFill>
                      <a:latin typeface="+mn-ea"/>
                    </a:rPr>
                    <a:t>·</a:t>
                  </a:r>
                  <a:r>
                    <a:rPr lang="ko-KR" altLang="en-US" sz="1050" dirty="0">
                      <a:solidFill>
                        <a:srgbClr val="2E4470"/>
                      </a:solidFill>
                      <a:latin typeface="+mn-ea"/>
                    </a:rPr>
                    <a:t>응답 </a:t>
                  </a:r>
                  <a:r>
                    <a:rPr lang="ko-KR" altLang="en-US" sz="1050" dirty="0" err="1">
                      <a:solidFill>
                        <a:srgbClr val="2E4470"/>
                      </a:solidFill>
                      <a:latin typeface="+mn-ea"/>
                    </a:rPr>
                    <a:t>완료율</a:t>
                  </a:r>
                  <a:r>
                    <a:rPr lang="ko-KR" altLang="en-US" sz="1050" dirty="0">
                      <a:solidFill>
                        <a:srgbClr val="2E4470"/>
                      </a:solidFill>
                      <a:latin typeface="+mn-ea"/>
                    </a:rPr>
                    <a:t> ↑</a:t>
                  </a:r>
                </a:p>
              </p:txBody>
            </p:sp>
            <p:sp>
              <p:nvSpPr>
                <p:cNvPr id="68" name="Rectangle 68">
                  <a:extLst>
                    <a:ext uri="{FF2B5EF4-FFF2-40B4-BE49-F238E27FC236}">
                      <a16:creationId xmlns:a16="http://schemas.microsoft.com/office/drawing/2014/main" id="{DF7FCA17-9A1F-5224-7FB0-8983F58C1A83}"/>
                    </a:ext>
                  </a:extLst>
                </p:cNvPr>
                <p:cNvSpPr/>
                <p:nvPr/>
              </p:nvSpPr>
              <p:spPr>
                <a:xfrm>
                  <a:off x="255525" y="3491621"/>
                  <a:ext cx="1777555" cy="241239"/>
                </a:xfrm>
                <a:prstGeom prst="rect">
                  <a:avLst/>
                </a:prstGeom>
                <a:solidFill>
                  <a:srgbClr val="E8ECF4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8E78CC5F-7088-374B-31FD-03ECD58E548F}"/>
                    </a:ext>
                  </a:extLst>
                </p:cNvPr>
                <p:cNvSpPr txBox="1"/>
                <p:nvPr/>
              </p:nvSpPr>
              <p:spPr>
                <a:xfrm>
                  <a:off x="293615" y="3517013"/>
                  <a:ext cx="1701375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취합 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·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현황 가시화</a:t>
                  </a:r>
                </a:p>
              </p:txBody>
            </p:sp>
            <p:sp>
              <p:nvSpPr>
                <p:cNvPr id="70" name="Rectangle 70">
                  <a:extLst>
                    <a:ext uri="{FF2B5EF4-FFF2-40B4-BE49-F238E27FC236}">
                      <a16:creationId xmlns:a16="http://schemas.microsoft.com/office/drawing/2014/main" id="{4D90FE66-C545-D399-3993-E739D866E1B7}"/>
                    </a:ext>
                  </a:extLst>
                </p:cNvPr>
                <p:cNvSpPr/>
                <p:nvPr/>
              </p:nvSpPr>
              <p:spPr>
                <a:xfrm>
                  <a:off x="2033080" y="3491621"/>
                  <a:ext cx="2859794" cy="241239"/>
                </a:xfrm>
                <a:prstGeom prst="rect">
                  <a:avLst/>
                </a:prstGeom>
                <a:solidFill>
                  <a:srgbClr val="E8ECF4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DF46CE0-FF36-4596-F462-5A0650A9E8B3}"/>
                    </a:ext>
                  </a:extLst>
                </p:cNvPr>
                <p:cNvSpPr txBox="1"/>
                <p:nvPr/>
              </p:nvSpPr>
              <p:spPr>
                <a:xfrm>
                  <a:off x="2071170" y="3517013"/>
                  <a:ext cx="2737232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자료요청 취합 대시보드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(</a:t>
                  </a:r>
                  <a:r>
                    <a:rPr lang="ko-KR" altLang="en-US" sz="1050" dirty="0">
                      <a:solidFill>
                        <a:srgbClr val="222222"/>
                      </a:solidFill>
                      <a:latin typeface="+mn-ea"/>
                    </a:rPr>
                    <a:t>제출 현황 추적</a:t>
                  </a:r>
                  <a:r>
                    <a:rPr lang="en-US" altLang="ko-KR" sz="1050" dirty="0">
                      <a:solidFill>
                        <a:srgbClr val="222222"/>
                      </a:solidFill>
                      <a:latin typeface="+mn-ea"/>
                    </a:rPr>
                    <a:t>)</a:t>
                  </a:r>
                  <a:endParaRPr lang="ko-KR" altLang="en-US" sz="1050" dirty="0">
                    <a:solidFill>
                      <a:srgbClr val="222222"/>
                    </a:solidFill>
                    <a:latin typeface="+mn-ea"/>
                  </a:endParaRPr>
                </a:p>
              </p:txBody>
            </p:sp>
            <p:sp>
              <p:nvSpPr>
                <p:cNvPr id="74" name="Rectangle 74">
                  <a:extLst>
                    <a:ext uri="{FF2B5EF4-FFF2-40B4-BE49-F238E27FC236}">
                      <a16:creationId xmlns:a16="http://schemas.microsoft.com/office/drawing/2014/main" id="{59368123-4FE4-F239-137E-3362724D172F}"/>
                    </a:ext>
                  </a:extLst>
                </p:cNvPr>
                <p:cNvSpPr/>
                <p:nvPr/>
              </p:nvSpPr>
              <p:spPr>
                <a:xfrm>
                  <a:off x="4914631" y="3491621"/>
                  <a:ext cx="4609573" cy="241239"/>
                </a:xfrm>
                <a:prstGeom prst="rect">
                  <a:avLst/>
                </a:prstGeom>
                <a:solidFill>
                  <a:srgbClr val="E8ECF4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+mn-ea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614EB01-E81F-9534-36CA-D2BDCCBC223E}"/>
                    </a:ext>
                  </a:extLst>
                </p:cNvPr>
                <p:cNvSpPr txBox="1"/>
                <p:nvPr/>
              </p:nvSpPr>
              <p:spPr>
                <a:xfrm>
                  <a:off x="4965757" y="3517013"/>
                  <a:ext cx="4520356" cy="2080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solidFill>
                        <a:srgbClr val="2E4470"/>
                      </a:solidFill>
                      <a:latin typeface="+mn-ea"/>
                    </a:rPr>
                    <a:t>업무 추적성</a:t>
                  </a:r>
                  <a:r>
                    <a:rPr lang="en-US" altLang="ko-KR" sz="1050" dirty="0">
                      <a:solidFill>
                        <a:srgbClr val="2E4470"/>
                      </a:solidFill>
                      <a:latin typeface="+mn-ea"/>
                    </a:rPr>
                    <a:t>·</a:t>
                  </a:r>
                  <a:r>
                    <a:rPr lang="ko-KR" altLang="en-US" sz="1050" dirty="0">
                      <a:solidFill>
                        <a:srgbClr val="2E4470"/>
                      </a:solidFill>
                      <a:latin typeface="+mn-ea"/>
                    </a:rPr>
                    <a:t>적시성 ↑</a:t>
                  </a:r>
                </a:p>
              </p:txBody>
            </p:sp>
          </p:grpSp>
        </p:grpSp>
      </p:grpSp>
      <p:sp>
        <p:nvSpPr>
          <p:cNvPr id="104" name="Rectangle 10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4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3472043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8741-37EC-0388-B9B6-D5E8E172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BE8D1F-1F80-A4BB-4C56-1CFA02BF4ECF}"/>
              </a:ext>
            </a:extLst>
          </p:cNvPr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A18D6F-7145-345A-A4D2-EFC3E00DBF76}"/>
              </a:ext>
            </a:extLst>
          </p:cNvPr>
          <p:cNvSpPr/>
          <p:nvPr/>
        </p:nvSpPr>
        <p:spPr>
          <a:xfrm>
            <a:off x="1588" y="0"/>
            <a:ext cx="76180" cy="6858000"/>
          </a:xfrm>
          <a:prstGeom prst="rect">
            <a:avLst/>
          </a:prstGeom>
          <a:solidFill>
            <a:srgbClr val="2E447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2D77A-C200-6E8F-06A0-8BADDAB3A00B}"/>
              </a:ext>
            </a:extLst>
          </p:cNvPr>
          <p:cNvSpPr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B1D10-42E4-CCF5-BABA-3B54A99A69EC}"/>
              </a:ext>
            </a:extLst>
          </p:cNvPr>
          <p:cNvSpPr txBox="1"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+mn-ea"/>
              </a:rPr>
              <a:t>4</a:t>
            </a:r>
            <a:endParaRPr sz="3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65D3A-9D2A-5F78-3239-DB8AC83F9DDB}"/>
              </a:ext>
            </a:extLst>
          </p:cNvPr>
          <p:cNvSpPr txBox="1"/>
          <p:nvPr/>
        </p:nvSpPr>
        <p:spPr>
          <a:xfrm>
            <a:off x="1398239" y="2085415"/>
            <a:ext cx="69832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4000" b="1" dirty="0">
                <a:latin typeface="+mn-ea"/>
              </a:rPr>
              <a:t>메뉴 구조 개편안</a:t>
            </a:r>
            <a:endParaRPr sz="40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DA487-8AFF-6348-7010-329AC5C05E84}"/>
              </a:ext>
            </a:extLst>
          </p:cNvPr>
          <p:cNvSpPr txBox="1"/>
          <p:nvPr/>
        </p:nvSpPr>
        <p:spPr>
          <a:xfrm>
            <a:off x="1398239" y="2793301"/>
            <a:ext cx="698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Menu Architecture Redesign</a:t>
            </a:r>
          </a:p>
          <a:p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4B170B-AAB6-8384-1942-8592AA60E75E}"/>
              </a:ext>
            </a:extLst>
          </p:cNvPr>
          <p:cNvSpPr/>
          <p:nvPr/>
        </p:nvSpPr>
        <p:spPr>
          <a:xfrm>
            <a:off x="1398239" y="3174206"/>
            <a:ext cx="5713571" cy="12696"/>
          </a:xfrm>
          <a:prstGeom prst="rect">
            <a:avLst/>
          </a:prstGeom>
          <a:solidFill>
            <a:srgbClr val="E8ECF4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15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185802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640A-FB25-747F-13A8-887BFE9D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AE22EED1-4673-B1D6-1650-4C72FC817F0B}"/>
              </a:ext>
            </a:extLst>
          </p:cNvPr>
          <p:cNvGrpSpPr/>
          <p:nvPr/>
        </p:nvGrpSpPr>
        <p:grpSpPr>
          <a:xfrm>
            <a:off x="255460" y="1844970"/>
            <a:ext cx="5713572" cy="1767148"/>
            <a:chOff x="477718" y="4052469"/>
            <a:chExt cx="5713572" cy="1767148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3B76BF24-1E0B-1222-9DDA-9A0247CBA100}"/>
                </a:ext>
              </a:extLst>
            </p:cNvPr>
            <p:cNvSpPr/>
            <p:nvPr/>
          </p:nvSpPr>
          <p:spPr>
            <a:xfrm>
              <a:off x="477718" y="4052469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07AB8F-F636-8428-B652-B5D672888ADA}"/>
                </a:ext>
              </a:extLst>
            </p:cNvPr>
            <p:cNvSpPr txBox="1"/>
            <p:nvPr/>
          </p:nvSpPr>
          <p:spPr>
            <a:xfrm>
              <a:off x="515808" y="4052803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대변인방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EA30AC74-923D-795C-BDB1-016D5938DFD1}"/>
                </a:ext>
              </a:extLst>
            </p:cNvPr>
            <p:cNvSpPr/>
            <p:nvPr/>
          </p:nvSpPr>
          <p:spPr>
            <a:xfrm>
              <a:off x="1747401" y="4052469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D780F4-FF5C-DB37-49C4-12DAEF0868AD}"/>
                </a:ext>
              </a:extLst>
            </p:cNvPr>
            <p:cNvSpPr txBox="1"/>
            <p:nvPr/>
          </p:nvSpPr>
          <p:spPr>
            <a:xfrm>
              <a:off x="1785491" y="4077863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공지사항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정책소통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우수사례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주요이슈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홍보계획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자료요청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F6E4A4A1-E6CA-3AD9-B5EF-71BFC53F8907}"/>
                </a:ext>
              </a:extLst>
            </p:cNvPr>
            <p:cNvSpPr/>
            <p:nvPr/>
          </p:nvSpPr>
          <p:spPr>
            <a:xfrm>
              <a:off x="477718" y="4268315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50DE19-C9CE-F011-A566-91CEAC4B21E4}"/>
                </a:ext>
              </a:extLst>
            </p:cNvPr>
            <p:cNvSpPr txBox="1"/>
            <p:nvPr/>
          </p:nvSpPr>
          <p:spPr>
            <a:xfrm>
              <a:off x="515808" y="4268649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온라인방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4216E6CA-9E5A-F7D0-CDE3-93A72E8771D6}"/>
                </a:ext>
              </a:extLst>
            </p:cNvPr>
            <p:cNvSpPr/>
            <p:nvPr/>
          </p:nvSpPr>
          <p:spPr>
            <a:xfrm>
              <a:off x="1747401" y="4268315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D60869-A576-68B2-24C8-E5A7A67FF45C}"/>
                </a:ext>
              </a:extLst>
            </p:cNvPr>
            <p:cNvSpPr txBox="1"/>
            <p:nvPr/>
          </p:nvSpPr>
          <p:spPr>
            <a:xfrm>
              <a:off x="1785491" y="429370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온대알림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뉴스레터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제작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지원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SNS기관관리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디지털콘텐츠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계획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03121A73-6068-6917-611D-E75CAB92550C}"/>
                </a:ext>
              </a:extLst>
            </p:cNvPr>
            <p:cNvSpPr/>
            <p:nvPr/>
          </p:nvSpPr>
          <p:spPr>
            <a:xfrm>
              <a:off x="477718" y="4484161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D25F48-93A7-EB4D-17A9-A3D683834234}"/>
                </a:ext>
              </a:extLst>
            </p:cNvPr>
            <p:cNvSpPr txBox="1"/>
            <p:nvPr/>
          </p:nvSpPr>
          <p:spPr>
            <a:xfrm>
              <a:off x="515808" y="4484495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외신대변인방</a:t>
              </a:r>
            </a:p>
          </p:txBody>
        </p: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5F3D6A83-901C-DFAF-20B2-AF23A8434F69}"/>
                </a:ext>
              </a:extLst>
            </p:cNvPr>
            <p:cNvSpPr/>
            <p:nvPr/>
          </p:nvSpPr>
          <p:spPr>
            <a:xfrm>
              <a:off x="1747401" y="448416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917F777-CA01-B9A3-BBDA-3FDD26948419}"/>
                </a:ext>
              </a:extLst>
            </p:cNvPr>
            <p:cNvSpPr txBox="1"/>
            <p:nvPr/>
          </p:nvSpPr>
          <p:spPr>
            <a:xfrm>
              <a:off x="1785491" y="450955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공지사항 / 자료요청</a:t>
              </a:r>
            </a:p>
          </p:txBody>
        </p:sp>
        <p:sp>
          <p:nvSpPr>
            <p:cNvPr id="100" name="Rectangle 25">
              <a:extLst>
                <a:ext uri="{FF2B5EF4-FFF2-40B4-BE49-F238E27FC236}">
                  <a16:creationId xmlns:a16="http://schemas.microsoft.com/office/drawing/2014/main" id="{4C1F10D6-1BFF-C925-DF8E-606D58D7AA80}"/>
                </a:ext>
              </a:extLst>
            </p:cNvPr>
            <p:cNvSpPr/>
            <p:nvPr/>
          </p:nvSpPr>
          <p:spPr>
            <a:xfrm>
              <a:off x="477718" y="4700007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FDFBF90-9A59-EA55-8AED-B467249412A2}"/>
                </a:ext>
              </a:extLst>
            </p:cNvPr>
            <p:cNvSpPr txBox="1"/>
            <p:nvPr/>
          </p:nvSpPr>
          <p:spPr>
            <a:xfrm>
              <a:off x="515808" y="4700341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정책광고</a:t>
              </a:r>
            </a:p>
          </p:txBody>
        </p:sp>
        <p:sp>
          <p:nvSpPr>
            <p:cNvPr id="103" name="Rectangle 27">
              <a:extLst>
                <a:ext uri="{FF2B5EF4-FFF2-40B4-BE49-F238E27FC236}">
                  <a16:creationId xmlns:a16="http://schemas.microsoft.com/office/drawing/2014/main" id="{6EB872F0-ACC0-B1E2-7872-D598E79D4795}"/>
                </a:ext>
              </a:extLst>
            </p:cNvPr>
            <p:cNvSpPr/>
            <p:nvPr/>
          </p:nvSpPr>
          <p:spPr>
            <a:xfrm>
              <a:off x="1747401" y="4700007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DD52BB3-2121-8515-7C6A-44DC26D1DD74}"/>
                </a:ext>
              </a:extLst>
            </p:cNvPr>
            <p:cNvSpPr txBox="1"/>
            <p:nvPr/>
          </p:nvSpPr>
          <p:spPr>
            <a:xfrm>
              <a:off x="1785491" y="4725401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정책광고 컨설팅 / 전광판 광고 / 국정만화</a:t>
              </a:r>
            </a:p>
          </p:txBody>
        </p:sp>
        <p:sp>
          <p:nvSpPr>
            <p:cNvPr id="109" name="Rectangle 29">
              <a:extLst>
                <a:ext uri="{FF2B5EF4-FFF2-40B4-BE49-F238E27FC236}">
                  <a16:creationId xmlns:a16="http://schemas.microsoft.com/office/drawing/2014/main" id="{A1FB2503-384E-4582-3B20-A80D3603BA94}"/>
                </a:ext>
              </a:extLst>
            </p:cNvPr>
            <p:cNvSpPr/>
            <p:nvPr/>
          </p:nvSpPr>
          <p:spPr>
            <a:xfrm>
              <a:off x="477718" y="4915853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FD8078D-AB59-3662-586B-D9B994F6A0E9}"/>
                </a:ext>
              </a:extLst>
            </p:cNvPr>
            <p:cNvSpPr txBox="1"/>
            <p:nvPr/>
          </p:nvSpPr>
          <p:spPr>
            <a:xfrm>
              <a:off x="515808" y="4916187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매체협업</a:t>
              </a:r>
            </a:p>
          </p:txBody>
        </p:sp>
        <p:sp>
          <p:nvSpPr>
            <p:cNvPr id="111" name="Rectangle 31">
              <a:extLst>
                <a:ext uri="{FF2B5EF4-FFF2-40B4-BE49-F238E27FC236}">
                  <a16:creationId xmlns:a16="http://schemas.microsoft.com/office/drawing/2014/main" id="{CFB85C88-3FDF-5BE0-2FCB-ECBC011BF54B}"/>
                </a:ext>
              </a:extLst>
            </p:cNvPr>
            <p:cNvSpPr/>
            <p:nvPr/>
          </p:nvSpPr>
          <p:spPr>
            <a:xfrm>
              <a:off x="1747401" y="4915853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048FA90-CDAE-3EC1-EF3F-04926694AAE6}"/>
                </a:ext>
              </a:extLst>
            </p:cNvPr>
            <p:cNvSpPr txBox="1"/>
            <p:nvPr/>
          </p:nvSpPr>
          <p:spPr>
            <a:xfrm>
              <a:off x="1785491" y="4941247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과제신청 / 과제선정 및 홍보물공유 / 과제실적</a:t>
              </a:r>
            </a:p>
          </p:txBody>
        </p:sp>
        <p:sp>
          <p:nvSpPr>
            <p:cNvPr id="113" name="Rectangle 33">
              <a:extLst>
                <a:ext uri="{FF2B5EF4-FFF2-40B4-BE49-F238E27FC236}">
                  <a16:creationId xmlns:a16="http://schemas.microsoft.com/office/drawing/2014/main" id="{32CCFBF4-6FB1-C17D-D3D7-65766C296513}"/>
                </a:ext>
              </a:extLst>
            </p:cNvPr>
            <p:cNvSpPr/>
            <p:nvPr/>
          </p:nvSpPr>
          <p:spPr>
            <a:xfrm>
              <a:off x="477718" y="5131699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C90AD49-3CD5-0186-A899-929876298391}"/>
                </a:ext>
              </a:extLst>
            </p:cNvPr>
            <p:cNvSpPr txBox="1"/>
            <p:nvPr/>
          </p:nvSpPr>
          <p:spPr>
            <a:xfrm>
              <a:off x="515808" y="5132033"/>
              <a:ext cx="131427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정부공용스튜디오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5" name="Rectangle 35">
              <a:extLst>
                <a:ext uri="{FF2B5EF4-FFF2-40B4-BE49-F238E27FC236}">
                  <a16:creationId xmlns:a16="http://schemas.microsoft.com/office/drawing/2014/main" id="{7E6C90E8-58AD-5F09-8B64-EBC7CC4A3A3A}"/>
                </a:ext>
              </a:extLst>
            </p:cNvPr>
            <p:cNvSpPr/>
            <p:nvPr/>
          </p:nvSpPr>
          <p:spPr>
            <a:xfrm>
              <a:off x="1747401" y="5131699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E0B20D5-46E5-079E-A0A8-EEE64B20DA9B}"/>
                </a:ext>
              </a:extLst>
            </p:cNvPr>
            <p:cNvSpPr txBox="1"/>
            <p:nvPr/>
          </p:nvSpPr>
          <p:spPr>
            <a:xfrm>
              <a:off x="1785491" y="5157093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예약 / 게시판</a:t>
              </a:r>
            </a:p>
          </p:txBody>
        </p:sp>
        <p:sp>
          <p:nvSpPr>
            <p:cNvPr id="117" name="Rectangle 37">
              <a:extLst>
                <a:ext uri="{FF2B5EF4-FFF2-40B4-BE49-F238E27FC236}">
                  <a16:creationId xmlns:a16="http://schemas.microsoft.com/office/drawing/2014/main" id="{1F62C09C-D6D7-A9A1-251D-AB393B88A75B}"/>
                </a:ext>
              </a:extLst>
            </p:cNvPr>
            <p:cNvSpPr/>
            <p:nvPr/>
          </p:nvSpPr>
          <p:spPr>
            <a:xfrm>
              <a:off x="477718" y="5347545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9B63BF3-0917-BA42-42E5-BC0BF5BE5C24}"/>
                </a:ext>
              </a:extLst>
            </p:cNvPr>
            <p:cNvSpPr txBox="1"/>
            <p:nvPr/>
          </p:nvSpPr>
          <p:spPr>
            <a:xfrm>
              <a:off x="515808" y="5347879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9" name="Rectangle 39">
              <a:extLst>
                <a:ext uri="{FF2B5EF4-FFF2-40B4-BE49-F238E27FC236}">
                  <a16:creationId xmlns:a16="http://schemas.microsoft.com/office/drawing/2014/main" id="{005F5743-AD87-1ADD-AE42-B4FEFBA69EE6}"/>
                </a:ext>
              </a:extLst>
            </p:cNvPr>
            <p:cNvSpPr/>
            <p:nvPr/>
          </p:nvSpPr>
          <p:spPr>
            <a:xfrm>
              <a:off x="1747401" y="5347545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9BC5FE-6946-AC82-35DF-7682D8FEC494}"/>
                </a:ext>
              </a:extLst>
            </p:cNvPr>
            <p:cNvSpPr txBox="1"/>
            <p:nvPr/>
          </p:nvSpPr>
          <p:spPr>
            <a:xfrm>
              <a:off x="1785491" y="537293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대변인 현황 / 온라인 대변인 현황 / 메뉴별 사용자 현황</a:t>
              </a:r>
            </a:p>
          </p:txBody>
        </p:sp>
        <p:sp>
          <p:nvSpPr>
            <p:cNvPr id="121" name="Rectangle 41">
              <a:extLst>
                <a:ext uri="{FF2B5EF4-FFF2-40B4-BE49-F238E27FC236}">
                  <a16:creationId xmlns:a16="http://schemas.microsoft.com/office/drawing/2014/main" id="{7D01EFC8-AAF2-6738-D04F-382295EF927C}"/>
                </a:ext>
              </a:extLst>
            </p:cNvPr>
            <p:cNvSpPr/>
            <p:nvPr/>
          </p:nvSpPr>
          <p:spPr>
            <a:xfrm>
              <a:off x="477718" y="5563391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E68853D-7ED3-4F8A-8590-63039DC96521}"/>
                </a:ext>
              </a:extLst>
            </p:cNvPr>
            <p:cNvSpPr txBox="1"/>
            <p:nvPr/>
          </p:nvSpPr>
          <p:spPr>
            <a:xfrm>
              <a:off x="515808" y="5563725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3" name="Rectangle 43">
              <a:extLst>
                <a:ext uri="{FF2B5EF4-FFF2-40B4-BE49-F238E27FC236}">
                  <a16:creationId xmlns:a16="http://schemas.microsoft.com/office/drawing/2014/main" id="{2467FB41-70FC-108A-81D4-551E571E8148}"/>
                </a:ext>
              </a:extLst>
            </p:cNvPr>
            <p:cNvSpPr/>
            <p:nvPr/>
          </p:nvSpPr>
          <p:spPr>
            <a:xfrm>
              <a:off x="1747401" y="556339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BFB2B66-9DDC-FB78-5A66-D6A654586DE1}"/>
                </a:ext>
              </a:extLst>
            </p:cNvPr>
            <p:cNvSpPr txBox="1"/>
            <p:nvPr/>
          </p:nvSpPr>
          <p:spPr>
            <a:xfrm>
              <a:off x="1785491" y="558878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회원관리 / 회원그룹관리 / 로그인 로그 / SMS내역조회 / 여론조사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C80144-35B8-B2BB-BBA2-BA0BCF998278}"/>
              </a:ext>
            </a:extLst>
          </p:cNvPr>
          <p:cNvGrpSpPr/>
          <p:nvPr/>
        </p:nvGrpSpPr>
        <p:grpSpPr>
          <a:xfrm>
            <a:off x="6222968" y="1830842"/>
            <a:ext cx="5713572" cy="905779"/>
            <a:chOff x="6222968" y="1830842"/>
            <a:chExt cx="5713572" cy="905779"/>
          </a:xfrm>
        </p:grpSpPr>
        <p:sp>
          <p:nvSpPr>
            <p:cNvPr id="126" name="Rectangle 45">
              <a:extLst>
                <a:ext uri="{FF2B5EF4-FFF2-40B4-BE49-F238E27FC236}">
                  <a16:creationId xmlns:a16="http://schemas.microsoft.com/office/drawing/2014/main" id="{1350A1C6-AD2E-44E2-05A7-4480E7E7994B}"/>
                </a:ext>
              </a:extLst>
            </p:cNvPr>
            <p:cNvSpPr/>
            <p:nvPr/>
          </p:nvSpPr>
          <p:spPr>
            <a:xfrm>
              <a:off x="6222968" y="1837991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8" name="Rectangle 47">
              <a:extLst>
                <a:ext uri="{FF2B5EF4-FFF2-40B4-BE49-F238E27FC236}">
                  <a16:creationId xmlns:a16="http://schemas.microsoft.com/office/drawing/2014/main" id="{6F50E740-7A7C-909D-49A4-96AEA11DD7F1}"/>
                </a:ext>
              </a:extLst>
            </p:cNvPr>
            <p:cNvSpPr/>
            <p:nvPr/>
          </p:nvSpPr>
          <p:spPr>
            <a:xfrm>
              <a:off x="7492651" y="1842753"/>
              <a:ext cx="4443889" cy="215846"/>
            </a:xfrm>
            <a:prstGeom prst="rect">
              <a:avLst/>
            </a:prstGeom>
            <a:solidFill>
              <a:srgbClr val="2E4470"/>
            </a:solidFill>
            <a:ln w="3175"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20F669A-FA0A-483B-1B19-D04CF2554064}"/>
                </a:ext>
              </a:extLst>
            </p:cNvPr>
            <p:cNvSpPr txBox="1"/>
            <p:nvPr/>
          </p:nvSpPr>
          <p:spPr>
            <a:xfrm>
              <a:off x="7530741" y="184814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E8ECF4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필터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: 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대변인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온라인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외신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대변인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정책소통 우수사례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(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기존 대변인방 메뉴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)</a:t>
              </a:r>
              <a:endParaRPr sz="900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30" name="Rectangle 49">
              <a:extLst>
                <a:ext uri="{FF2B5EF4-FFF2-40B4-BE49-F238E27FC236}">
                  <a16:creationId xmlns:a16="http://schemas.microsoft.com/office/drawing/2014/main" id="{0B08991B-031D-8FE8-317B-2F36E01AFAD8}"/>
                </a:ext>
              </a:extLst>
            </p:cNvPr>
            <p:cNvSpPr/>
            <p:nvPr/>
          </p:nvSpPr>
          <p:spPr>
            <a:xfrm>
              <a:off x="6222968" y="2053837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2" name="Rectangle 51">
              <a:extLst>
                <a:ext uri="{FF2B5EF4-FFF2-40B4-BE49-F238E27FC236}">
                  <a16:creationId xmlns:a16="http://schemas.microsoft.com/office/drawing/2014/main" id="{457205DE-E9A0-634D-91D8-6E5C21898CBD}"/>
                </a:ext>
              </a:extLst>
            </p:cNvPr>
            <p:cNvSpPr/>
            <p:nvPr/>
          </p:nvSpPr>
          <p:spPr>
            <a:xfrm>
              <a:off x="7492651" y="2058599"/>
              <a:ext cx="4443889" cy="215846"/>
            </a:xfrm>
            <a:prstGeom prst="rect">
              <a:avLst/>
            </a:prstGeom>
            <a:solidFill>
              <a:srgbClr val="2E4470"/>
            </a:solidFill>
            <a:ln w="3175"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95B4E05-F870-70A9-A811-9A562C10A039}"/>
                </a:ext>
              </a:extLst>
            </p:cNvPr>
            <p:cNvSpPr txBox="1"/>
            <p:nvPr/>
          </p:nvSpPr>
          <p:spPr>
            <a:xfrm>
              <a:off x="7530741" y="2063991"/>
              <a:ext cx="44057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채널 필터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: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대변인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온라인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외신대변인방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 err="1">
                  <a:solidFill>
                    <a:srgbClr val="E8ECF4"/>
                  </a:solidFill>
                  <a:latin typeface="+mn-ea"/>
                </a:rPr>
                <a:t>취합대시보드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 </a:t>
              </a:r>
              <a:endParaRPr lang="ko-KR" altLang="en-US" sz="900" dirty="0">
                <a:solidFill>
                  <a:srgbClr val="E8ECF4"/>
                </a:solidFill>
                <a:latin typeface="+mn-ea"/>
              </a:endParaRPr>
            </a:p>
            <a:p>
              <a:pPr algn="l"/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취합 현황 대시보드</a:t>
              </a:r>
            </a:p>
          </p:txBody>
        </p:sp>
        <p:sp>
          <p:nvSpPr>
            <p:cNvPr id="134" name="Rectangle 53">
              <a:extLst>
                <a:ext uri="{FF2B5EF4-FFF2-40B4-BE49-F238E27FC236}">
                  <a16:creationId xmlns:a16="http://schemas.microsoft.com/office/drawing/2014/main" id="{26EE9F00-B8B3-2933-6401-7A089961870B}"/>
                </a:ext>
              </a:extLst>
            </p:cNvPr>
            <p:cNvSpPr/>
            <p:nvPr/>
          </p:nvSpPr>
          <p:spPr>
            <a:xfrm>
              <a:off x="6222968" y="2269683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6" name="Rectangle 55">
              <a:extLst>
                <a:ext uri="{FF2B5EF4-FFF2-40B4-BE49-F238E27FC236}">
                  <a16:creationId xmlns:a16="http://schemas.microsoft.com/office/drawing/2014/main" id="{84EE043E-2304-54C9-2EF2-D9D8997B30A4}"/>
                </a:ext>
              </a:extLst>
            </p:cNvPr>
            <p:cNvSpPr/>
            <p:nvPr/>
          </p:nvSpPr>
          <p:spPr>
            <a:xfrm>
              <a:off x="7492651" y="2269683"/>
              <a:ext cx="4443889" cy="215846"/>
            </a:xfrm>
            <a:prstGeom prst="rect">
              <a:avLst/>
            </a:prstGeom>
            <a:solidFill>
              <a:srgbClr val="2E4470"/>
            </a:solidFill>
            <a:ln w="5080">
              <a:solidFill>
                <a:srgbClr val="E8EC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8" name="Rectangle 57">
              <a:extLst>
                <a:ext uri="{FF2B5EF4-FFF2-40B4-BE49-F238E27FC236}">
                  <a16:creationId xmlns:a16="http://schemas.microsoft.com/office/drawing/2014/main" id="{0C060A2B-3213-D0FE-EC5A-D7A1A65F377B}"/>
                </a:ext>
              </a:extLst>
            </p:cNvPr>
            <p:cNvSpPr/>
            <p:nvPr/>
          </p:nvSpPr>
          <p:spPr>
            <a:xfrm>
              <a:off x="6222968" y="2485529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0" name="Rectangle 59">
              <a:extLst>
                <a:ext uri="{FF2B5EF4-FFF2-40B4-BE49-F238E27FC236}">
                  <a16:creationId xmlns:a16="http://schemas.microsoft.com/office/drawing/2014/main" id="{5FFCF9D8-6E6B-3339-31A7-4DE90F50C11C}"/>
                </a:ext>
              </a:extLst>
            </p:cNvPr>
            <p:cNvSpPr/>
            <p:nvPr/>
          </p:nvSpPr>
          <p:spPr>
            <a:xfrm>
              <a:off x="7492651" y="2485529"/>
              <a:ext cx="4443889" cy="215846"/>
            </a:xfrm>
            <a:prstGeom prst="rect">
              <a:avLst/>
            </a:prstGeom>
            <a:solidFill>
              <a:srgbClr val="2E4470"/>
            </a:solidFill>
            <a:ln w="5080">
              <a:solidFill>
                <a:srgbClr val="E8EC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1D0CFBC-ADD3-404E-88CD-6CFCBDABFFCD}"/>
                </a:ext>
              </a:extLst>
            </p:cNvPr>
            <p:cNvSpPr txBox="1"/>
            <p:nvPr/>
          </p:nvSpPr>
          <p:spPr>
            <a:xfrm>
              <a:off x="7530741" y="2289943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주요이슈 및 홍보계획 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디지털 콘텐츠 계획 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(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기존  온라인방 메뉴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)</a:t>
              </a:r>
              <a:endParaRPr sz="900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206BD68-0931-F5BB-7164-39B2B709BD72}"/>
                </a:ext>
              </a:extLst>
            </p:cNvPr>
            <p:cNvSpPr txBox="1"/>
            <p:nvPr/>
          </p:nvSpPr>
          <p:spPr>
            <a:xfrm>
              <a:off x="7530741" y="250578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900" dirty="0">
                  <a:solidFill>
                    <a:srgbClr val="E8ECF4"/>
                  </a:solidFill>
                  <a:latin typeface="+mn-ea"/>
                </a:rPr>
                <a:t>-</a:t>
              </a:r>
              <a:endParaRPr sz="900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8D0167C-F167-863C-26EB-57CBC5039817}"/>
                </a:ext>
              </a:extLst>
            </p:cNvPr>
            <p:cNvSpPr txBox="1"/>
            <p:nvPr/>
          </p:nvSpPr>
          <p:spPr>
            <a:xfrm>
              <a:off x="6245817" y="1830842"/>
              <a:ext cx="9246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공지사항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5DF6BBD-F055-F631-13CE-5855852F8B75}"/>
                </a:ext>
              </a:extLst>
            </p:cNvPr>
            <p:cNvSpPr txBox="1"/>
            <p:nvPr/>
          </p:nvSpPr>
          <p:spPr>
            <a:xfrm>
              <a:off x="6253438" y="2046688"/>
              <a:ext cx="10160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자료요청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D51E7E2-4A33-D244-C258-C5B2C564C7E4}"/>
                </a:ext>
              </a:extLst>
            </p:cNvPr>
            <p:cNvSpPr txBox="1"/>
            <p:nvPr/>
          </p:nvSpPr>
          <p:spPr>
            <a:xfrm>
              <a:off x="6233626" y="2265020"/>
              <a:ext cx="130474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홍보</a:t>
              </a:r>
              <a:r>
                <a:rPr lang="ko-KR" altLang="en-US" sz="1000" b="1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en-US" altLang="ko-KR" sz="1000" b="1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콘텐츠 계획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421B78C-B116-2DBA-44D4-2C37B774882B}"/>
                </a:ext>
              </a:extLst>
            </p:cNvPr>
            <p:cNvSpPr txBox="1"/>
            <p:nvPr/>
          </p:nvSpPr>
          <p:spPr>
            <a:xfrm>
              <a:off x="6242770" y="2480866"/>
              <a:ext cx="131627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뉴스레터 제작지원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41C1AE8-9141-E286-89D9-846B20C1A98E}"/>
              </a:ext>
            </a:extLst>
          </p:cNvPr>
          <p:cNvGrpSpPr/>
          <p:nvPr/>
        </p:nvGrpSpPr>
        <p:grpSpPr>
          <a:xfrm>
            <a:off x="6222968" y="2795301"/>
            <a:ext cx="5840604" cy="1115156"/>
            <a:chOff x="6222968" y="2917221"/>
            <a:chExt cx="5840604" cy="1115156"/>
          </a:xfrm>
        </p:grpSpPr>
        <p:sp>
          <p:nvSpPr>
            <p:cNvPr id="146" name="Rectangle 65">
              <a:extLst>
                <a:ext uri="{FF2B5EF4-FFF2-40B4-BE49-F238E27FC236}">
                  <a16:creationId xmlns:a16="http://schemas.microsoft.com/office/drawing/2014/main" id="{0CAD209A-7DEE-EDB7-7B80-F72C67F2F19D}"/>
                </a:ext>
              </a:extLst>
            </p:cNvPr>
            <p:cNvSpPr/>
            <p:nvPr/>
          </p:nvSpPr>
          <p:spPr>
            <a:xfrm>
              <a:off x="6222968" y="2917221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8" name="Rectangle 67">
              <a:extLst>
                <a:ext uri="{FF2B5EF4-FFF2-40B4-BE49-F238E27FC236}">
                  <a16:creationId xmlns:a16="http://schemas.microsoft.com/office/drawing/2014/main" id="{E7C13251-7EBA-E264-0DAF-0B4285F67ECC}"/>
                </a:ext>
              </a:extLst>
            </p:cNvPr>
            <p:cNvSpPr/>
            <p:nvPr/>
          </p:nvSpPr>
          <p:spPr>
            <a:xfrm>
              <a:off x="7492651" y="291722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7AA5A84-3242-F401-B817-708FF5912AF2}"/>
                </a:ext>
              </a:extLst>
            </p:cNvPr>
            <p:cNvSpPr txBox="1"/>
            <p:nvPr/>
          </p:nvSpPr>
          <p:spPr>
            <a:xfrm>
              <a:off x="7530741" y="293499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정책광고 컨설팅 / 전광판 광고 / 국정만화</a:t>
              </a:r>
            </a:p>
          </p:txBody>
        </p:sp>
        <p:sp>
          <p:nvSpPr>
            <p:cNvPr id="150" name="Rectangle 69">
              <a:extLst>
                <a:ext uri="{FF2B5EF4-FFF2-40B4-BE49-F238E27FC236}">
                  <a16:creationId xmlns:a16="http://schemas.microsoft.com/office/drawing/2014/main" id="{C142FC4C-C8CD-C884-CF6C-DB86D4635553}"/>
                </a:ext>
              </a:extLst>
            </p:cNvPr>
            <p:cNvSpPr/>
            <p:nvPr/>
          </p:nvSpPr>
          <p:spPr>
            <a:xfrm>
              <a:off x="6222968" y="3133067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2" name="Rectangle 71">
              <a:extLst>
                <a:ext uri="{FF2B5EF4-FFF2-40B4-BE49-F238E27FC236}">
                  <a16:creationId xmlns:a16="http://schemas.microsoft.com/office/drawing/2014/main" id="{C11F91DD-0F30-D131-A62C-4A1C953655C4}"/>
                </a:ext>
              </a:extLst>
            </p:cNvPr>
            <p:cNvSpPr/>
            <p:nvPr/>
          </p:nvSpPr>
          <p:spPr>
            <a:xfrm>
              <a:off x="7492651" y="3133067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908B916-B960-092B-C9DA-4A3AFD4ADCEA}"/>
                </a:ext>
              </a:extLst>
            </p:cNvPr>
            <p:cNvSpPr txBox="1"/>
            <p:nvPr/>
          </p:nvSpPr>
          <p:spPr>
            <a:xfrm>
              <a:off x="7530741" y="3150841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과제신청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과제선정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홍보물공유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과제실적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54" name="Rectangle 73">
              <a:extLst>
                <a:ext uri="{FF2B5EF4-FFF2-40B4-BE49-F238E27FC236}">
                  <a16:creationId xmlns:a16="http://schemas.microsoft.com/office/drawing/2014/main" id="{C6CA8E87-A448-A6D9-13AA-F2BFC44F9795}"/>
                </a:ext>
              </a:extLst>
            </p:cNvPr>
            <p:cNvSpPr/>
            <p:nvPr/>
          </p:nvSpPr>
          <p:spPr>
            <a:xfrm>
              <a:off x="6222968" y="3348913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6" name="Rectangle 75">
              <a:extLst>
                <a:ext uri="{FF2B5EF4-FFF2-40B4-BE49-F238E27FC236}">
                  <a16:creationId xmlns:a16="http://schemas.microsoft.com/office/drawing/2014/main" id="{0D579B03-EBC1-1EC9-5912-DA8A5EF3B2A5}"/>
                </a:ext>
              </a:extLst>
            </p:cNvPr>
            <p:cNvSpPr/>
            <p:nvPr/>
          </p:nvSpPr>
          <p:spPr>
            <a:xfrm>
              <a:off x="7492651" y="3348913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801CF34-5DE9-9C87-FBAA-49B1E74DF1EF}"/>
                </a:ext>
              </a:extLst>
            </p:cNvPr>
            <p:cNvSpPr txBox="1"/>
            <p:nvPr/>
          </p:nvSpPr>
          <p:spPr>
            <a:xfrm>
              <a:off x="7530741" y="3366687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예약 / 게시판</a:t>
              </a:r>
            </a:p>
          </p:txBody>
        </p:sp>
        <p:sp>
          <p:nvSpPr>
            <p:cNvPr id="158" name="Rectangle 77">
              <a:extLst>
                <a:ext uri="{FF2B5EF4-FFF2-40B4-BE49-F238E27FC236}">
                  <a16:creationId xmlns:a16="http://schemas.microsoft.com/office/drawing/2014/main" id="{E6444FBC-7131-06AA-13D0-CB1C574F3EAC}"/>
                </a:ext>
              </a:extLst>
            </p:cNvPr>
            <p:cNvSpPr/>
            <p:nvPr/>
          </p:nvSpPr>
          <p:spPr>
            <a:xfrm>
              <a:off x="6222968" y="3564759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62" name="Rectangle 81">
              <a:extLst>
                <a:ext uri="{FF2B5EF4-FFF2-40B4-BE49-F238E27FC236}">
                  <a16:creationId xmlns:a16="http://schemas.microsoft.com/office/drawing/2014/main" id="{01819C22-1C22-EB65-8471-64898A247B32}"/>
                </a:ext>
              </a:extLst>
            </p:cNvPr>
            <p:cNvSpPr/>
            <p:nvPr/>
          </p:nvSpPr>
          <p:spPr>
            <a:xfrm>
              <a:off x="6222968" y="3780605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0AB211B-3C84-676E-391E-9C29BD6180D1}"/>
                </a:ext>
              </a:extLst>
            </p:cNvPr>
            <p:cNvSpPr txBox="1"/>
            <p:nvPr/>
          </p:nvSpPr>
          <p:spPr>
            <a:xfrm>
              <a:off x="6261058" y="2922772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정책광고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E2397E3-7A69-60D5-55E2-D787E6E1167B}"/>
                </a:ext>
              </a:extLst>
            </p:cNvPr>
            <p:cNvSpPr txBox="1"/>
            <p:nvPr/>
          </p:nvSpPr>
          <p:spPr>
            <a:xfrm>
              <a:off x="6261058" y="3138618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매체협업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15423DF-4223-4D68-D3F9-B69D538CC167}"/>
                </a:ext>
              </a:extLst>
            </p:cNvPr>
            <p:cNvSpPr txBox="1"/>
            <p:nvPr/>
          </p:nvSpPr>
          <p:spPr>
            <a:xfrm>
              <a:off x="6261057" y="3354464"/>
              <a:ext cx="13525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정부공용스튜디오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7653E48-C0DA-0470-B80B-FAC358E685F3}"/>
                </a:ext>
              </a:extLst>
            </p:cNvPr>
            <p:cNvSpPr txBox="1"/>
            <p:nvPr/>
          </p:nvSpPr>
          <p:spPr>
            <a:xfrm>
              <a:off x="6261058" y="3570310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관리자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6F85DE1-553C-9400-3932-4DC7EF61BBFD}"/>
                </a:ext>
              </a:extLst>
            </p:cNvPr>
            <p:cNvSpPr txBox="1"/>
            <p:nvPr/>
          </p:nvSpPr>
          <p:spPr>
            <a:xfrm>
              <a:off x="6261058" y="3786156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시스템관리자</a:t>
              </a:r>
            </a:p>
          </p:txBody>
        </p:sp>
        <p:sp>
          <p:nvSpPr>
            <p:cNvPr id="176" name="Rectangle 71">
              <a:extLst>
                <a:ext uri="{FF2B5EF4-FFF2-40B4-BE49-F238E27FC236}">
                  <a16:creationId xmlns:a16="http://schemas.microsoft.com/office/drawing/2014/main" id="{09C0DC08-3459-0D17-0974-73EF095CCA43}"/>
                </a:ext>
              </a:extLst>
            </p:cNvPr>
            <p:cNvSpPr/>
            <p:nvPr/>
          </p:nvSpPr>
          <p:spPr>
            <a:xfrm>
              <a:off x="7492651" y="356364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77" name="Rectangle 71">
              <a:extLst>
                <a:ext uri="{FF2B5EF4-FFF2-40B4-BE49-F238E27FC236}">
                  <a16:creationId xmlns:a16="http://schemas.microsoft.com/office/drawing/2014/main" id="{2718298F-7A7B-2ED6-4A47-524596140C16}"/>
                </a:ext>
              </a:extLst>
            </p:cNvPr>
            <p:cNvSpPr/>
            <p:nvPr/>
          </p:nvSpPr>
          <p:spPr>
            <a:xfrm>
              <a:off x="7492650" y="3779487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91FABC6-1812-8201-B043-EFE4D7826A21}"/>
                </a:ext>
              </a:extLst>
            </p:cNvPr>
            <p:cNvSpPr txBox="1"/>
            <p:nvPr/>
          </p:nvSpPr>
          <p:spPr>
            <a:xfrm>
              <a:off x="7496434" y="356475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사용자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현황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통합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)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문자보내기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32B701C1-A927-8176-A750-FAA884D5D281}"/>
                </a:ext>
              </a:extLst>
            </p:cNvPr>
            <p:cNvSpPr txBox="1"/>
            <p:nvPr/>
          </p:nvSpPr>
          <p:spPr>
            <a:xfrm>
              <a:off x="7492651" y="3780605"/>
              <a:ext cx="457092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회원관리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로그인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로그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기관관리자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부분공개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)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SMS내역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여론조사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A7CED136-F2A6-95A1-6ED2-6C897F44EE65}"/>
              </a:ext>
            </a:extLst>
          </p:cNvPr>
          <p:cNvGrpSpPr/>
          <p:nvPr/>
        </p:nvGrpSpPr>
        <p:grpSpPr>
          <a:xfrm>
            <a:off x="255461" y="4875539"/>
            <a:ext cx="11681078" cy="986015"/>
            <a:chOff x="255525" y="577705"/>
            <a:chExt cx="11681078" cy="986015"/>
          </a:xfrm>
        </p:grpSpPr>
        <p:sp>
          <p:nvSpPr>
            <p:cNvPr id="229" name="Rectangle 9">
              <a:extLst>
                <a:ext uri="{FF2B5EF4-FFF2-40B4-BE49-F238E27FC236}">
                  <a16:creationId xmlns:a16="http://schemas.microsoft.com/office/drawing/2014/main" id="{226B529E-2A59-156F-C3C6-89C0A543D5A1}"/>
                </a:ext>
              </a:extLst>
            </p:cNvPr>
            <p:cNvSpPr/>
            <p:nvPr/>
          </p:nvSpPr>
          <p:spPr>
            <a:xfrm>
              <a:off x="255525" y="577705"/>
              <a:ext cx="5745313" cy="253936"/>
            </a:xfrm>
            <a:prstGeom prst="rect">
              <a:avLst/>
            </a:prstGeom>
            <a:solidFill>
              <a:srgbClr val="CC330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9C385D36-C126-CCA8-6917-531013443CC3}"/>
                </a:ext>
              </a:extLst>
            </p:cNvPr>
            <p:cNvSpPr txBox="1"/>
            <p:nvPr/>
          </p:nvSpPr>
          <p:spPr>
            <a:xfrm>
              <a:off x="255525" y="583884"/>
              <a:ext cx="5745313" cy="276999"/>
            </a:xfrm>
            <a:prstGeom prst="rect">
              <a:avLst/>
            </a:prstGeom>
            <a:solidFill>
              <a:srgbClr val="445064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sz="1200" b="1" dirty="0">
                  <a:solidFill>
                    <a:srgbClr val="FFFFFF"/>
                  </a:solidFill>
                  <a:latin typeface="+mn-ea"/>
                </a:rPr>
                <a:t>◀  AS-IS (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현행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)</a:t>
              </a:r>
            </a:p>
          </p:txBody>
        </p:sp>
        <p:sp>
          <p:nvSpPr>
            <p:cNvPr id="231" name="Rectangle 11">
              <a:extLst>
                <a:ext uri="{FF2B5EF4-FFF2-40B4-BE49-F238E27FC236}">
                  <a16:creationId xmlns:a16="http://schemas.microsoft.com/office/drawing/2014/main" id="{580BF562-98F4-30AB-58FF-1AAFFEBC9D14}"/>
                </a:ext>
              </a:extLst>
            </p:cNvPr>
            <p:cNvSpPr/>
            <p:nvPr/>
          </p:nvSpPr>
          <p:spPr>
            <a:xfrm>
              <a:off x="6191290" y="577705"/>
              <a:ext cx="5745313" cy="253936"/>
            </a:xfrm>
            <a:prstGeom prst="rect">
              <a:avLst/>
            </a:prstGeom>
            <a:solidFill>
              <a:srgbClr val="0054D1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1F62573-DB1C-761F-E47F-AB677A8153F9}"/>
                </a:ext>
              </a:extLst>
            </p:cNvPr>
            <p:cNvSpPr txBox="1"/>
            <p:nvPr/>
          </p:nvSpPr>
          <p:spPr>
            <a:xfrm>
              <a:off x="6191290" y="577706"/>
              <a:ext cx="5745313" cy="276999"/>
            </a:xfrm>
            <a:prstGeom prst="rect">
              <a:avLst/>
            </a:prstGeom>
            <a:solidFill>
              <a:srgbClr val="2E447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+mn-ea"/>
                </a:rPr>
                <a:t>▶  TO-BE (개선)</a:t>
              </a:r>
            </a:p>
          </p:txBody>
        </p:sp>
        <p:sp>
          <p:nvSpPr>
            <p:cNvPr id="249" name="Rectangle 29">
              <a:extLst>
                <a:ext uri="{FF2B5EF4-FFF2-40B4-BE49-F238E27FC236}">
                  <a16:creationId xmlns:a16="http://schemas.microsoft.com/office/drawing/2014/main" id="{34C6A5C7-E258-D4F7-2CFD-632F837BC6E5}"/>
                </a:ext>
              </a:extLst>
            </p:cNvPr>
            <p:cNvSpPr/>
            <p:nvPr/>
          </p:nvSpPr>
          <p:spPr>
            <a:xfrm>
              <a:off x="263763" y="1077487"/>
              <a:ext cx="571357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2677EF1F-94F3-A2DD-BCC5-BADA750D2CCD}"/>
                </a:ext>
              </a:extLst>
            </p:cNvPr>
            <p:cNvSpPr txBox="1"/>
            <p:nvPr/>
          </p:nvSpPr>
          <p:spPr>
            <a:xfrm>
              <a:off x="2174941" y="1099101"/>
              <a:ext cx="18727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방</a:t>
              </a:r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자격</a:t>
              </a:r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중심</a:t>
              </a:r>
              <a:endParaRPr sz="1200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7E189C5F-9E2F-88E6-B2E3-BF2F19FB0810}"/>
                </a:ext>
              </a:extLst>
            </p:cNvPr>
            <p:cNvSpPr txBox="1"/>
            <p:nvPr/>
          </p:nvSpPr>
          <p:spPr>
            <a:xfrm>
              <a:off x="1713622" y="1301572"/>
              <a:ext cx="281725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882222"/>
                  </a:solidFill>
                  <a:latin typeface="+mn-ea"/>
                </a:rPr>
                <a:t>다중 권한 시 업무별 메뉴 이동의 번거로움</a:t>
              </a:r>
              <a:endParaRPr sz="1050" dirty="0">
                <a:solidFill>
                  <a:srgbClr val="882222"/>
                </a:solidFill>
                <a:latin typeface="+mn-ea"/>
              </a:endParaRPr>
            </a:p>
          </p:txBody>
        </p:sp>
        <p:sp>
          <p:nvSpPr>
            <p:cNvPr id="258" name="Rectangle 38">
              <a:extLst>
                <a:ext uri="{FF2B5EF4-FFF2-40B4-BE49-F238E27FC236}">
                  <a16:creationId xmlns:a16="http://schemas.microsoft.com/office/drawing/2014/main" id="{C8CFE038-AB1D-5E33-FD72-691B8AE7000F}"/>
                </a:ext>
              </a:extLst>
            </p:cNvPr>
            <p:cNvSpPr/>
            <p:nvPr/>
          </p:nvSpPr>
          <p:spPr>
            <a:xfrm>
              <a:off x="6191290" y="1077484"/>
              <a:ext cx="5745313" cy="457085"/>
            </a:xfrm>
            <a:prstGeom prst="rect">
              <a:avLst/>
            </a:prstGeom>
            <a:solidFill>
              <a:srgbClr val="E8ECF4"/>
            </a:solidFill>
            <a:ln w="19050"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040602CA-E46A-DE6B-5EEF-50A3141569FE}"/>
                </a:ext>
              </a:extLst>
            </p:cNvPr>
            <p:cNvSpPr txBox="1"/>
            <p:nvPr/>
          </p:nvSpPr>
          <p:spPr>
            <a:xfrm>
              <a:off x="6191290" y="1099095"/>
              <a:ext cx="57453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업무</a:t>
              </a:r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(Task) </a:t>
              </a:r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중심으로 개편</a:t>
              </a:r>
              <a:endParaRPr sz="1200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152837AB-5591-4746-1820-C164D05AA7A7}"/>
                </a:ext>
              </a:extLst>
            </p:cNvPr>
            <p:cNvSpPr txBox="1"/>
            <p:nvPr/>
          </p:nvSpPr>
          <p:spPr>
            <a:xfrm>
              <a:off x="6191290" y="1309804"/>
              <a:ext cx="574531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종합 업무 지원형으로 사용자 </a:t>
              </a:r>
              <a:r>
                <a:rPr lang="en-US" altLang="ko-KR"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UX </a:t>
              </a:r>
              <a:r>
                <a:rPr lang="ko-KR" altLang="en-US"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업그레이드</a:t>
              </a:r>
              <a:endParaRPr sz="1050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5" name="그룹 4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2" name="그룹 1"/>
              <p:cNvGrpSpPr/>
              <p:nvPr/>
            </p:nvGrpSpPr>
            <p:grpSpPr>
              <a:xfrm>
                <a:off x="184469" y="42227"/>
                <a:ext cx="11879103" cy="407537"/>
                <a:chOff x="184469" y="42227"/>
                <a:chExt cx="11879103" cy="407537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662BE7D-0F39-6F9B-9275-F22E5FDB01E5}"/>
                    </a:ext>
                  </a:extLst>
                </p:cNvPr>
                <p:cNvSpPr txBox="1"/>
                <p:nvPr/>
              </p:nvSpPr>
              <p:spPr>
                <a:xfrm>
                  <a:off x="6984842" y="218932"/>
                  <a:ext cx="507873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메뉴 구조 개편안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(Menu Architecture Redesign</a:t>
                  </a:r>
                  <a:r>
                    <a:rPr lang="en-US" sz="900" dirty="0">
                      <a:solidFill>
                        <a:schemeClr val="bg1"/>
                      </a:solidFill>
                      <a:latin typeface="+mn-ea"/>
                    </a:rPr>
                    <a:t>)</a:t>
                  </a:r>
                  <a:endParaRPr sz="9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메뉴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구조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개편안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(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AS-IS vs TO-BE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)</a:t>
                  </a:r>
                  <a:endParaRPr sz="14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0" name="그룹 9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166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7" name="그룹 6"/>
          <p:cNvGrpSpPr/>
          <p:nvPr/>
        </p:nvGrpSpPr>
        <p:grpSpPr>
          <a:xfrm>
            <a:off x="255460" y="993760"/>
            <a:ext cx="11681081" cy="3721836"/>
            <a:chOff x="255460" y="993760"/>
            <a:chExt cx="11681081" cy="3721836"/>
          </a:xfrm>
        </p:grpSpPr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182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3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메뉴 구조 개편안 </a:t>
                </a:r>
                <a:r>
                  <a:rPr lang="en-US" altLang="ko-KR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AS-IS vs TO-BE (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상세</a:t>
                </a:r>
                <a:r>
                  <a:rPr lang="en-US" altLang="ko-KR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)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1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5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개편 효과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9C385D36-C126-CCA8-6917-531013443CC3}"/>
              </a:ext>
            </a:extLst>
          </p:cNvPr>
          <p:cNvSpPr txBox="1"/>
          <p:nvPr/>
        </p:nvSpPr>
        <p:spPr>
          <a:xfrm>
            <a:off x="255461" y="1463311"/>
            <a:ext cx="5721810" cy="276999"/>
          </a:xfrm>
          <a:prstGeom prst="rect">
            <a:avLst/>
          </a:prstGeom>
          <a:solidFill>
            <a:srgbClr val="445064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+mn-ea"/>
              </a:rPr>
              <a:t>◀  AS-IS (</a:t>
            </a:r>
            <a:r>
              <a:rPr sz="1200" b="1" dirty="0" err="1">
                <a:solidFill>
                  <a:srgbClr val="FFFFFF"/>
                </a:solidFill>
                <a:latin typeface="+mn-ea"/>
              </a:rPr>
              <a:t>현행</a:t>
            </a:r>
            <a:r>
              <a:rPr sz="1200" b="1" dirty="0">
                <a:solidFill>
                  <a:srgbClr val="FFFFFF"/>
                </a:solidFill>
                <a:latin typeface="+mn-ea"/>
              </a:rPr>
              <a:t>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1F62573-DB1C-761F-E47F-AB677A8153F9}"/>
              </a:ext>
            </a:extLst>
          </p:cNvPr>
          <p:cNvSpPr txBox="1"/>
          <p:nvPr/>
        </p:nvSpPr>
        <p:spPr>
          <a:xfrm>
            <a:off x="6222968" y="1463311"/>
            <a:ext cx="5713570" cy="276999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+mn-ea"/>
              </a:rPr>
              <a:t>▶  TO-BE (개선)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16 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1445622-46A1-A801-1916-61F98977C3BE}"/>
              </a:ext>
            </a:extLst>
          </p:cNvPr>
          <p:cNvGrpSpPr/>
          <p:nvPr/>
        </p:nvGrpSpPr>
        <p:grpSpPr>
          <a:xfrm>
            <a:off x="6222968" y="3943543"/>
            <a:ext cx="5713572" cy="264478"/>
            <a:chOff x="6222968" y="2904515"/>
            <a:chExt cx="5713572" cy="264478"/>
          </a:xfrm>
        </p:grpSpPr>
        <p:sp>
          <p:nvSpPr>
            <p:cNvPr id="27" name="Rectangle 65">
              <a:extLst>
                <a:ext uri="{FF2B5EF4-FFF2-40B4-BE49-F238E27FC236}">
                  <a16:creationId xmlns:a16="http://schemas.microsoft.com/office/drawing/2014/main" id="{1987CF82-090A-5B23-3EB4-6DB9493B22C9}"/>
                </a:ext>
              </a:extLst>
            </p:cNvPr>
            <p:cNvSpPr/>
            <p:nvPr/>
          </p:nvSpPr>
          <p:spPr>
            <a:xfrm>
              <a:off x="6222968" y="2917221"/>
              <a:ext cx="1269682" cy="21584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8" name="Rectangle 67">
              <a:extLst>
                <a:ext uri="{FF2B5EF4-FFF2-40B4-BE49-F238E27FC236}">
                  <a16:creationId xmlns:a16="http://schemas.microsoft.com/office/drawing/2014/main" id="{E66B2AAC-23D0-56A2-0A79-3700766AFB0E}"/>
                </a:ext>
              </a:extLst>
            </p:cNvPr>
            <p:cNvSpPr/>
            <p:nvPr/>
          </p:nvSpPr>
          <p:spPr>
            <a:xfrm>
              <a:off x="7492651" y="2917221"/>
              <a:ext cx="4443889" cy="215846"/>
            </a:xfrm>
            <a:prstGeom prst="rect">
              <a:avLst/>
            </a:prstGeom>
            <a:solidFill>
              <a:srgbClr val="AABBCC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FFBF60-4FBF-C7AA-54D0-329B350BD837}"/>
                </a:ext>
              </a:extLst>
            </p:cNvPr>
            <p:cNvSpPr txBox="1"/>
            <p:nvPr/>
          </p:nvSpPr>
          <p:spPr>
            <a:xfrm>
              <a:off x="7507881" y="290451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0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lang="ko-KR" altLang="en-US" sz="900" dirty="0">
                  <a:solidFill>
                    <a:srgbClr val="222222"/>
                  </a:solidFill>
                  <a:latin typeface="+mn-ea"/>
                </a:rPr>
                <a:t>일몰예정</a:t>
              </a:r>
              <a:r>
                <a:rPr lang="en-US" altLang="ko-KR" sz="900" dirty="0">
                  <a:solidFill>
                    <a:srgbClr val="222222"/>
                  </a:solidFill>
                  <a:latin typeface="+mn-ea"/>
                </a:rPr>
                <a:t>)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CEF09B1-00A3-280D-470E-A1E7D52EA9C6}"/>
                </a:ext>
              </a:extLst>
            </p:cNvPr>
            <p:cNvSpPr txBox="1"/>
            <p:nvPr/>
          </p:nvSpPr>
          <p:spPr>
            <a:xfrm>
              <a:off x="6261058" y="2922772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FFFFFF"/>
                  </a:solidFill>
                  <a:latin typeface="+mn-ea"/>
                </a:rPr>
                <a:t>SNS</a:t>
              </a:r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기관관리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0222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메뉴 정비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14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일몰 메뉴 명시 및 장문 메뉴명 단축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750459" cy="144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144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SNS 관리 (일몰 예정)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사용률 저조로 제거 예정 메뉴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기획서에 최근 업데이트 시점 명시 + ‘사라질 메뉴’임을 표기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전환 범위에서 제외 또는 별도 표기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059" y="972000"/>
            <a:ext cx="5750459" cy="144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6059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59" y="972000"/>
            <a:ext cx="43200" cy="14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05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메뉴명 단축 (검토)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059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현행: ‘주요이슈 홍보 및 디지털 콘텐츠 계획’ — 과도하게 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59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 dirty="0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업무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 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분석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: ‘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주요이슈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 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홍보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’ + ‘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디지털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 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콘텐츠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 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홍보</a:t>
            </a:r>
            <a:r>
              <a:rPr sz="969" b="0" dirty="0">
                <a:solidFill>
                  <a:srgbClr val="2A2A2A"/>
                </a:solidFill>
                <a:latin typeface="Noto Sans KR"/>
              </a:rPr>
              <a:t>’ </a:t>
            </a:r>
            <a:r>
              <a:rPr sz="969" b="0" dirty="0" err="1">
                <a:solidFill>
                  <a:srgbClr val="2A2A2A"/>
                </a:solidFill>
                <a:latin typeface="Noto Sans KR"/>
              </a:rPr>
              <a:t>성격</a:t>
            </a:r>
            <a:endParaRPr sz="969" b="0" dirty="0">
              <a:solidFill>
                <a:srgbClr val="2A2A2A"/>
              </a:solidFill>
              <a:latin typeface="Noto Sans K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48059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(안) ‘콘텐츠 홍보계획’ / ‘홍보·콘텐츠 계획’ 등 — 명칭 확정 논의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55E2-C322-3B2A-B8E7-9B14C894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250CC7-738C-92A4-59DB-CB7ECB5F80CA}"/>
              </a:ext>
            </a:extLst>
          </p:cNvPr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492BA5-1167-51F1-D316-520CD43B886B}"/>
              </a:ext>
            </a:extLst>
          </p:cNvPr>
          <p:cNvSpPr/>
          <p:nvPr/>
        </p:nvSpPr>
        <p:spPr>
          <a:xfrm>
            <a:off x="1588" y="0"/>
            <a:ext cx="76180" cy="6858000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3E658C-DF4F-32B9-D6C0-49D9FBA80B01}"/>
              </a:ext>
            </a:extLst>
          </p:cNvPr>
          <p:cNvSpPr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FFA7C-38D1-292F-8001-1E520352D3EF}"/>
              </a:ext>
            </a:extLst>
          </p:cNvPr>
          <p:cNvSpPr txBox="1"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+mn-ea"/>
              </a:rPr>
              <a:t>5</a:t>
            </a:r>
            <a:endParaRPr sz="3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43614-0020-3F0B-7AB7-E03DA10BD2C4}"/>
              </a:ext>
            </a:extLst>
          </p:cNvPr>
          <p:cNvSpPr txBox="1"/>
          <p:nvPr/>
        </p:nvSpPr>
        <p:spPr>
          <a:xfrm>
            <a:off x="1398239" y="2085415"/>
            <a:ext cx="69832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4000" b="1" dirty="0">
                <a:latin typeface="+mn-ea"/>
              </a:rPr>
              <a:t>주요 화면 설계</a:t>
            </a:r>
            <a:endParaRPr sz="40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F7E6E-DDB6-5064-29D7-43453188DCF9}"/>
              </a:ext>
            </a:extLst>
          </p:cNvPr>
          <p:cNvSpPr txBox="1"/>
          <p:nvPr/>
        </p:nvSpPr>
        <p:spPr>
          <a:xfrm>
            <a:off x="1398239" y="2793301"/>
            <a:ext cx="698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Key Screen Wireframes</a:t>
            </a:r>
          </a:p>
          <a:p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78FBD3-6CC5-9FA7-48C8-C1252E505380}"/>
              </a:ext>
            </a:extLst>
          </p:cNvPr>
          <p:cNvSpPr/>
          <p:nvPr/>
        </p:nvSpPr>
        <p:spPr>
          <a:xfrm>
            <a:off x="1398239" y="3174206"/>
            <a:ext cx="5713571" cy="12696"/>
          </a:xfrm>
          <a:prstGeom prst="rect">
            <a:avLst/>
          </a:prstGeom>
          <a:solidFill>
            <a:srgbClr val="2E4470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</p:spTree>
    <p:extLst>
      <p:ext uri="{BB962C8B-B14F-4D97-AF65-F5344CB8AC3E}">
        <p14:creationId xmlns:p14="http://schemas.microsoft.com/office/powerpoint/2010/main" val="3624200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40354" y="63500"/>
            <a:ext cx="1188146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1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b="1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b="1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b="1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292" name="그룹 291"/>
          <p:cNvGrpSpPr/>
          <p:nvPr/>
        </p:nvGrpSpPr>
        <p:grpSpPr>
          <a:xfrm>
            <a:off x="-88" y="328771"/>
            <a:ext cx="12185910" cy="304800"/>
            <a:chOff x="539750" y="355600"/>
            <a:chExt cx="12185910" cy="304800"/>
          </a:xfrm>
        </p:grpSpPr>
        <p:sp>
          <p:nvSpPr>
            <p:cNvPr id="15" name="Rectangle 14"/>
            <p:cNvSpPr/>
            <p:nvPr/>
          </p:nvSpPr>
          <p:spPr>
            <a:xfrm>
              <a:off x="539750" y="355600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5000" y="374194"/>
              <a:ext cx="106952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공지사항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836033" y="400278"/>
              <a:ext cx="180690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b="1" dirty="0">
                  <a:solidFill>
                    <a:srgbClr val="AABBCC"/>
                  </a:solidFill>
                  <a:latin typeface="+mn-ea"/>
                </a:rPr>
                <a:t>홈  &gt;  공지사항  &gt;  목록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999" y="629593"/>
            <a:ext cx="9684010" cy="43947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+mn-ea"/>
              </a:rPr>
              <a:t>①</a:t>
            </a:r>
            <a:endParaRPr sz="2400" dirty="0">
              <a:latin typeface="+mn-ea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9266" y="637831"/>
            <a:ext cx="4089400" cy="304800"/>
            <a:chOff x="546100" y="635000"/>
            <a:chExt cx="4089400" cy="304800"/>
          </a:xfrm>
        </p:grpSpPr>
        <p:sp>
          <p:nvSpPr>
            <p:cNvPr id="19" name="Rectangle 18"/>
            <p:cNvSpPr/>
            <p:nvPr/>
          </p:nvSpPr>
          <p:spPr>
            <a:xfrm>
              <a:off x="546100" y="635000"/>
              <a:ext cx="914400" cy="3048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5552" y="701675"/>
              <a:ext cx="4154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FFFFFF"/>
                  </a:solidFill>
                  <a:latin typeface="+mn-ea"/>
                </a:rPr>
                <a:t>전체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60500" y="635000"/>
              <a:ext cx="1016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645334" y="701675"/>
              <a:ext cx="6463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445064"/>
                  </a:solidFill>
                  <a:latin typeface="+mn-ea"/>
                </a:rPr>
                <a:t>대변인방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6500" y="635000"/>
              <a:ext cx="1016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61334" y="701675"/>
              <a:ext cx="6463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온라인방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492500" y="635000"/>
              <a:ext cx="1143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25419" y="701675"/>
              <a:ext cx="87716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외신대변인방</a:t>
              </a:r>
            </a:p>
          </p:txBody>
        </p:sp>
      </p:grpSp>
      <p:grpSp>
        <p:nvGrpSpPr>
          <p:cNvPr id="294" name="그룹 293"/>
          <p:cNvGrpSpPr/>
          <p:nvPr/>
        </p:nvGrpSpPr>
        <p:grpSpPr>
          <a:xfrm>
            <a:off x="-5544" y="960325"/>
            <a:ext cx="9684010" cy="421704"/>
            <a:chOff x="546100" y="939800"/>
            <a:chExt cx="9144000" cy="421704"/>
          </a:xfrm>
        </p:grpSpPr>
        <p:sp>
          <p:nvSpPr>
            <p:cNvPr id="28" name="Rectangle 27"/>
            <p:cNvSpPr/>
            <p:nvPr/>
          </p:nvSpPr>
          <p:spPr>
            <a:xfrm>
              <a:off x="546100" y="939800"/>
              <a:ext cx="9144000" cy="279400"/>
            </a:xfrm>
            <a:prstGeom prst="rect">
              <a:avLst/>
            </a:prstGeom>
            <a:solidFill>
              <a:srgbClr val="F0F2F8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35000" y="977900"/>
              <a:ext cx="11176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027" y="992171"/>
              <a:ext cx="6995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900" dirty="0" err="1">
                  <a:solidFill>
                    <a:srgbClr val="445064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 ▼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3400" y="977900"/>
              <a:ext cx="11176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92287" y="992172"/>
              <a:ext cx="6731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기간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 ▼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971800" y="977900"/>
              <a:ext cx="49530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22600" y="1003300"/>
              <a:ext cx="12581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제목·내용·작성자 검색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975600" y="977900"/>
              <a:ext cx="6096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069101" y="996950"/>
              <a:ext cx="4226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검 색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636000" y="977900"/>
              <a:ext cx="5080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639345" y="996950"/>
              <a:ext cx="50131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초기화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</p:grpSp>
      <p:grpSp>
        <p:nvGrpSpPr>
          <p:cNvPr id="441" name="그룹 440"/>
          <p:cNvGrpSpPr/>
          <p:nvPr/>
        </p:nvGrpSpPr>
        <p:grpSpPr>
          <a:xfrm>
            <a:off x="-33222" y="1239725"/>
            <a:ext cx="9711688" cy="2339032"/>
            <a:chOff x="511842" y="1219200"/>
            <a:chExt cx="9178258" cy="2339032"/>
          </a:xfrm>
        </p:grpSpPr>
        <p:sp>
          <p:nvSpPr>
            <p:cNvPr id="40" name="Rectangle 39"/>
            <p:cNvSpPr/>
            <p:nvPr/>
          </p:nvSpPr>
          <p:spPr>
            <a:xfrm>
              <a:off x="546100" y="1219200"/>
              <a:ext cx="4064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52500" y="1219200"/>
              <a:ext cx="863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816100" y="1219200"/>
              <a:ext cx="4572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388100" y="1219200"/>
              <a:ext cx="4572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845300" y="1219200"/>
              <a:ext cx="1117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962900" y="1219200"/>
              <a:ext cx="10668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029700" y="1219200"/>
              <a:ext cx="6604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95" name="그룹 294"/>
            <p:cNvGrpSpPr/>
            <p:nvPr/>
          </p:nvGrpSpPr>
          <p:grpSpPr>
            <a:xfrm>
              <a:off x="587361" y="1240155"/>
              <a:ext cx="9023416" cy="230832"/>
              <a:chOff x="587361" y="1240155"/>
              <a:chExt cx="9023416" cy="230832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587361" y="1240155"/>
                <a:ext cx="32387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No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187961" y="1240155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채널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835150" y="1240155"/>
                <a:ext cx="39267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FFFFFF"/>
                    </a:solidFill>
                    <a:latin typeface="+mn-ea"/>
                  </a:rPr>
                  <a:t>제목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6420361" y="1240155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첨부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7062325" y="1240155"/>
                <a:ext cx="6835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작성자(과)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8245423" y="1240155"/>
                <a:ext cx="50175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작성일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9109023" y="1240155"/>
                <a:ext cx="50175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조회수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546100" y="1422400"/>
              <a:ext cx="406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952500" y="1422400"/>
              <a:ext cx="863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816100" y="1422400"/>
              <a:ext cx="45720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835150" y="1446847"/>
              <a:ext cx="22772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[공지] 2026년도 상반기 홍보업무 협조 요청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388100" y="1422400"/>
              <a:ext cx="4572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438481" y="14288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845300" y="1422400"/>
              <a:ext cx="1117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44147" y="1441529"/>
              <a:ext cx="7199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962900" y="1422400"/>
              <a:ext cx="10668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136347" y="14353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1A1A1A"/>
                  </a:solidFill>
                  <a:latin typeface="+mn-ea"/>
                </a:rPr>
                <a:t>2026.05.20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029700" y="1422400"/>
              <a:ext cx="660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177549" y="14353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342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46100" y="1625600"/>
              <a:ext cx="406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52500" y="1625600"/>
              <a:ext cx="863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816100" y="1625600"/>
              <a:ext cx="45720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835150" y="1650047"/>
              <a:ext cx="21803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[공지] SNS 채널 운영 지침 업데이트 안내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388100" y="1625600"/>
              <a:ext cx="4572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529576" y="16817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845300" y="1625600"/>
              <a:ext cx="1117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80531" y="16447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962900" y="1625600"/>
              <a:ext cx="10668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136347" y="16385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2026.05.15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029700" y="1625600"/>
              <a:ext cx="660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177549" y="16385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218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46100" y="18288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952500" y="18288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816100" y="18288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835150" y="1853247"/>
              <a:ext cx="2053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6월 정례 대변인 협의회 자료 제출 안내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388100" y="18288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438481" y="18479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45300" y="18288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880532" y="18479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>
                  <a:solidFill>
                    <a:srgbClr val="1A1A1A"/>
                  </a:solidFill>
                  <a:latin typeface="+mn-ea"/>
                </a:rPr>
                <a:t>디지털소통정책과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962900" y="18288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136347" y="18417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2026.05.27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9029700" y="18288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209303" y="1841751"/>
              <a:ext cx="3011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47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46100" y="20320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952500" y="20320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816100" y="20320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835150" y="2056447"/>
              <a:ext cx="21318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F5CBF"/>
                  </a:solidFill>
                  <a:latin typeface="+mn-ea"/>
                </a:rPr>
                <a:t>디지털콘텐츠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계획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5월분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마감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공지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388100" y="20320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529576" y="20881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845300" y="20320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880531" y="20511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962900" y="20320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136347" y="20449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2026.05.26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9029700" y="20320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209303" y="2044951"/>
              <a:ext cx="3011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83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46100" y="22352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952500" y="22352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1816100" y="22352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835150" y="2259647"/>
              <a:ext cx="175007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Foreign Press Briefing 일정 안내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388100" y="22352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38481" y="22543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6845300" y="22352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880531" y="22543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해외미디어협력과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7962900" y="22352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36347" y="22481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2026.05.25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9029700" y="22352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9209303" y="2248151"/>
              <a:ext cx="3011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35</a:t>
              </a: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546100" y="24384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52500" y="24384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1816100" y="24384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835150" y="2462847"/>
              <a:ext cx="22166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대변인방 시스템 정기점검 안내 (5월 28일)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388100" y="24384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529576" y="24945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6845300" y="24384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044147" y="2457529"/>
              <a:ext cx="7199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소통협력과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7962900" y="24384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136347" y="24513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2026.05.23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029700" y="24384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9177549" y="24513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156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46100" y="26416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952500" y="26416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816100" y="26416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835150" y="2666047"/>
              <a:ext cx="182279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소통나눔방 시스템 개편 예정 안내</a:t>
              </a: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6388100" y="26416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529576" y="26977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6845300" y="26416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153223" y="2660729"/>
              <a:ext cx="5017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○○과</a:t>
              </a: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7962900" y="26416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8136347" y="26545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2026.05.22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9029700" y="26416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9177549" y="26545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289</a:t>
              </a: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546100" y="28448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952500" y="28448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98" name="그룹 297"/>
            <p:cNvGrpSpPr/>
            <p:nvPr/>
          </p:nvGrpSpPr>
          <p:grpSpPr>
            <a:xfrm>
              <a:off x="511842" y="1422400"/>
              <a:ext cx="1173111" cy="1653232"/>
              <a:chOff x="516605" y="1453197"/>
              <a:chExt cx="1173111" cy="1653232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516605" y="1453197"/>
                <a:ext cx="46539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[</a:t>
                </a:r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공지</a:t>
                </a:r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]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078885" y="14531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16605" y="1656397"/>
                <a:ext cx="46539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[공지]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078885" y="16563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66950" y="18595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125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1078885" y="18595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66950" y="20627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124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1078885" y="20627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66950" y="22659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123</a:t>
                </a: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1187961" y="2265997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외신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566950" y="24691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122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1078885" y="24691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566950" y="26723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121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1187961" y="2672397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전체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566950" y="28755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120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1078885" y="28755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</p:grpSp>
        <p:sp>
          <p:nvSpPr>
            <p:cNvPr id="159" name="Rectangle 158"/>
            <p:cNvSpPr/>
            <p:nvPr/>
          </p:nvSpPr>
          <p:spPr>
            <a:xfrm>
              <a:off x="1816100" y="28448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835150" y="2869247"/>
              <a:ext cx="18288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F5CBF"/>
                  </a:solidFill>
                  <a:latin typeface="+mn-ea"/>
                </a:rPr>
                <a:t>SNS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콘텐츠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게재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가이드라인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6388100" y="28448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6438481" y="28639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6845300" y="28448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880531" y="2863929"/>
              <a:ext cx="104713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962900" y="28448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8136347" y="28577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2026.05.20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9029700" y="28448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177549" y="28577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112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46100" y="3048000"/>
              <a:ext cx="9144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4205987" y="3086100"/>
              <a:ext cx="73202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CCCCCC"/>
                  </a:solidFill>
                  <a:latin typeface="+mn-ea"/>
                </a:rPr>
                <a:t>···  </a:t>
              </a:r>
              <a:r>
                <a:rPr sz="900" dirty="0" err="1">
                  <a:solidFill>
                    <a:srgbClr val="CCCCCC"/>
                  </a:solidFill>
                  <a:latin typeface="+mn-ea"/>
                </a:rPr>
                <a:t>중략</a:t>
              </a:r>
              <a:r>
                <a:rPr sz="900" dirty="0">
                  <a:solidFill>
                    <a:srgbClr val="CCCCCC"/>
                  </a:solidFill>
                  <a:latin typeface="+mn-ea"/>
                </a:rPr>
                <a:t>  ···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37465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744674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≪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40513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4049475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＜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4356100" y="3302000"/>
              <a:ext cx="279400" cy="2032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4376954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46609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4681755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2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49657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986555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3</a:t>
              </a: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52705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291355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4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55753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596153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5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58801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5878274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＞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61849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183074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≫</a:t>
              </a:r>
            </a:p>
          </p:txBody>
        </p:sp>
      </p:grpSp>
      <p:grpSp>
        <p:nvGrpSpPr>
          <p:cNvPr id="440" name="그룹 439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190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9779000" y="645668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페이지 정보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 ID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SCR-NEW-101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공지사항 목록 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&gt; 목록</a:t>
              </a: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779000" y="2322068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9779000" y="2552700"/>
              <a:ext cx="142859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탭(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PC용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필터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9779000" y="2705100"/>
              <a:ext cx="14221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검색창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키워드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9779000" y="2857500"/>
              <a:ext cx="185820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(Default)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기간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9779000" y="3009900"/>
              <a:ext cx="189026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기본Btn(사각형) — 검색/초기화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9779000" y="31623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표(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리스트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목록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9779000" y="33147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중략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생략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목록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생략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9779000" y="3467100"/>
              <a:ext cx="14029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페이지넘버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페이지형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</a:t>
              </a: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9779000" y="3655568"/>
              <a:ext cx="793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개선 포인트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9779000" y="3873500"/>
              <a:ext cx="16017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채널 필터로 3개 메뉴 통합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9779000" y="4025900"/>
              <a:ext cx="13516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전문 검색 (내용 포함)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9779000" y="41783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뱃지로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소속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시각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구분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9779000" y="4330700"/>
              <a:ext cx="15376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고정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행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배경색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강조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273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66" y="6642100"/>
              <a:ext cx="29065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10016776" y="6642100"/>
              <a:ext cx="213712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800" dirty="0">
                  <a:solidFill>
                    <a:srgbClr val="AABBCC"/>
                  </a:solidFill>
                  <a:latin typeface="+mn-ea"/>
                </a:rPr>
                <a:t>SCR-NEW-101  |  공지사항 목록 화면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" name="TextBox 5"/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49" name="모서리가 둥근 직사각형 448"/>
          <p:cNvSpPr/>
          <p:nvPr/>
        </p:nvSpPr>
        <p:spPr>
          <a:xfrm>
            <a:off x="12917" y="592475"/>
            <a:ext cx="4136244" cy="384626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451" name="모서리가 둥근 직사각형 450"/>
          <p:cNvSpPr/>
          <p:nvPr/>
        </p:nvSpPr>
        <p:spPr>
          <a:xfrm>
            <a:off x="69572" y="960325"/>
            <a:ext cx="8492543" cy="27940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453" name="모서리가 둥근 직사각형 452"/>
          <p:cNvSpPr/>
          <p:nvPr/>
        </p:nvSpPr>
        <p:spPr>
          <a:xfrm>
            <a:off x="594360" y="1849325"/>
            <a:ext cx="624840" cy="62255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30" name="그룹 329"/>
          <p:cNvGrpSpPr/>
          <p:nvPr/>
        </p:nvGrpSpPr>
        <p:grpSpPr>
          <a:xfrm>
            <a:off x="3990666" y="381701"/>
            <a:ext cx="216000" cy="216000"/>
            <a:chOff x="3966029" y="6357600"/>
            <a:chExt cx="216000" cy="216000"/>
          </a:xfrm>
        </p:grpSpPr>
        <p:sp>
          <p:nvSpPr>
            <p:cNvPr id="33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33" name="그룹 332"/>
          <p:cNvGrpSpPr/>
          <p:nvPr/>
        </p:nvGrpSpPr>
        <p:grpSpPr>
          <a:xfrm>
            <a:off x="8077514" y="769128"/>
            <a:ext cx="216000" cy="216000"/>
            <a:chOff x="3966029" y="6357600"/>
            <a:chExt cx="216000" cy="216000"/>
          </a:xfrm>
        </p:grpSpPr>
        <p:sp>
          <p:nvSpPr>
            <p:cNvPr id="33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336" name="그룹 335"/>
          <p:cNvGrpSpPr/>
          <p:nvPr/>
        </p:nvGrpSpPr>
        <p:grpSpPr>
          <a:xfrm>
            <a:off x="5873143" y="1462054"/>
            <a:ext cx="216000" cy="216000"/>
            <a:chOff x="3966029" y="6357600"/>
            <a:chExt cx="216000" cy="216000"/>
          </a:xfrm>
        </p:grpSpPr>
        <p:sp>
          <p:nvSpPr>
            <p:cNvPr id="33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39" name="그룹 338"/>
          <p:cNvGrpSpPr/>
          <p:nvPr/>
        </p:nvGrpSpPr>
        <p:grpSpPr>
          <a:xfrm>
            <a:off x="499960" y="1873772"/>
            <a:ext cx="216000" cy="216000"/>
            <a:chOff x="3966029" y="6357600"/>
            <a:chExt cx="216000" cy="216000"/>
          </a:xfrm>
        </p:grpSpPr>
        <p:sp>
          <p:nvSpPr>
            <p:cNvPr id="34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42" name="그룹 341"/>
          <p:cNvGrpSpPr/>
          <p:nvPr/>
        </p:nvGrpSpPr>
        <p:grpSpPr>
          <a:xfrm>
            <a:off x="1206238" y="2610959"/>
            <a:ext cx="216000" cy="216000"/>
            <a:chOff x="3966029" y="6357600"/>
            <a:chExt cx="216000" cy="216000"/>
          </a:xfrm>
        </p:grpSpPr>
        <p:sp>
          <p:nvSpPr>
            <p:cNvPr id="34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45" name="그룹 344"/>
          <p:cNvGrpSpPr/>
          <p:nvPr/>
        </p:nvGrpSpPr>
        <p:grpSpPr>
          <a:xfrm>
            <a:off x="3178374" y="3300895"/>
            <a:ext cx="216000" cy="216000"/>
            <a:chOff x="3966029" y="6357600"/>
            <a:chExt cx="216000" cy="216000"/>
          </a:xfrm>
        </p:grpSpPr>
        <p:sp>
          <p:nvSpPr>
            <p:cNvPr id="34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54" name="Rectangle 45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TextBox 45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8093C78B-E6D9-0571-0FBB-82E44F9B8269}"/>
              </a:ext>
            </a:extLst>
          </p:cNvPr>
          <p:cNvGrpSpPr/>
          <p:nvPr/>
        </p:nvGrpSpPr>
        <p:grpSpPr>
          <a:xfrm>
            <a:off x="68755" y="-1737070"/>
            <a:ext cx="388800" cy="165600"/>
            <a:chOff x="-6196500" y="784788"/>
            <a:chExt cx="388800" cy="165600"/>
          </a:xfrm>
        </p:grpSpPr>
        <p:sp>
          <p:nvSpPr>
            <p:cNvPr id="457" name="Oval 468">
              <a:extLst>
                <a:ext uri="{FF2B5EF4-FFF2-40B4-BE49-F238E27FC236}">
                  <a16:creationId xmlns:a16="http://schemas.microsoft.com/office/drawing/2014/main" id="{6A8849D9-1B7F-491B-D7BF-43935A22B10F}"/>
                </a:ext>
              </a:extLst>
            </p:cNvPr>
            <p:cNvSpPr/>
            <p:nvPr/>
          </p:nvSpPr>
          <p:spPr>
            <a:xfrm>
              <a:off x="-6084900" y="7847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4BB7B42D-2A5A-E084-7868-6D9C3360D33E}"/>
                </a:ext>
              </a:extLst>
            </p:cNvPr>
            <p:cNvSpPr txBox="1"/>
            <p:nvPr/>
          </p:nvSpPr>
          <p:spPr>
            <a:xfrm>
              <a:off x="-6196500" y="7847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1</a:t>
              </a:r>
            </a:p>
          </p:txBody>
        </p:sp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800DE88B-586C-A6DA-1E69-9D9503165AF0}"/>
              </a:ext>
            </a:extLst>
          </p:cNvPr>
          <p:cNvGrpSpPr/>
          <p:nvPr/>
        </p:nvGrpSpPr>
        <p:grpSpPr>
          <a:xfrm>
            <a:off x="68755" y="-1470670"/>
            <a:ext cx="388800" cy="165600"/>
            <a:chOff x="-6196500" y="1051188"/>
            <a:chExt cx="388800" cy="165600"/>
          </a:xfrm>
        </p:grpSpPr>
        <p:sp>
          <p:nvSpPr>
            <p:cNvPr id="459" name="Oval 474">
              <a:extLst>
                <a:ext uri="{FF2B5EF4-FFF2-40B4-BE49-F238E27FC236}">
                  <a16:creationId xmlns:a16="http://schemas.microsoft.com/office/drawing/2014/main" id="{5C6FAC2D-7589-DCB6-ECE6-202DB3770288}"/>
                </a:ext>
              </a:extLst>
            </p:cNvPr>
            <p:cNvSpPr/>
            <p:nvPr/>
          </p:nvSpPr>
          <p:spPr>
            <a:xfrm>
              <a:off x="-6084900" y="10511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D359FD80-ACEB-82DB-70F3-0589F70C4CAA}"/>
                </a:ext>
              </a:extLst>
            </p:cNvPr>
            <p:cNvSpPr txBox="1"/>
            <p:nvPr/>
          </p:nvSpPr>
          <p:spPr>
            <a:xfrm>
              <a:off x="-6196500" y="10511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2</a:t>
              </a:r>
            </a:p>
          </p:txBody>
        </p: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A70892D0-2A5B-3157-C9CF-3ACA950DC5EC}"/>
              </a:ext>
            </a:extLst>
          </p:cNvPr>
          <p:cNvGrpSpPr/>
          <p:nvPr/>
        </p:nvGrpSpPr>
        <p:grpSpPr>
          <a:xfrm>
            <a:off x="68755" y="-1204270"/>
            <a:ext cx="388800" cy="165600"/>
            <a:chOff x="-6196500" y="1317588"/>
            <a:chExt cx="388800" cy="165600"/>
          </a:xfrm>
        </p:grpSpPr>
        <p:sp>
          <p:nvSpPr>
            <p:cNvPr id="461" name="Oval 480">
              <a:extLst>
                <a:ext uri="{FF2B5EF4-FFF2-40B4-BE49-F238E27FC236}">
                  <a16:creationId xmlns:a16="http://schemas.microsoft.com/office/drawing/2014/main" id="{01F00599-6DAD-3315-026F-89956787830F}"/>
                </a:ext>
              </a:extLst>
            </p:cNvPr>
            <p:cNvSpPr/>
            <p:nvPr/>
          </p:nvSpPr>
          <p:spPr>
            <a:xfrm>
              <a:off x="-6084900" y="13175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E0D82397-B95C-2D89-EEE9-45C53B938371}"/>
                </a:ext>
              </a:extLst>
            </p:cNvPr>
            <p:cNvSpPr txBox="1"/>
            <p:nvPr/>
          </p:nvSpPr>
          <p:spPr>
            <a:xfrm>
              <a:off x="-6196500" y="13175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3</a:t>
              </a: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300F1A01-62CA-4D20-3532-3D9095620361}"/>
              </a:ext>
            </a:extLst>
          </p:cNvPr>
          <p:cNvGrpSpPr/>
          <p:nvPr/>
        </p:nvGrpSpPr>
        <p:grpSpPr>
          <a:xfrm>
            <a:off x="68755" y="-937870"/>
            <a:ext cx="388800" cy="165600"/>
            <a:chOff x="-6196500" y="1583988"/>
            <a:chExt cx="388800" cy="165600"/>
          </a:xfrm>
        </p:grpSpPr>
        <p:sp>
          <p:nvSpPr>
            <p:cNvPr id="463" name="Oval 486">
              <a:extLst>
                <a:ext uri="{FF2B5EF4-FFF2-40B4-BE49-F238E27FC236}">
                  <a16:creationId xmlns:a16="http://schemas.microsoft.com/office/drawing/2014/main" id="{83410682-C92A-E58E-8890-D95810BA7F5A}"/>
                </a:ext>
              </a:extLst>
            </p:cNvPr>
            <p:cNvSpPr/>
            <p:nvPr/>
          </p:nvSpPr>
          <p:spPr>
            <a:xfrm>
              <a:off x="-6084900" y="15839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CAD04B5C-0402-35CC-9497-9C2A1E88BC50}"/>
                </a:ext>
              </a:extLst>
            </p:cNvPr>
            <p:cNvSpPr txBox="1"/>
            <p:nvPr/>
          </p:nvSpPr>
          <p:spPr>
            <a:xfrm>
              <a:off x="-6196500" y="15839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4</a:t>
              </a:r>
            </a:p>
          </p:txBody>
        </p:sp>
      </p:grpSp>
      <p:grpSp>
        <p:nvGrpSpPr>
          <p:cNvPr id="478" name="그룹 477">
            <a:extLst>
              <a:ext uri="{FF2B5EF4-FFF2-40B4-BE49-F238E27FC236}">
                <a16:creationId xmlns:a16="http://schemas.microsoft.com/office/drawing/2014/main" id="{30BB8385-57A4-1D86-98BC-250495CD6057}"/>
              </a:ext>
            </a:extLst>
          </p:cNvPr>
          <p:cNvGrpSpPr/>
          <p:nvPr/>
        </p:nvGrpSpPr>
        <p:grpSpPr>
          <a:xfrm>
            <a:off x="68755" y="-671470"/>
            <a:ext cx="388800" cy="165600"/>
            <a:chOff x="-6196500" y="1850388"/>
            <a:chExt cx="388800" cy="165600"/>
          </a:xfrm>
        </p:grpSpPr>
        <p:sp>
          <p:nvSpPr>
            <p:cNvPr id="465" name="Oval 492">
              <a:extLst>
                <a:ext uri="{FF2B5EF4-FFF2-40B4-BE49-F238E27FC236}">
                  <a16:creationId xmlns:a16="http://schemas.microsoft.com/office/drawing/2014/main" id="{5D81B02F-BF66-F4E5-C820-2112CDDDC1B5}"/>
                </a:ext>
              </a:extLst>
            </p:cNvPr>
            <p:cNvSpPr/>
            <p:nvPr/>
          </p:nvSpPr>
          <p:spPr>
            <a:xfrm>
              <a:off x="-6084900" y="18503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781097C8-5ADB-3C37-53A0-FCDDD2F72C2C}"/>
                </a:ext>
              </a:extLst>
            </p:cNvPr>
            <p:cNvSpPr txBox="1"/>
            <p:nvPr/>
          </p:nvSpPr>
          <p:spPr>
            <a:xfrm>
              <a:off x="-6196500" y="18503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5</a:t>
              </a:r>
            </a:p>
          </p:txBody>
        </p:sp>
      </p:grp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A0B40DDB-63E2-BB00-09C3-867BE4779F7F}"/>
              </a:ext>
            </a:extLst>
          </p:cNvPr>
          <p:cNvGrpSpPr/>
          <p:nvPr/>
        </p:nvGrpSpPr>
        <p:grpSpPr>
          <a:xfrm>
            <a:off x="508605" y="-1737070"/>
            <a:ext cx="388800" cy="165600"/>
            <a:chOff x="-6201094" y="2116788"/>
            <a:chExt cx="388800" cy="165600"/>
          </a:xfrm>
        </p:grpSpPr>
        <p:sp>
          <p:nvSpPr>
            <p:cNvPr id="467" name="Oval 492">
              <a:extLst>
                <a:ext uri="{FF2B5EF4-FFF2-40B4-BE49-F238E27FC236}">
                  <a16:creationId xmlns:a16="http://schemas.microsoft.com/office/drawing/2014/main" id="{0DEEA03A-702E-F976-D482-4EC2CBDEBA39}"/>
                </a:ext>
              </a:extLst>
            </p:cNvPr>
            <p:cNvSpPr/>
            <p:nvPr/>
          </p:nvSpPr>
          <p:spPr>
            <a:xfrm>
              <a:off x="-6089494" y="21167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D04AB2A2-80BF-8A1A-5B22-CEDE673EC6F6}"/>
                </a:ext>
              </a:extLst>
            </p:cNvPr>
            <p:cNvSpPr txBox="1"/>
            <p:nvPr/>
          </p:nvSpPr>
          <p:spPr>
            <a:xfrm>
              <a:off x="-6201094" y="2130338"/>
              <a:ext cx="388800" cy="138499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oto Sans KR"/>
                </a:rPr>
                <a:t>6</a:t>
              </a:r>
              <a:endParaRPr sz="900" b="1" dirty="0">
                <a:solidFill>
                  <a:srgbClr val="FFFFFF"/>
                </a:solidFill>
                <a:latin typeface="Noto Sans KR"/>
              </a:endParaRPr>
            </a:p>
          </p:txBody>
        </p:sp>
      </p:grpSp>
      <p:grpSp>
        <p:nvGrpSpPr>
          <p:cNvPr id="479" name="그룹 478">
            <a:extLst>
              <a:ext uri="{FF2B5EF4-FFF2-40B4-BE49-F238E27FC236}">
                <a16:creationId xmlns:a16="http://schemas.microsoft.com/office/drawing/2014/main" id="{E555928F-640E-F16E-FB4B-C3839EBA3D42}"/>
              </a:ext>
            </a:extLst>
          </p:cNvPr>
          <p:cNvGrpSpPr/>
          <p:nvPr/>
        </p:nvGrpSpPr>
        <p:grpSpPr>
          <a:xfrm>
            <a:off x="508605" y="-1470670"/>
            <a:ext cx="388800" cy="165600"/>
            <a:chOff x="-5756650" y="1051188"/>
            <a:chExt cx="388800" cy="165600"/>
          </a:xfrm>
        </p:grpSpPr>
        <p:sp>
          <p:nvSpPr>
            <p:cNvPr id="469" name="Oval 492">
              <a:extLst>
                <a:ext uri="{FF2B5EF4-FFF2-40B4-BE49-F238E27FC236}">
                  <a16:creationId xmlns:a16="http://schemas.microsoft.com/office/drawing/2014/main" id="{110C7619-F196-9E5E-DB88-1ACDC7B724E4}"/>
                </a:ext>
              </a:extLst>
            </p:cNvPr>
            <p:cNvSpPr/>
            <p:nvPr/>
          </p:nvSpPr>
          <p:spPr>
            <a:xfrm>
              <a:off x="-5645050" y="10511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DA2E6346-4FD9-3FCB-E3E4-378A3D1A0970}"/>
                </a:ext>
              </a:extLst>
            </p:cNvPr>
            <p:cNvSpPr txBox="1"/>
            <p:nvPr/>
          </p:nvSpPr>
          <p:spPr>
            <a:xfrm>
              <a:off x="-5756650" y="1064738"/>
              <a:ext cx="388800" cy="138499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oto Sans KR"/>
                </a:rPr>
                <a:t>7</a:t>
              </a:r>
              <a:endParaRPr sz="900" b="1" dirty="0">
                <a:solidFill>
                  <a:srgbClr val="FFFFFF"/>
                </a:solidFill>
                <a:latin typeface="Noto Sans KR"/>
              </a:endParaRPr>
            </a:p>
          </p:txBody>
        </p:sp>
      </p:grpSp>
      <p:grpSp>
        <p:nvGrpSpPr>
          <p:cNvPr id="480" name="그룹 479">
            <a:extLst>
              <a:ext uri="{FF2B5EF4-FFF2-40B4-BE49-F238E27FC236}">
                <a16:creationId xmlns:a16="http://schemas.microsoft.com/office/drawing/2014/main" id="{F920FFC8-AA88-C617-2F60-CDB7CF5A31E9}"/>
              </a:ext>
            </a:extLst>
          </p:cNvPr>
          <p:cNvGrpSpPr/>
          <p:nvPr/>
        </p:nvGrpSpPr>
        <p:grpSpPr>
          <a:xfrm>
            <a:off x="517980" y="-1204270"/>
            <a:ext cx="388800" cy="165600"/>
            <a:chOff x="-5747275" y="1317588"/>
            <a:chExt cx="388800" cy="165600"/>
          </a:xfrm>
        </p:grpSpPr>
        <p:sp>
          <p:nvSpPr>
            <p:cNvPr id="472" name="Oval 492">
              <a:extLst>
                <a:ext uri="{FF2B5EF4-FFF2-40B4-BE49-F238E27FC236}">
                  <a16:creationId xmlns:a16="http://schemas.microsoft.com/office/drawing/2014/main" id="{A1A6B98A-E1E7-0ABF-97C0-38EA97B6B2F3}"/>
                </a:ext>
              </a:extLst>
            </p:cNvPr>
            <p:cNvSpPr/>
            <p:nvPr/>
          </p:nvSpPr>
          <p:spPr>
            <a:xfrm>
              <a:off x="-5635675" y="13175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386E9080-896C-060D-6346-1D9C5BA92EC6}"/>
                </a:ext>
              </a:extLst>
            </p:cNvPr>
            <p:cNvSpPr txBox="1"/>
            <p:nvPr/>
          </p:nvSpPr>
          <p:spPr>
            <a:xfrm>
              <a:off x="-5747275" y="1331138"/>
              <a:ext cx="388800" cy="138499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oto Sans KR"/>
                </a:rPr>
                <a:t>8</a:t>
              </a:r>
              <a:endParaRPr sz="900" b="1" dirty="0">
                <a:solidFill>
                  <a:srgbClr val="FFFFFF"/>
                </a:solidFill>
                <a:latin typeface="Noto Sans KR"/>
              </a:endParaRPr>
            </a:p>
          </p:txBody>
        </p:sp>
      </p:grp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5092D874-0A3D-67E2-1A6B-C403B8EB3338}"/>
              </a:ext>
            </a:extLst>
          </p:cNvPr>
          <p:cNvGrpSpPr/>
          <p:nvPr/>
        </p:nvGrpSpPr>
        <p:grpSpPr>
          <a:xfrm>
            <a:off x="-28541" y="5030280"/>
            <a:ext cx="12220541" cy="1574800"/>
            <a:chOff x="-28541" y="5030280"/>
            <a:chExt cx="12220541" cy="1574800"/>
          </a:xfrm>
        </p:grpSpPr>
        <p:grpSp>
          <p:nvGrpSpPr>
            <p:cNvPr id="446" name="그룹 445"/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216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223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9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1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3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7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1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3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5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7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9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1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3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5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7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1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3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5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7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9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1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299" name="그룹 298"/>
              <p:cNvGrpSpPr/>
              <p:nvPr/>
            </p:nvGrpSpPr>
            <p:grpSpPr>
              <a:xfrm>
                <a:off x="635723" y="5195570"/>
                <a:ext cx="8827440" cy="1295409"/>
                <a:chOff x="635723" y="5227320"/>
                <a:chExt cx="8827440" cy="1295409"/>
              </a:xfrm>
            </p:grpSpPr>
            <p:sp>
              <p:nvSpPr>
                <p:cNvPr id="226" name="TextBox 225"/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228" name="TextBox 227"/>
                <p:cNvSpPr txBox="1"/>
                <p:nvPr/>
              </p:nvSpPr>
              <p:spPr>
                <a:xfrm>
                  <a:off x="920750" y="5275897"/>
                  <a:ext cx="345729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필터 탭 클릭 — 해당 채널의 공지사항만 필터링하여 목록 표시</a:t>
                  </a:r>
                </a:p>
              </p:txBody>
            </p:sp>
            <p:sp>
              <p:nvSpPr>
                <p:cNvPr id="230" name="TextBox 229"/>
                <p:cNvSpPr txBox="1"/>
                <p:nvPr/>
              </p:nvSpPr>
              <p:spPr>
                <a:xfrm>
                  <a:off x="6799339" y="5275897"/>
                  <a:ext cx="90472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탭 클릭 (Click)</a:t>
                  </a:r>
                </a:p>
              </p:txBody>
            </p:sp>
            <p:sp>
              <p:nvSpPr>
                <p:cNvPr id="232" name="TextBox 231"/>
                <p:cNvSpPr txBox="1"/>
                <p:nvPr/>
              </p:nvSpPr>
              <p:spPr>
                <a:xfrm>
                  <a:off x="7842250" y="5275897"/>
                  <a:ext cx="114957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활성</a:t>
                  </a:r>
                  <a:r>
                    <a:rPr sz="900" dirty="0">
                      <a:latin typeface="+mn-ea"/>
                    </a:rPr>
                    <a:t> 탭 </a:t>
                  </a:r>
                  <a:r>
                    <a:rPr sz="900" dirty="0" err="1">
                      <a:latin typeface="+mn-ea"/>
                    </a:rPr>
                    <a:t>스타일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변경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236" name="TextBox 235"/>
                <p:cNvSpPr txBox="1"/>
                <p:nvPr/>
              </p:nvSpPr>
              <p:spPr>
                <a:xfrm>
                  <a:off x="920750" y="5479097"/>
                  <a:ext cx="43601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분류·기간 드롭박스 + 키워드 입력 후 [검색] — 전문 검색(제목·내용·작성자) 결과 표시</a:t>
                  </a:r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6744246" y="54790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240" name="TextBox 239"/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빈 검색 시 전체 목록 반환</a:t>
                  </a:r>
                </a:p>
              </p:txBody>
            </p:sp>
            <p:sp>
              <p:nvSpPr>
                <p:cNvPr id="244" name="TextBox 243"/>
                <p:cNvSpPr txBox="1"/>
                <p:nvPr/>
              </p:nvSpPr>
              <p:spPr>
                <a:xfrm>
                  <a:off x="920750" y="5682297"/>
                  <a:ext cx="40479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공지 고정 행 — [공지] 태그 + 배경색으로 일반 게시물과 구분, 목록 최상단 고정</a:t>
                  </a:r>
                </a:p>
              </p:txBody>
            </p:sp>
            <p:sp>
              <p:nvSpPr>
                <p:cNvPr id="246" name="TextBox 245"/>
                <p:cNvSpPr txBox="1"/>
                <p:nvPr/>
              </p:nvSpPr>
              <p:spPr>
                <a:xfrm>
                  <a:off x="6808520" y="56822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842250" y="5682297"/>
                  <a:ext cx="162091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고정 해제는 관리자 전용 기능</a:t>
                  </a:r>
                </a:p>
              </p:txBody>
            </p:sp>
            <p:sp>
              <p:nvSpPr>
                <p:cNvPr id="252" name="TextBox 251"/>
                <p:cNvSpPr txBox="1"/>
                <p:nvPr/>
              </p:nvSpPr>
              <p:spPr>
                <a:xfrm>
                  <a:off x="920750" y="5885497"/>
                  <a:ext cx="391027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뱃지 — 행별 채널(대변인방·온라인방·외신·전체) 색상 코드로 시각 구분</a:t>
                  </a:r>
                </a:p>
              </p:txBody>
            </p:sp>
            <p:sp>
              <p:nvSpPr>
                <p:cNvPr id="254" name="TextBox 253"/>
                <p:cNvSpPr txBox="1"/>
                <p:nvPr/>
              </p:nvSpPr>
              <p:spPr>
                <a:xfrm>
                  <a:off x="6808519" y="58854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256" name="TextBox 255"/>
                <p:cNvSpPr txBox="1"/>
                <p:nvPr/>
              </p:nvSpPr>
              <p:spPr>
                <a:xfrm>
                  <a:off x="7842250" y="5885497"/>
                  <a:ext cx="154133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전체 채널 필터 시 항상 노출</a:t>
                  </a:r>
                </a:p>
              </p:txBody>
            </p:sp>
            <p:sp>
              <p:nvSpPr>
                <p:cNvPr id="260" name="TextBox 259"/>
                <p:cNvSpPr txBox="1"/>
                <p:nvPr/>
              </p:nvSpPr>
              <p:spPr>
                <a:xfrm>
                  <a:off x="920750" y="6088697"/>
                  <a:ext cx="30838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제목 클릭 → 공지사항 상세 보기 화면(SCR-NEW-103) 이동</a:t>
                  </a:r>
                </a:p>
              </p:txBody>
            </p:sp>
            <p:sp>
              <p:nvSpPr>
                <p:cNvPr id="262" name="TextBox 261"/>
                <p:cNvSpPr txBox="1"/>
                <p:nvPr/>
              </p:nvSpPr>
              <p:spPr>
                <a:xfrm>
                  <a:off x="6762610" y="6088697"/>
                  <a:ext cx="9781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링크 클릭 (Link)</a:t>
                  </a:r>
                </a:p>
              </p:txBody>
            </p:sp>
            <p:sp>
              <p:nvSpPr>
                <p:cNvPr id="264" name="TextBox 263"/>
                <p:cNvSpPr txBox="1"/>
                <p:nvPr/>
              </p:nvSpPr>
              <p:spPr>
                <a:xfrm>
                  <a:off x="7842250" y="6088697"/>
                  <a:ext cx="139442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현재 탭 이동 (새 탭 아님)</a:t>
                  </a:r>
                </a:p>
              </p:txBody>
            </p:sp>
            <p:sp>
              <p:nvSpPr>
                <p:cNvPr id="268" name="TextBox 267"/>
                <p:cNvSpPr txBox="1"/>
                <p:nvPr/>
              </p:nvSpPr>
              <p:spPr>
                <a:xfrm>
                  <a:off x="920750" y="6291897"/>
                  <a:ext cx="29247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페이지네이션 클릭 — 해당 페이지의 공지사항 목록 로드</a:t>
                  </a:r>
                </a:p>
              </p:txBody>
            </p:sp>
            <p:sp>
              <p:nvSpPr>
                <p:cNvPr id="270" name="TextBox 269"/>
                <p:cNvSpPr txBox="1"/>
                <p:nvPr/>
              </p:nvSpPr>
              <p:spPr>
                <a:xfrm>
                  <a:off x="6744247" y="62918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272" name="TextBox 271"/>
                <p:cNvSpPr txBox="1"/>
                <p:nvPr/>
              </p:nvSpPr>
              <p:spPr>
                <a:xfrm>
                  <a:off x="7842250" y="62918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기본</a:t>
                  </a:r>
                  <a:r>
                    <a:rPr sz="900" dirty="0">
                      <a:latin typeface="+mn-ea"/>
                    </a:rPr>
                    <a:t> 10건/</a:t>
                  </a:r>
                  <a:r>
                    <a:rPr sz="900" dirty="0" err="1">
                      <a:latin typeface="+mn-ea"/>
                    </a:rPr>
                    <a:t>페이지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4318524-BA9A-366B-DCF5-74BEE1796C30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482" name="그룹 481">
                <a:extLst>
                  <a:ext uri="{FF2B5EF4-FFF2-40B4-BE49-F238E27FC236}">
                    <a16:creationId xmlns:a16="http://schemas.microsoft.com/office/drawing/2014/main" id="{C5A0B109-801A-0EBD-6373-44BCE21649A4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483" name="Oval 468">
                  <a:extLst>
                    <a:ext uri="{FF2B5EF4-FFF2-40B4-BE49-F238E27FC236}">
                      <a16:creationId xmlns:a16="http://schemas.microsoft.com/office/drawing/2014/main" id="{5BBBE7BE-FBFB-E4FA-D15D-2D82B81C4664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4C922C5-94A1-CB21-D1D8-679F79272822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500" name="그룹 499">
                <a:extLst>
                  <a:ext uri="{FF2B5EF4-FFF2-40B4-BE49-F238E27FC236}">
                    <a16:creationId xmlns:a16="http://schemas.microsoft.com/office/drawing/2014/main" id="{747750C0-4556-1F48-6C69-C65BAD4CA602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501" name="Oval 474">
                  <a:extLst>
                    <a:ext uri="{FF2B5EF4-FFF2-40B4-BE49-F238E27FC236}">
                      <a16:creationId xmlns:a16="http://schemas.microsoft.com/office/drawing/2014/main" id="{BF53FBA8-EBCC-935C-13E4-68A7A4FC34DE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0C2CC2B2-98BA-E19C-67D6-E606B76CB33D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503" name="그룹 502">
                <a:extLst>
                  <a:ext uri="{FF2B5EF4-FFF2-40B4-BE49-F238E27FC236}">
                    <a16:creationId xmlns:a16="http://schemas.microsoft.com/office/drawing/2014/main" id="{00B0EEB4-F173-A1D5-3871-E93913551B27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504" name="Oval 480">
                  <a:extLst>
                    <a:ext uri="{FF2B5EF4-FFF2-40B4-BE49-F238E27FC236}">
                      <a16:creationId xmlns:a16="http://schemas.microsoft.com/office/drawing/2014/main" id="{AE21127B-CD1E-629A-6A1B-50B498D7E144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DB51DC74-6857-BA10-24F7-AFE3FA279222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506" name="그룹 505">
                <a:extLst>
                  <a:ext uri="{FF2B5EF4-FFF2-40B4-BE49-F238E27FC236}">
                    <a16:creationId xmlns:a16="http://schemas.microsoft.com/office/drawing/2014/main" id="{A799D09F-F5F5-35B3-48B4-7C752319407C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507" name="Oval 486">
                  <a:extLst>
                    <a:ext uri="{FF2B5EF4-FFF2-40B4-BE49-F238E27FC236}">
                      <a16:creationId xmlns:a16="http://schemas.microsoft.com/office/drawing/2014/main" id="{6D1DA1EB-BA1C-83F3-6D79-B163347BC8A7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F37D908-3D12-A0D3-BD39-C7BAA2F4A234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509" name="그룹 508">
                <a:extLst>
                  <a:ext uri="{FF2B5EF4-FFF2-40B4-BE49-F238E27FC236}">
                    <a16:creationId xmlns:a16="http://schemas.microsoft.com/office/drawing/2014/main" id="{20949559-8936-A280-C613-A332955F30EB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510" name="Oval 492">
                  <a:extLst>
                    <a:ext uri="{FF2B5EF4-FFF2-40B4-BE49-F238E27FC236}">
                      <a16:creationId xmlns:a16="http://schemas.microsoft.com/office/drawing/2014/main" id="{92CD529A-E2C8-DF2F-1F56-3067D37F9E2F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1D291298-E292-23CE-0FC1-7CB0B428A63B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41F16865-76CA-8EA5-58C1-09A39876EC2B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97" name="Oval 492">
                  <a:extLst>
                    <a:ext uri="{FF2B5EF4-FFF2-40B4-BE49-F238E27FC236}">
                      <a16:creationId xmlns:a16="http://schemas.microsoft.com/office/drawing/2014/main" id="{8CE3E877-EA71-20B9-A34E-8CB507BF54CD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7953378-B386-DD63-C230-0DF5ED440C20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84194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440" name="그룹 439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190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9779000" y="654812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779000" y="2331212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446" name="그룹 445"/>
          <p:cNvGrpSpPr/>
          <p:nvPr/>
        </p:nvGrpSpPr>
        <p:grpSpPr>
          <a:xfrm>
            <a:off x="-28541" y="5029645"/>
            <a:ext cx="12220541" cy="1575435"/>
            <a:chOff x="525572" y="5015865"/>
            <a:chExt cx="11666428" cy="1575435"/>
          </a:xfrm>
        </p:grpSpPr>
        <p:sp>
          <p:nvSpPr>
            <p:cNvPr id="216" name="Rectangle 215"/>
            <p:cNvSpPr/>
            <p:nvPr/>
          </p:nvSpPr>
          <p:spPr>
            <a:xfrm>
              <a:off x="546100" y="5016500"/>
              <a:ext cx="11645900" cy="157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546100" y="5016500"/>
              <a:ext cx="3556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525572" y="5015865"/>
              <a:ext cx="3966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번호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901700" y="5016500"/>
              <a:ext cx="57785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3562016" y="501586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설  명</a:t>
              </a:r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680200" y="5016500"/>
              <a:ext cx="11430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6872793" y="5015865"/>
              <a:ext cx="757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이벤트 타입</a:t>
              </a: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7823200" y="5016500"/>
              <a:ext cx="43688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9778665" y="501586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+mn-ea"/>
                </a:rPr>
                <a:t>비  고</a:t>
              </a: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546100" y="5219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901700" y="5219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6680200" y="5219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7823200" y="5219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46100" y="54229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901700" y="54229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6680200" y="54229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7823200" y="54229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546100" y="56261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901700" y="56261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680200" y="56261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7823200" y="56261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546100" y="58293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901700" y="58293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6680200" y="58293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23200" y="58293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546100" y="60325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901700" y="60325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6680200" y="60325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7823200" y="60325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546100" y="6235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901700" y="6235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6680200" y="6235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7823200" y="6235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273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453642" y="1848280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C00000"/>
                </a:solidFill>
                <a:latin typeface="+mn-ea"/>
              </a:rPr>
              <a:t>④</a:t>
            </a:r>
          </a:p>
        </p:txBody>
      </p:sp>
      <p:grpSp>
        <p:nvGrpSpPr>
          <p:cNvPr id="296" name="그룹 295"/>
          <p:cNvGrpSpPr/>
          <p:nvPr/>
        </p:nvGrpSpPr>
        <p:grpSpPr>
          <a:xfrm>
            <a:off x="9266" y="368300"/>
            <a:ext cx="12144634" cy="261610"/>
            <a:chOff x="660400" y="368300"/>
            <a:chExt cx="11493500" cy="261610"/>
          </a:xfrm>
        </p:grpSpPr>
        <p:sp>
          <p:nvSpPr>
            <p:cNvPr id="297" name="TextBox 296"/>
            <p:cNvSpPr txBox="1"/>
            <p:nvPr/>
          </p:nvSpPr>
          <p:spPr>
            <a:xfrm>
              <a:off x="660400" y="368300"/>
              <a:ext cx="150219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공지사항  &gt;  등록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10443872" y="381000"/>
              <a:ext cx="17100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공지사항  &gt;  등록</a:t>
              </a: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-3177" y="638949"/>
            <a:ext cx="9693277" cy="4391332"/>
            <a:chOff x="-19565" y="614522"/>
            <a:chExt cx="9696535" cy="4394732"/>
          </a:xfrm>
        </p:grpSpPr>
        <p:sp>
          <p:nvSpPr>
            <p:cNvPr id="18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grpSp>
          <p:nvGrpSpPr>
            <p:cNvPr id="303" name="그룹 302"/>
            <p:cNvGrpSpPr/>
            <p:nvPr/>
          </p:nvGrpSpPr>
          <p:grpSpPr>
            <a:xfrm>
              <a:off x="-17077" y="618399"/>
              <a:ext cx="9694047" cy="265624"/>
              <a:chOff x="546100" y="641178"/>
              <a:chExt cx="9144000" cy="265624"/>
            </a:xfrm>
          </p:grpSpPr>
          <p:sp>
            <p:nvSpPr>
              <p:cNvPr id="304" name="Rectangle 18"/>
              <p:cNvSpPr/>
              <p:nvPr/>
            </p:nvSpPr>
            <p:spPr>
              <a:xfrm>
                <a:off x="546100" y="641178"/>
                <a:ext cx="91440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660400" y="660390"/>
                <a:ext cx="933549" cy="246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dirty="0" err="1">
                    <a:solidFill>
                      <a:srgbClr val="FFFFFF"/>
                    </a:solidFill>
                    <a:latin typeface="+mn-ea"/>
                  </a:rPr>
                  <a:t>공지사항</a:t>
                </a:r>
                <a:r>
                  <a:rPr sz="10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dirty="0" err="1">
                    <a:solidFill>
                      <a:srgbClr val="FFFFFF"/>
                    </a:solidFill>
                    <a:latin typeface="+mn-ea"/>
                  </a:rPr>
                  <a:t>등록</a:t>
                </a:r>
                <a:endParaRPr sz="10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8624671" y="666745"/>
                <a:ext cx="1027329" cy="2310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sz="900" dirty="0">
                    <a:solidFill>
                      <a:srgbClr val="FFCCCC"/>
                    </a:solidFill>
                    <a:latin typeface="+mn-ea"/>
                  </a:rPr>
                  <a:t>＊ </a:t>
                </a:r>
                <a:r>
                  <a:rPr sz="900" dirty="0" err="1">
                    <a:solidFill>
                      <a:srgbClr val="FFCCCC"/>
                    </a:solidFill>
                    <a:latin typeface="+mn-ea"/>
                  </a:rPr>
                  <a:t>필수</a:t>
                </a:r>
                <a:r>
                  <a:rPr sz="900" dirty="0">
                    <a:solidFill>
                      <a:srgbClr val="FFCCCC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CCCC"/>
                    </a:solidFill>
                    <a:latin typeface="+mn-ea"/>
                  </a:rPr>
                  <a:t>입력</a:t>
                </a:r>
                <a:r>
                  <a:rPr sz="900" dirty="0">
                    <a:solidFill>
                      <a:srgbClr val="FFCCCC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CCCC"/>
                    </a:solidFill>
                    <a:latin typeface="+mn-ea"/>
                  </a:rPr>
                  <a:t>항목</a:t>
                </a:r>
                <a:endParaRPr sz="900" dirty="0">
                  <a:solidFill>
                    <a:srgbClr val="FFCCCC"/>
                  </a:solidFill>
                  <a:latin typeface="+mn-ea"/>
                </a:endParaRPr>
              </a:p>
            </p:txBody>
          </p:sp>
        </p:grpSp>
        <p:sp>
          <p:nvSpPr>
            <p:cNvPr id="449" name="모서리가 둥근 직사각형 448"/>
            <p:cNvSpPr/>
            <p:nvPr/>
          </p:nvSpPr>
          <p:spPr>
            <a:xfrm>
              <a:off x="1687233" y="839766"/>
              <a:ext cx="3164709" cy="358341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latin typeface="+mn-ea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>
            <a:off x="12916" y="899653"/>
            <a:ext cx="1658721" cy="3387504"/>
            <a:chOff x="787400" y="893805"/>
            <a:chExt cx="1524000" cy="3257257"/>
          </a:xfrm>
        </p:grpSpPr>
        <p:sp>
          <p:nvSpPr>
            <p:cNvPr id="308" name="Rectangle 21"/>
            <p:cNvSpPr/>
            <p:nvPr/>
          </p:nvSpPr>
          <p:spPr>
            <a:xfrm>
              <a:off x="787400" y="8938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825500" y="957305"/>
              <a:ext cx="623292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대상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채널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310" name="Rectangle 29"/>
            <p:cNvSpPr/>
            <p:nvPr/>
          </p:nvSpPr>
          <p:spPr>
            <a:xfrm>
              <a:off x="787400" y="11986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825500" y="1262105"/>
              <a:ext cx="381751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분류</a:t>
              </a:r>
            </a:p>
          </p:txBody>
        </p:sp>
        <p:sp>
          <p:nvSpPr>
            <p:cNvPr id="312" name="Rectangle 37"/>
            <p:cNvSpPr/>
            <p:nvPr/>
          </p:nvSpPr>
          <p:spPr>
            <a:xfrm>
              <a:off x="787400" y="15034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825500" y="1566905"/>
              <a:ext cx="381751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제목</a:t>
              </a:r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1968500" y="1541505"/>
              <a:ext cx="287492" cy="236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315" name="Rectangle 44"/>
            <p:cNvSpPr/>
            <p:nvPr/>
          </p:nvSpPr>
          <p:spPr>
            <a:xfrm>
              <a:off x="787400" y="18082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825500" y="1871705"/>
              <a:ext cx="381751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내용</a:t>
              </a:r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1968500" y="1846305"/>
              <a:ext cx="287492" cy="236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318" name="Rectangle 72"/>
            <p:cNvSpPr/>
            <p:nvPr/>
          </p:nvSpPr>
          <p:spPr>
            <a:xfrm>
              <a:off x="787400" y="33830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825500" y="3446505"/>
              <a:ext cx="593836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첨부파일</a:t>
              </a:r>
            </a:p>
          </p:txBody>
        </p:sp>
        <p:sp>
          <p:nvSpPr>
            <p:cNvPr id="320" name="Rectangle 80"/>
            <p:cNvSpPr/>
            <p:nvPr/>
          </p:nvSpPr>
          <p:spPr>
            <a:xfrm>
              <a:off x="787400" y="38656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825500" y="3929105"/>
              <a:ext cx="623292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공개 범위</a:t>
              </a:r>
            </a:p>
          </p:txBody>
        </p:sp>
      </p:grpSp>
      <p:grpSp>
        <p:nvGrpSpPr>
          <p:cNvPr id="322" name="그룹 321"/>
          <p:cNvGrpSpPr/>
          <p:nvPr/>
        </p:nvGrpSpPr>
        <p:grpSpPr>
          <a:xfrm>
            <a:off x="1725046" y="912440"/>
            <a:ext cx="7958876" cy="3368385"/>
            <a:chOff x="2324100" y="939800"/>
            <a:chExt cx="6502400" cy="3218075"/>
          </a:xfrm>
        </p:grpSpPr>
        <p:sp>
          <p:nvSpPr>
            <p:cNvPr id="323" name="Rectangle 24"/>
            <p:cNvSpPr/>
            <p:nvPr/>
          </p:nvSpPr>
          <p:spPr>
            <a:xfrm>
              <a:off x="2324100" y="939800"/>
              <a:ext cx="2540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2374900" y="977900"/>
              <a:ext cx="2040702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대변인방 / 온라인방 / 외신대변인방 / 전체  ▼</a:t>
              </a:r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4645155" y="977900"/>
              <a:ext cx="234691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AAAAAA"/>
                  </a:solidFill>
                  <a:latin typeface="+mn-ea"/>
                </a:rPr>
                <a:t>▼</a:t>
              </a: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4953000" y="977900"/>
              <a:ext cx="2024986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>
                  <a:solidFill>
                    <a:srgbClr val="AAAAAA"/>
                  </a:solidFill>
                  <a:latin typeface="+mn-ea"/>
                </a:rPr>
                <a:t>*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권한에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따라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선택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가능한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채널이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자동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제한됩니다</a:t>
              </a:r>
              <a:endParaRPr sz="800" dirty="0">
                <a:solidFill>
                  <a:srgbClr val="AAAAAA"/>
                </a:solidFill>
                <a:latin typeface="+mn-ea"/>
              </a:endParaRPr>
            </a:p>
          </p:txBody>
        </p:sp>
        <p:sp>
          <p:nvSpPr>
            <p:cNvPr id="327" name="Rectangle 31"/>
            <p:cNvSpPr/>
            <p:nvPr/>
          </p:nvSpPr>
          <p:spPr>
            <a:xfrm>
              <a:off x="2324100" y="1282700"/>
              <a:ext cx="127000" cy="127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8" name="Rectangle 32"/>
            <p:cNvSpPr/>
            <p:nvPr/>
          </p:nvSpPr>
          <p:spPr>
            <a:xfrm>
              <a:off x="2349500" y="1308100"/>
              <a:ext cx="76200" cy="76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2489200" y="1282700"/>
              <a:ext cx="339462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일반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330" name="Rectangle 34"/>
            <p:cNvSpPr/>
            <p:nvPr/>
          </p:nvSpPr>
          <p:spPr>
            <a:xfrm>
              <a:off x="3467100" y="1282700"/>
              <a:ext cx="127000" cy="127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3632200" y="1264993"/>
              <a:ext cx="55424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고정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332" name="Rectangle 40"/>
            <p:cNvSpPr/>
            <p:nvPr/>
          </p:nvSpPr>
          <p:spPr>
            <a:xfrm>
              <a:off x="2324100" y="1549400"/>
              <a:ext cx="57785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2374900" y="1587500"/>
              <a:ext cx="1890091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공지사항 제목을 입력하세요 (최대 100자)</a:t>
              </a: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8377027" y="1587500"/>
              <a:ext cx="449473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900">
                  <a:solidFill>
                    <a:srgbClr val="AAAAAA"/>
                  </a:solidFill>
                  <a:latin typeface="+mn-ea"/>
                </a:rPr>
                <a:t>0 / 100</a:t>
              </a:r>
            </a:p>
          </p:txBody>
        </p:sp>
        <p:sp>
          <p:nvSpPr>
            <p:cNvPr id="335" name="Rectangle 47"/>
            <p:cNvSpPr/>
            <p:nvPr/>
          </p:nvSpPr>
          <p:spPr>
            <a:xfrm>
              <a:off x="2324100" y="1854200"/>
              <a:ext cx="5778500" cy="152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6" name="Rectangle 48"/>
            <p:cNvSpPr/>
            <p:nvPr/>
          </p:nvSpPr>
          <p:spPr>
            <a:xfrm>
              <a:off x="2324100" y="1854200"/>
              <a:ext cx="5778500" cy="228600"/>
            </a:xfrm>
            <a:prstGeom prst="rect">
              <a:avLst/>
            </a:prstGeom>
            <a:solidFill>
              <a:srgbClr val="E0E4EC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7" name="Rectangle 49"/>
            <p:cNvSpPr/>
            <p:nvPr/>
          </p:nvSpPr>
          <p:spPr>
            <a:xfrm>
              <a:off x="23622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2356278" y="1879600"/>
              <a:ext cx="215046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B</a:t>
              </a:r>
            </a:p>
          </p:txBody>
        </p:sp>
        <p:sp>
          <p:nvSpPr>
            <p:cNvPr id="339" name="Rectangle 51"/>
            <p:cNvSpPr/>
            <p:nvPr/>
          </p:nvSpPr>
          <p:spPr>
            <a:xfrm>
              <a:off x="25908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2601248" y="1879600"/>
              <a:ext cx="18230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I</a:t>
              </a:r>
            </a:p>
          </p:txBody>
        </p:sp>
        <p:sp>
          <p:nvSpPr>
            <p:cNvPr id="341" name="Rectangle 53"/>
            <p:cNvSpPr/>
            <p:nvPr/>
          </p:nvSpPr>
          <p:spPr>
            <a:xfrm>
              <a:off x="28194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2810203" y="1879600"/>
              <a:ext cx="221593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U</a:t>
              </a:r>
            </a:p>
          </p:txBody>
        </p:sp>
        <p:sp>
          <p:nvSpPr>
            <p:cNvPr id="343" name="Rectangle 55"/>
            <p:cNvSpPr/>
            <p:nvPr/>
          </p:nvSpPr>
          <p:spPr>
            <a:xfrm>
              <a:off x="30480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3040769" y="1879600"/>
              <a:ext cx="217664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─</a:t>
              </a:r>
            </a:p>
          </p:txBody>
        </p:sp>
        <p:sp>
          <p:nvSpPr>
            <p:cNvPr id="345" name="Rectangle 57"/>
            <p:cNvSpPr/>
            <p:nvPr/>
          </p:nvSpPr>
          <p:spPr>
            <a:xfrm>
              <a:off x="32766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3275262" y="1879600"/>
              <a:ext cx="205877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≡</a:t>
              </a:r>
            </a:p>
          </p:txBody>
        </p:sp>
        <p:sp>
          <p:nvSpPr>
            <p:cNvPr id="347" name="Rectangle 59"/>
            <p:cNvSpPr/>
            <p:nvPr/>
          </p:nvSpPr>
          <p:spPr>
            <a:xfrm>
              <a:off x="35052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8" name="TextBox 347"/>
            <p:cNvSpPr txBox="1"/>
            <p:nvPr/>
          </p:nvSpPr>
          <p:spPr>
            <a:xfrm>
              <a:off x="3503862" y="1879600"/>
              <a:ext cx="205877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≡</a:t>
              </a:r>
            </a:p>
          </p:txBody>
        </p:sp>
        <p:sp>
          <p:nvSpPr>
            <p:cNvPr id="349" name="Rectangle 61"/>
            <p:cNvSpPr/>
            <p:nvPr/>
          </p:nvSpPr>
          <p:spPr>
            <a:xfrm>
              <a:off x="37338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3726568" y="1879600"/>
              <a:ext cx="217664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─</a:t>
              </a:r>
            </a:p>
          </p:txBody>
        </p:sp>
        <p:sp>
          <p:nvSpPr>
            <p:cNvPr id="351" name="Rectangle 63"/>
            <p:cNvSpPr/>
            <p:nvPr/>
          </p:nvSpPr>
          <p:spPr>
            <a:xfrm>
              <a:off x="3962400" y="1866900"/>
              <a:ext cx="3556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2" name="TextBox 351"/>
            <p:cNvSpPr txBox="1"/>
            <p:nvPr/>
          </p:nvSpPr>
          <p:spPr>
            <a:xfrm>
              <a:off x="3923322" y="1879600"/>
              <a:ext cx="433758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이미지</a:t>
              </a:r>
            </a:p>
          </p:txBody>
        </p:sp>
        <p:sp>
          <p:nvSpPr>
            <p:cNvPr id="353" name="Rectangle 65"/>
            <p:cNvSpPr/>
            <p:nvPr/>
          </p:nvSpPr>
          <p:spPr>
            <a:xfrm>
              <a:off x="43434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4322418" y="1879600"/>
              <a:ext cx="245167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표</a:t>
              </a:r>
            </a:p>
          </p:txBody>
        </p:sp>
        <p:sp>
          <p:nvSpPr>
            <p:cNvPr id="355" name="Rectangle 67"/>
            <p:cNvSpPr/>
            <p:nvPr/>
          </p:nvSpPr>
          <p:spPr>
            <a:xfrm>
              <a:off x="4572000" y="1866900"/>
              <a:ext cx="3556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4580069" y="1879600"/>
              <a:ext cx="339463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링크</a:t>
              </a:r>
            </a:p>
          </p:txBody>
        </p:sp>
        <p:sp>
          <p:nvSpPr>
            <p:cNvPr id="357" name="Rectangle 69"/>
            <p:cNvSpPr/>
            <p:nvPr/>
          </p:nvSpPr>
          <p:spPr>
            <a:xfrm>
              <a:off x="2324100" y="2082800"/>
              <a:ext cx="5778500" cy="1295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2413000" y="2184400"/>
              <a:ext cx="5588000" cy="3528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AAAAAA"/>
                  </a:solidFill>
                  <a:latin typeface="+mn-ea"/>
                </a:rPr>
                <a:t>내용을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입력하세요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.
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이미지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, 표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등을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삽입할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수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있습니다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.</a:t>
              </a:r>
            </a:p>
          </p:txBody>
        </p:sp>
        <p:sp>
          <p:nvSpPr>
            <p:cNvPr id="359" name="Rectangle 74"/>
            <p:cNvSpPr/>
            <p:nvPr/>
          </p:nvSpPr>
          <p:spPr>
            <a:xfrm>
              <a:off x="2324100" y="3429000"/>
              <a:ext cx="5778500" cy="431800"/>
            </a:xfrm>
            <a:prstGeom prst="rect">
              <a:avLst/>
            </a:prstGeom>
            <a:solidFill>
              <a:srgbClr val="F8F9FA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0" name="Rectangle 75"/>
            <p:cNvSpPr/>
            <p:nvPr/>
          </p:nvSpPr>
          <p:spPr>
            <a:xfrm>
              <a:off x="2349500" y="3454400"/>
              <a:ext cx="1016000" cy="2286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1" name="TextBox 360"/>
            <p:cNvSpPr txBox="1"/>
            <p:nvPr/>
          </p:nvSpPr>
          <p:spPr>
            <a:xfrm>
              <a:off x="2580377" y="3479800"/>
              <a:ext cx="55424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파일 선택</a:t>
              </a: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3429000" y="3479800"/>
              <a:ext cx="2188692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선택된 파일 없음  (최대 5개 / 파일당 10MB 이하)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2349500" y="3708400"/>
              <a:ext cx="1718527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허용 확장자: jpg, png, pdf, xlsx, docx, hwp</a:t>
              </a:r>
            </a:p>
          </p:txBody>
        </p:sp>
        <p:sp>
          <p:nvSpPr>
            <p:cNvPr id="364" name="Rectangle 82"/>
            <p:cNvSpPr/>
            <p:nvPr/>
          </p:nvSpPr>
          <p:spPr>
            <a:xfrm>
              <a:off x="2324100" y="3911600"/>
              <a:ext cx="2540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2374900" y="3937344"/>
              <a:ext cx="82010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내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전체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 ▼</a:t>
              </a:r>
            </a:p>
          </p:txBody>
        </p:sp>
        <p:sp>
          <p:nvSpPr>
            <p:cNvPr id="366" name="TextBox 365"/>
            <p:cNvSpPr txBox="1"/>
            <p:nvPr/>
          </p:nvSpPr>
          <p:spPr>
            <a:xfrm>
              <a:off x="4645155" y="3949700"/>
              <a:ext cx="234691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AAAAAA"/>
                  </a:solidFill>
                  <a:latin typeface="+mn-ea"/>
                </a:rPr>
                <a:t>▼</a:t>
              </a:r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4953000" y="3949700"/>
              <a:ext cx="1526008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특정 기관 지정 시 드롭박스에서 선택</a:t>
              </a:r>
            </a:p>
          </p:txBody>
        </p:sp>
      </p:grpSp>
      <p:grpSp>
        <p:nvGrpSpPr>
          <p:cNvPr id="368" name="그룹 367"/>
          <p:cNvGrpSpPr/>
          <p:nvPr/>
        </p:nvGrpSpPr>
        <p:grpSpPr>
          <a:xfrm>
            <a:off x="411044" y="5239658"/>
            <a:ext cx="9194102" cy="1246832"/>
            <a:chOff x="927100" y="5275897"/>
            <a:chExt cx="8789977" cy="1246832"/>
          </a:xfrm>
        </p:grpSpPr>
        <p:sp>
          <p:nvSpPr>
            <p:cNvPr id="369" name="TextBox 368"/>
            <p:cNvSpPr txBox="1"/>
            <p:nvPr/>
          </p:nvSpPr>
          <p:spPr>
            <a:xfrm>
              <a:off x="927100" y="5275897"/>
              <a:ext cx="40753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대상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권한에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따라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가능한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제한되어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표시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6817071" y="5275897"/>
              <a:ext cx="8692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드롭박스 선택</a:t>
              </a:r>
            </a:p>
          </p:txBody>
        </p:sp>
        <p:sp>
          <p:nvSpPr>
            <p:cNvPr id="371" name="TextBox 370"/>
            <p:cNvSpPr txBox="1"/>
            <p:nvPr/>
          </p:nvSpPr>
          <p:spPr>
            <a:xfrm>
              <a:off x="7848600" y="5275897"/>
              <a:ext cx="17642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기관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관리자</a:t>
              </a:r>
              <a:r>
                <a:rPr sz="900" dirty="0">
                  <a:latin typeface="+mn-ea"/>
                </a:rPr>
                <a:t>: </a:t>
              </a:r>
              <a:r>
                <a:rPr sz="900" dirty="0" err="1">
                  <a:latin typeface="+mn-ea"/>
                </a:rPr>
                <a:t>소속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채널만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활성화</a:t>
              </a:r>
              <a:endParaRPr sz="900" dirty="0">
                <a:latin typeface="+mn-ea"/>
              </a:endParaRPr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927100" y="5479097"/>
              <a:ext cx="395886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분류 선택 — [일반] 또는 [공지 고정] 선택; 공지 고정 선택 시 목록 최상단 표시</a:t>
              </a: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6872243" y="5479097"/>
              <a:ext cx="7589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라디오 선택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7848600" y="5479097"/>
              <a:ext cx="18071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공지 고정 권한은 관리자(과) 이상</a:t>
              </a:r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927100" y="5682297"/>
              <a:ext cx="37320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제목 입력 (최대 100자) — 실시간 글자 수 카운터 표시, 초과 시 입력 차단</a:t>
              </a:r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6872243" y="5682297"/>
              <a:ext cx="7589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텍스트 입력</a:t>
              </a:r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7848600" y="5682297"/>
              <a:ext cx="14332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빈 값 제출 시 유효성 오류</a:t>
              </a: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927100" y="5885497"/>
              <a:ext cx="30393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내용 에디터 입력 — 툴바로 서식·이미지·표·링크 삽입 가능</a:t>
              </a: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6872243" y="5885497"/>
              <a:ext cx="7589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에디터 입력</a:t>
              </a: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7848600" y="5885497"/>
              <a:ext cx="17642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이미지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파일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드래그</a:t>
              </a:r>
              <a:r>
                <a:rPr sz="900" dirty="0">
                  <a:latin typeface="+mn-ea"/>
                </a:rPr>
                <a:t> 앤 </a:t>
              </a:r>
              <a:r>
                <a:rPr sz="900" dirty="0" err="1">
                  <a:latin typeface="+mn-ea"/>
                </a:rPr>
                <a:t>드롭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지원</a:t>
              </a:r>
              <a:endParaRPr sz="900" dirty="0">
                <a:latin typeface="+mn-ea"/>
              </a:endParaRPr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927100" y="6088697"/>
              <a:ext cx="35726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첨부파일 업로드 — 파일당 10MB 이하, 최대 5개; 허용 확장자 외 차단</a:t>
              </a: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6698300" y="6088697"/>
              <a:ext cx="11068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파일 선택 (Upload)</a:t>
              </a:r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7848600" y="6088697"/>
              <a:ext cx="186847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업로드 진행률 표시 (Progress Bar)</a:t>
              </a:r>
            </a:p>
          </p:txBody>
        </p:sp>
        <p:sp>
          <p:nvSpPr>
            <p:cNvPr id="384" name="TextBox 383"/>
            <p:cNvSpPr txBox="1"/>
            <p:nvPr/>
          </p:nvSpPr>
          <p:spPr>
            <a:xfrm>
              <a:off x="927100" y="6291897"/>
              <a:ext cx="41856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[저장] 클릭 → 유효성 검사 후 등록 완료, 공지사항 목록(SCR-NEW-101) 이동</a:t>
              </a: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6697533" y="6291897"/>
              <a:ext cx="110833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버튼 클릭 (Submit)</a:t>
              </a:r>
            </a:p>
          </p:txBody>
        </p:sp>
        <p:sp>
          <p:nvSpPr>
            <p:cNvPr id="386" name="TextBox 385"/>
            <p:cNvSpPr txBox="1"/>
            <p:nvPr/>
          </p:nvSpPr>
          <p:spPr>
            <a:xfrm>
              <a:off x="7848600" y="6291897"/>
              <a:ext cx="160488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latin typeface="+mn-ea"/>
                </a:rPr>
                <a:t>[</a:t>
              </a:r>
              <a:r>
                <a:rPr sz="900" dirty="0" err="1">
                  <a:latin typeface="+mn-ea"/>
                </a:rPr>
                <a:t>취소</a:t>
              </a:r>
              <a:r>
                <a:rPr sz="900" dirty="0">
                  <a:latin typeface="+mn-ea"/>
                </a:rPr>
                <a:t>] </a:t>
              </a:r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시 </a:t>
              </a:r>
              <a:r>
                <a:rPr sz="900" dirty="0" err="1">
                  <a:latin typeface="+mn-ea"/>
                </a:rPr>
                <a:t>이전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화면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복귀</a:t>
              </a:r>
              <a:endParaRPr sz="900" dirty="0">
                <a:latin typeface="+mn-ea"/>
              </a:endParaRPr>
            </a:p>
          </p:txBody>
        </p:sp>
      </p:grpSp>
      <p:sp>
        <p:nvSpPr>
          <p:cNvPr id="387" name="TextBox 386"/>
          <p:cNvSpPr txBox="1"/>
          <p:nvPr/>
        </p:nvSpPr>
        <p:spPr>
          <a:xfrm>
            <a:off x="10018379" y="6642100"/>
            <a:ext cx="2135521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SCR-NEW-102  |  공지사항 등록 화면</a:t>
            </a:r>
          </a:p>
        </p:txBody>
      </p:sp>
      <p:sp>
        <p:nvSpPr>
          <p:cNvPr id="451" name="모서리가 둥근 직사각형 450"/>
          <p:cNvSpPr/>
          <p:nvPr/>
        </p:nvSpPr>
        <p:spPr>
          <a:xfrm>
            <a:off x="1703765" y="1246347"/>
            <a:ext cx="2367445" cy="27940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88" name="그룹 387"/>
          <p:cNvGrpSpPr/>
          <p:nvPr/>
        </p:nvGrpSpPr>
        <p:grpSpPr>
          <a:xfrm>
            <a:off x="3651422" y="4444672"/>
            <a:ext cx="2870200" cy="291187"/>
            <a:chOff x="4064000" y="4216400"/>
            <a:chExt cx="2870200" cy="291187"/>
          </a:xfrm>
        </p:grpSpPr>
        <p:sp>
          <p:nvSpPr>
            <p:cNvPr id="389" name="Rectangle 86"/>
            <p:cNvSpPr/>
            <p:nvPr/>
          </p:nvSpPr>
          <p:spPr>
            <a:xfrm>
              <a:off x="4064000" y="4216400"/>
              <a:ext cx="889000" cy="2794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0" name="TextBox 389"/>
            <p:cNvSpPr txBox="1"/>
            <p:nvPr/>
          </p:nvSpPr>
          <p:spPr>
            <a:xfrm>
              <a:off x="4270295" y="4261366"/>
              <a:ext cx="4764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FFFFFF"/>
                  </a:solidFill>
                  <a:latin typeface="+mn-ea"/>
                </a:rPr>
                <a:t>저 장</a:t>
              </a:r>
            </a:p>
          </p:txBody>
        </p:sp>
        <p:sp>
          <p:nvSpPr>
            <p:cNvPr id="391" name="Rectangle 88"/>
            <p:cNvSpPr/>
            <p:nvPr/>
          </p:nvSpPr>
          <p:spPr>
            <a:xfrm>
              <a:off x="5054600" y="4216400"/>
              <a:ext cx="889000" cy="2794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5150286" y="4261366"/>
              <a:ext cx="69762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FFFFFF"/>
                  </a:solidFill>
                  <a:latin typeface="+mn-ea"/>
                </a:rPr>
                <a:t>미리보기</a:t>
              </a:r>
            </a:p>
          </p:txBody>
        </p:sp>
        <p:sp>
          <p:nvSpPr>
            <p:cNvPr id="393" name="Rectangle 90"/>
            <p:cNvSpPr/>
            <p:nvPr/>
          </p:nvSpPr>
          <p:spPr>
            <a:xfrm>
              <a:off x="6045200" y="4216400"/>
              <a:ext cx="889000" cy="279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6251495" y="4261366"/>
              <a:ext cx="4764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445064"/>
                  </a:solidFill>
                  <a:latin typeface="+mn-ea"/>
                </a:rPr>
                <a:t>취 소</a:t>
              </a:r>
            </a:p>
          </p:txBody>
        </p:sp>
      </p:grpSp>
      <p:grpSp>
        <p:nvGrpSpPr>
          <p:cNvPr id="454" name="그룹 453"/>
          <p:cNvGrpSpPr/>
          <p:nvPr/>
        </p:nvGrpSpPr>
        <p:grpSpPr>
          <a:xfrm>
            <a:off x="9779000" y="1092200"/>
            <a:ext cx="2324100" cy="2300932"/>
            <a:chOff x="9779000" y="1092200"/>
            <a:chExt cx="2324100" cy="2300932"/>
          </a:xfrm>
        </p:grpSpPr>
        <p:sp>
          <p:nvSpPr>
            <p:cNvPr id="415" name="TextBox 414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SCR-NEW-102</a:t>
              </a: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등록 화면</a:t>
              </a: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관리자(과) / 기관 관리자</a:t>
              </a: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&gt; 등록</a:t>
              </a: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9779000" y="2552700"/>
              <a:ext cx="20890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(Default)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공개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9779000" y="27051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텍스트박스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제목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입력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9779000" y="2857500"/>
              <a:ext cx="15376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에디터 영역 — 내용 입력</a:t>
              </a: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9779000" y="3009900"/>
              <a:ext cx="1986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저장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미리보기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9779000" y="3162300"/>
              <a:ext cx="147348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파일업로드 — 첨부파일</a:t>
              </a:r>
            </a:p>
          </p:txBody>
        </p:sp>
      </p:grpSp>
      <p:grpSp>
        <p:nvGrpSpPr>
          <p:cNvPr id="455" name="그룹 454"/>
          <p:cNvGrpSpPr/>
          <p:nvPr/>
        </p:nvGrpSpPr>
        <p:grpSpPr>
          <a:xfrm>
            <a:off x="9774901" y="3667915"/>
            <a:ext cx="1531188" cy="878532"/>
            <a:chOff x="9779000" y="3378200"/>
            <a:chExt cx="1531188" cy="878532"/>
          </a:xfrm>
        </p:grpSpPr>
        <p:sp>
          <p:nvSpPr>
            <p:cNvPr id="424" name="TextBox 423"/>
            <p:cNvSpPr txBox="1"/>
            <p:nvPr/>
          </p:nvSpPr>
          <p:spPr>
            <a:xfrm>
              <a:off x="9779000" y="3378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로직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9779000" y="3568700"/>
              <a:ext cx="94769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시스템관리자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9779000" y="3721100"/>
              <a:ext cx="14157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  → 전체 채널 등록 가능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9779000" y="3873500"/>
              <a:ext cx="8643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기관 관리자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9779000" y="4025900"/>
              <a:ext cx="153118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  → 소속 채널만 선택 가능</a:t>
              </a: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4696172" y="1163356"/>
            <a:ext cx="216000" cy="216000"/>
            <a:chOff x="3966029" y="6357600"/>
            <a:chExt cx="216000" cy="216000"/>
          </a:xfrm>
        </p:grpSpPr>
        <p:sp>
          <p:nvSpPr>
            <p:cNvPr id="24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46" name="그룹 245"/>
          <p:cNvGrpSpPr/>
          <p:nvPr/>
        </p:nvGrpSpPr>
        <p:grpSpPr>
          <a:xfrm>
            <a:off x="1493465" y="1278556"/>
            <a:ext cx="216000" cy="216000"/>
            <a:chOff x="3966029" y="6357600"/>
            <a:chExt cx="216000" cy="216000"/>
          </a:xfrm>
        </p:grpSpPr>
        <p:sp>
          <p:nvSpPr>
            <p:cNvPr id="248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54" name="그룹 253"/>
          <p:cNvGrpSpPr/>
          <p:nvPr/>
        </p:nvGrpSpPr>
        <p:grpSpPr>
          <a:xfrm>
            <a:off x="3446556" y="1568450"/>
            <a:ext cx="216000" cy="216000"/>
            <a:chOff x="3966029" y="6357600"/>
            <a:chExt cx="216000" cy="216000"/>
          </a:xfrm>
        </p:grpSpPr>
        <p:sp>
          <p:nvSpPr>
            <p:cNvPr id="25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62" name="그룹 261"/>
          <p:cNvGrpSpPr/>
          <p:nvPr/>
        </p:nvGrpSpPr>
        <p:grpSpPr>
          <a:xfrm>
            <a:off x="1703011" y="2115925"/>
            <a:ext cx="216000" cy="216000"/>
            <a:chOff x="3966029" y="6357600"/>
            <a:chExt cx="216000" cy="216000"/>
          </a:xfrm>
        </p:grpSpPr>
        <p:sp>
          <p:nvSpPr>
            <p:cNvPr id="26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70" name="그룹 269"/>
          <p:cNvGrpSpPr/>
          <p:nvPr/>
        </p:nvGrpSpPr>
        <p:grpSpPr>
          <a:xfrm>
            <a:off x="1601465" y="3464733"/>
            <a:ext cx="216000" cy="216000"/>
            <a:chOff x="3966029" y="6357600"/>
            <a:chExt cx="216000" cy="216000"/>
          </a:xfrm>
        </p:grpSpPr>
        <p:sp>
          <p:nvSpPr>
            <p:cNvPr id="272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76" name="그룹 275"/>
          <p:cNvGrpSpPr/>
          <p:nvPr/>
        </p:nvGrpSpPr>
        <p:grpSpPr>
          <a:xfrm>
            <a:off x="3419416" y="4426038"/>
            <a:ext cx="216000" cy="216000"/>
            <a:chOff x="3966029" y="6357600"/>
            <a:chExt cx="216000" cy="216000"/>
          </a:xfrm>
        </p:grpSpPr>
        <p:sp>
          <p:nvSpPr>
            <p:cNvPr id="27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56" name="Rectangle 455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TextBox 456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4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2A8A7F-0CEB-6E15-8FA8-3D001EF56D28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5E03E3-4020-3C6C-52B6-AB7004C6792D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F33985-DD44-248A-5A75-4485030D9648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0EF86A-1E2B-B139-5D60-1DC2EE0F689D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0C6665-C283-0BD0-1E80-3FDA76C3FCB6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7D8415-3499-BE30-187E-CFF42D60F601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AF6A4A-A28A-CC0A-8738-B67047DBF8EB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709E9D-985C-D7A9-DBB3-B8B63D32B848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40FF8D-4AF6-A888-2D97-0356F48AFB92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90F79D-8591-7562-164D-750C275A2DDF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7BF39A-291C-902D-44E3-44C917C31366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64DC964-5F00-0C10-9C30-AF7FD77E3F67}"/>
              </a:ext>
            </a:extLst>
          </p:cNvPr>
          <p:cNvGrpSpPr/>
          <p:nvPr/>
        </p:nvGrpSpPr>
        <p:grpSpPr>
          <a:xfrm>
            <a:off x="-8170" y="5251087"/>
            <a:ext cx="388800" cy="1180038"/>
            <a:chOff x="-8170" y="5251087"/>
            <a:chExt cx="388800" cy="1180038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82C2A745-B0F6-FD12-AC77-ECAF440D15BA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65600"/>
              <a:chOff x="-6196500" y="784788"/>
              <a:chExt cx="388800" cy="165600"/>
            </a:xfrm>
          </p:grpSpPr>
          <p:sp>
            <p:nvSpPr>
              <p:cNvPr id="45" name="Oval 468">
                <a:extLst>
                  <a:ext uri="{FF2B5EF4-FFF2-40B4-BE49-F238E27FC236}">
                    <a16:creationId xmlns:a16="http://schemas.microsoft.com/office/drawing/2014/main" id="{3BAE3B37-F017-EC0E-0C28-6D75EB1B549F}"/>
                  </a:ext>
                </a:extLst>
              </p:cNvPr>
              <p:cNvSpPr/>
              <p:nvPr/>
            </p:nvSpPr>
            <p:spPr>
              <a:xfrm>
                <a:off x="-6084900" y="784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CE2F3A-0FF8-EF97-0231-1CE5476AAD9B}"/>
                  </a:ext>
                </a:extLst>
              </p:cNvPr>
              <p:cNvSpPr txBox="1"/>
              <p:nvPr/>
            </p:nvSpPr>
            <p:spPr>
              <a:xfrm>
                <a:off x="-6196500" y="7847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1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0E07E98-3D67-1C45-5E0C-424E56521394}"/>
                </a:ext>
              </a:extLst>
            </p:cNvPr>
            <p:cNvGrpSpPr/>
            <p:nvPr/>
          </p:nvGrpSpPr>
          <p:grpSpPr>
            <a:xfrm>
              <a:off x="-8170" y="5456570"/>
              <a:ext cx="388800" cy="165600"/>
              <a:chOff x="-6196500" y="1051188"/>
              <a:chExt cx="388800" cy="165600"/>
            </a:xfrm>
          </p:grpSpPr>
          <p:sp>
            <p:nvSpPr>
              <p:cNvPr id="43" name="Oval 474">
                <a:extLst>
                  <a:ext uri="{FF2B5EF4-FFF2-40B4-BE49-F238E27FC236}">
                    <a16:creationId xmlns:a16="http://schemas.microsoft.com/office/drawing/2014/main" id="{99BDA7BA-12ED-F3F5-8B2C-A9BCCBF34D4F}"/>
                  </a:ext>
                </a:extLst>
              </p:cNvPr>
              <p:cNvSpPr/>
              <p:nvPr/>
            </p:nvSpPr>
            <p:spPr>
              <a:xfrm>
                <a:off x="-6084900" y="10511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4DEAAE-F074-1F87-80FA-F22276AB5F6B}"/>
                  </a:ext>
                </a:extLst>
              </p:cNvPr>
              <p:cNvSpPr txBox="1"/>
              <p:nvPr/>
            </p:nvSpPr>
            <p:spPr>
              <a:xfrm>
                <a:off x="-6196500" y="10511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2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08F3FED-8326-C3FD-3A9A-8625FCE0ED7D}"/>
                </a:ext>
              </a:extLst>
            </p:cNvPr>
            <p:cNvGrpSpPr/>
            <p:nvPr/>
          </p:nvGrpSpPr>
          <p:grpSpPr>
            <a:xfrm>
              <a:off x="-8170" y="5655503"/>
              <a:ext cx="388800" cy="165600"/>
              <a:chOff x="-6196500" y="1317588"/>
              <a:chExt cx="388800" cy="165600"/>
            </a:xfrm>
          </p:grpSpPr>
          <p:sp>
            <p:nvSpPr>
              <p:cNvPr id="41" name="Oval 480">
                <a:extLst>
                  <a:ext uri="{FF2B5EF4-FFF2-40B4-BE49-F238E27FC236}">
                    <a16:creationId xmlns:a16="http://schemas.microsoft.com/office/drawing/2014/main" id="{8287D495-4123-4106-6574-A80EC0D29166}"/>
                  </a:ext>
                </a:extLst>
              </p:cNvPr>
              <p:cNvSpPr/>
              <p:nvPr/>
            </p:nvSpPr>
            <p:spPr>
              <a:xfrm>
                <a:off x="-6084900" y="13175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35B4B3-D3AC-A9D2-2E36-3BEBA8286D8B}"/>
                  </a:ext>
                </a:extLst>
              </p:cNvPr>
              <p:cNvSpPr txBox="1"/>
              <p:nvPr/>
            </p:nvSpPr>
            <p:spPr>
              <a:xfrm>
                <a:off x="-6196500" y="13175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3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45194F1-C177-035E-8E97-F09855698757}"/>
                </a:ext>
              </a:extLst>
            </p:cNvPr>
            <p:cNvGrpSpPr/>
            <p:nvPr/>
          </p:nvGrpSpPr>
          <p:grpSpPr>
            <a:xfrm>
              <a:off x="-8170" y="5862505"/>
              <a:ext cx="388800" cy="165600"/>
              <a:chOff x="-6196500" y="1583988"/>
              <a:chExt cx="388800" cy="165600"/>
            </a:xfrm>
          </p:grpSpPr>
          <p:sp>
            <p:nvSpPr>
              <p:cNvPr id="39" name="Oval 486">
                <a:extLst>
                  <a:ext uri="{FF2B5EF4-FFF2-40B4-BE49-F238E27FC236}">
                    <a16:creationId xmlns:a16="http://schemas.microsoft.com/office/drawing/2014/main" id="{A99AF9AB-0955-5213-9D88-5A0705A9843E}"/>
                  </a:ext>
                </a:extLst>
              </p:cNvPr>
              <p:cNvSpPr/>
              <p:nvPr/>
            </p:nvSpPr>
            <p:spPr>
              <a:xfrm>
                <a:off x="-6084900" y="15839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83B2EB-293C-D94D-5A9F-41447E2CA8B3}"/>
                  </a:ext>
                </a:extLst>
              </p:cNvPr>
              <p:cNvSpPr txBox="1"/>
              <p:nvPr/>
            </p:nvSpPr>
            <p:spPr>
              <a:xfrm>
                <a:off x="-6196500" y="15839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4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F90FA3B-8491-0531-79C9-4945B40BCCF4}"/>
                </a:ext>
              </a:extLst>
            </p:cNvPr>
            <p:cNvGrpSpPr/>
            <p:nvPr/>
          </p:nvGrpSpPr>
          <p:grpSpPr>
            <a:xfrm>
              <a:off x="-8170" y="6062807"/>
              <a:ext cx="388800" cy="165600"/>
              <a:chOff x="-6196500" y="1850388"/>
              <a:chExt cx="388800" cy="165600"/>
            </a:xfrm>
          </p:grpSpPr>
          <p:sp>
            <p:nvSpPr>
              <p:cNvPr id="37" name="Oval 492">
                <a:extLst>
                  <a:ext uri="{FF2B5EF4-FFF2-40B4-BE49-F238E27FC236}">
                    <a16:creationId xmlns:a16="http://schemas.microsoft.com/office/drawing/2014/main" id="{397344DD-0022-EA02-EF89-59A0BB23692C}"/>
                  </a:ext>
                </a:extLst>
              </p:cNvPr>
              <p:cNvSpPr/>
              <p:nvPr/>
            </p:nvSpPr>
            <p:spPr>
              <a:xfrm>
                <a:off x="-6084900" y="18503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5A694B-1833-4FB8-DD69-5A0075B98C60}"/>
                  </a:ext>
                </a:extLst>
              </p:cNvPr>
              <p:cNvSpPr txBox="1"/>
              <p:nvPr/>
            </p:nvSpPr>
            <p:spPr>
              <a:xfrm>
                <a:off x="-6196500" y="18503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5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5BC6E69-5A03-D671-DA3E-1E1B06377F5A}"/>
                </a:ext>
              </a:extLst>
            </p:cNvPr>
            <p:cNvGrpSpPr/>
            <p:nvPr/>
          </p:nvGrpSpPr>
          <p:grpSpPr>
            <a:xfrm>
              <a:off x="-8170" y="6265525"/>
              <a:ext cx="388800" cy="165600"/>
              <a:chOff x="-6201094" y="2116788"/>
              <a:chExt cx="388800" cy="165600"/>
            </a:xfrm>
          </p:grpSpPr>
          <p:sp>
            <p:nvSpPr>
              <p:cNvPr id="35" name="Oval 492">
                <a:extLst>
                  <a:ext uri="{FF2B5EF4-FFF2-40B4-BE49-F238E27FC236}">
                    <a16:creationId xmlns:a16="http://schemas.microsoft.com/office/drawing/2014/main" id="{93180A82-8218-14DA-CB54-3C3BEF4B8189}"/>
                  </a:ext>
                </a:extLst>
              </p:cNvPr>
              <p:cNvSpPr/>
              <p:nvPr/>
            </p:nvSpPr>
            <p:spPr>
              <a:xfrm>
                <a:off x="-6089494" y="2116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3C724F6-F320-2057-233D-ABF860F17DC8}"/>
                  </a:ext>
                </a:extLst>
              </p:cNvPr>
              <p:cNvSpPr txBox="1"/>
              <p:nvPr/>
            </p:nvSpPr>
            <p:spPr>
              <a:xfrm>
                <a:off x="-6201094" y="2130338"/>
                <a:ext cx="388800" cy="138499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Noto Sans KR"/>
                  </a:rPr>
                  <a:t>6</a:t>
                </a:r>
                <a:endParaRPr sz="900" b="1" dirty="0">
                  <a:solidFill>
                    <a:srgbClr val="FFFFFF"/>
                  </a:solidFill>
                  <a:latin typeface="Noto Sans K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3273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28542" y="5030280"/>
            <a:ext cx="12220542" cy="1574800"/>
            <a:chOff x="525571" y="5016500"/>
            <a:chExt cx="11666429" cy="1574800"/>
          </a:xfrm>
        </p:grpSpPr>
        <p:sp>
          <p:nvSpPr>
            <p:cNvPr id="3" name="Rectangle 215"/>
            <p:cNvSpPr/>
            <p:nvPr/>
          </p:nvSpPr>
          <p:spPr>
            <a:xfrm>
              <a:off x="546100" y="5016500"/>
              <a:ext cx="11645900" cy="157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" name="Rectangle 216"/>
            <p:cNvSpPr/>
            <p:nvPr/>
          </p:nvSpPr>
          <p:spPr>
            <a:xfrm>
              <a:off x="546100" y="5016500"/>
              <a:ext cx="3556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25571" y="5031105"/>
              <a:ext cx="3966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번호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" name="Rectangle 218"/>
            <p:cNvSpPr/>
            <p:nvPr/>
          </p:nvSpPr>
          <p:spPr>
            <a:xfrm>
              <a:off x="901700" y="5016500"/>
              <a:ext cx="57785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62015" y="503110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설  명</a:t>
              </a:r>
            </a:p>
          </p:txBody>
        </p:sp>
        <p:sp>
          <p:nvSpPr>
            <p:cNvPr id="8" name="Rectangle 220"/>
            <p:cNvSpPr/>
            <p:nvPr/>
          </p:nvSpPr>
          <p:spPr>
            <a:xfrm>
              <a:off x="6680200" y="5016500"/>
              <a:ext cx="11430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72794" y="5031105"/>
              <a:ext cx="757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이벤트 타입</a:t>
              </a:r>
            </a:p>
          </p:txBody>
        </p:sp>
        <p:sp>
          <p:nvSpPr>
            <p:cNvPr id="10" name="Rectangle 222"/>
            <p:cNvSpPr/>
            <p:nvPr/>
          </p:nvSpPr>
          <p:spPr>
            <a:xfrm>
              <a:off x="7823200" y="5016500"/>
              <a:ext cx="43688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78665" y="503110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비  고</a:t>
              </a:r>
            </a:p>
          </p:txBody>
        </p:sp>
        <p:sp>
          <p:nvSpPr>
            <p:cNvPr id="12" name="Rectangle 224"/>
            <p:cNvSpPr/>
            <p:nvPr/>
          </p:nvSpPr>
          <p:spPr>
            <a:xfrm>
              <a:off x="546100" y="5219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" name="Rectangle 226"/>
            <p:cNvSpPr/>
            <p:nvPr/>
          </p:nvSpPr>
          <p:spPr>
            <a:xfrm>
              <a:off x="901700" y="5219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" name="Rectangle 228"/>
            <p:cNvSpPr/>
            <p:nvPr/>
          </p:nvSpPr>
          <p:spPr>
            <a:xfrm>
              <a:off x="6680200" y="5219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" name="Rectangle 230"/>
            <p:cNvSpPr/>
            <p:nvPr/>
          </p:nvSpPr>
          <p:spPr>
            <a:xfrm>
              <a:off x="7823200" y="5219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Rectangle 232"/>
            <p:cNvSpPr/>
            <p:nvPr/>
          </p:nvSpPr>
          <p:spPr>
            <a:xfrm>
              <a:off x="546100" y="54229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" name="Rectangle 234"/>
            <p:cNvSpPr/>
            <p:nvPr/>
          </p:nvSpPr>
          <p:spPr>
            <a:xfrm>
              <a:off x="901700" y="54229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" name="Rectangle 236"/>
            <p:cNvSpPr/>
            <p:nvPr/>
          </p:nvSpPr>
          <p:spPr>
            <a:xfrm>
              <a:off x="6680200" y="54229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" name="Rectangle 238"/>
            <p:cNvSpPr/>
            <p:nvPr/>
          </p:nvSpPr>
          <p:spPr>
            <a:xfrm>
              <a:off x="7823200" y="54229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" name="Rectangle 240"/>
            <p:cNvSpPr/>
            <p:nvPr/>
          </p:nvSpPr>
          <p:spPr>
            <a:xfrm>
              <a:off x="546100" y="56261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" name="Rectangle 242"/>
            <p:cNvSpPr/>
            <p:nvPr/>
          </p:nvSpPr>
          <p:spPr>
            <a:xfrm>
              <a:off x="901700" y="56261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" name="Rectangle 244"/>
            <p:cNvSpPr/>
            <p:nvPr/>
          </p:nvSpPr>
          <p:spPr>
            <a:xfrm>
              <a:off x="6680200" y="56261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" name="Rectangle 246"/>
            <p:cNvSpPr/>
            <p:nvPr/>
          </p:nvSpPr>
          <p:spPr>
            <a:xfrm>
              <a:off x="7823200" y="56261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" name="Rectangle 248"/>
            <p:cNvSpPr/>
            <p:nvPr/>
          </p:nvSpPr>
          <p:spPr>
            <a:xfrm>
              <a:off x="546100" y="58293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" name="Rectangle 250"/>
            <p:cNvSpPr/>
            <p:nvPr/>
          </p:nvSpPr>
          <p:spPr>
            <a:xfrm>
              <a:off x="901700" y="58293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" name="Rectangle 252"/>
            <p:cNvSpPr/>
            <p:nvPr/>
          </p:nvSpPr>
          <p:spPr>
            <a:xfrm>
              <a:off x="6680200" y="58293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" name="Rectangle 254"/>
            <p:cNvSpPr/>
            <p:nvPr/>
          </p:nvSpPr>
          <p:spPr>
            <a:xfrm>
              <a:off x="7823200" y="58293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" name="Rectangle 256"/>
            <p:cNvSpPr/>
            <p:nvPr/>
          </p:nvSpPr>
          <p:spPr>
            <a:xfrm>
              <a:off x="546100" y="60325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" name="Rectangle 258"/>
            <p:cNvSpPr/>
            <p:nvPr/>
          </p:nvSpPr>
          <p:spPr>
            <a:xfrm>
              <a:off x="901700" y="60325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" name="Rectangle 260"/>
            <p:cNvSpPr/>
            <p:nvPr/>
          </p:nvSpPr>
          <p:spPr>
            <a:xfrm>
              <a:off x="6680200" y="60325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" name="Rectangle 262"/>
            <p:cNvSpPr/>
            <p:nvPr/>
          </p:nvSpPr>
          <p:spPr>
            <a:xfrm>
              <a:off x="7823200" y="60325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" name="Rectangle 264"/>
            <p:cNvSpPr/>
            <p:nvPr/>
          </p:nvSpPr>
          <p:spPr>
            <a:xfrm>
              <a:off x="546100" y="6235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" name="Rectangle 266"/>
            <p:cNvSpPr/>
            <p:nvPr/>
          </p:nvSpPr>
          <p:spPr>
            <a:xfrm>
              <a:off x="901700" y="6235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" name="Rectangle 268"/>
            <p:cNvSpPr/>
            <p:nvPr/>
          </p:nvSpPr>
          <p:spPr>
            <a:xfrm>
              <a:off x="6680200" y="6235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" name="Rectangle 270"/>
            <p:cNvSpPr/>
            <p:nvPr/>
          </p:nvSpPr>
          <p:spPr>
            <a:xfrm>
              <a:off x="7823200" y="6235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43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5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934793" y="56896"/>
            <a:ext cx="1251029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62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4666" y="6642100"/>
              <a:ext cx="29065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9690100" y="636475"/>
            <a:ext cx="2501900" cy="4381500"/>
            <a:chOff x="9690100" y="635000"/>
            <a:chExt cx="2501900" cy="4381500"/>
          </a:xfrm>
        </p:grpSpPr>
        <p:sp>
          <p:nvSpPr>
            <p:cNvPr id="66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7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779000" y="673100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 ID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77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779000" y="2349500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사용 컴포넌트</a:t>
              </a:r>
            </a:p>
          </p:txBody>
        </p:sp>
        <p:sp>
          <p:nvSpPr>
            <p:cNvPr id="86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12917" y="368300"/>
            <a:ext cx="12140983" cy="261610"/>
            <a:chOff x="660400" y="368300"/>
            <a:chExt cx="11493500" cy="261610"/>
          </a:xfrm>
        </p:grpSpPr>
        <p:sp>
          <p:nvSpPr>
            <p:cNvPr id="93" name="TextBox 92"/>
            <p:cNvSpPr txBox="1"/>
            <p:nvPr/>
          </p:nvSpPr>
          <p:spPr>
            <a:xfrm>
              <a:off x="660400" y="368300"/>
              <a:ext cx="180614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공지사항  &gt;  상세 보기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200555" y="381000"/>
              <a:ext cx="19533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공지사항  &gt;  상세보기</a:t>
              </a:r>
            </a:p>
          </p:txBody>
        </p:sp>
      </p:grpSp>
      <p:grpSp>
        <p:nvGrpSpPr>
          <p:cNvPr id="95" name="그룹 94"/>
          <p:cNvGrpSpPr/>
          <p:nvPr/>
        </p:nvGrpSpPr>
        <p:grpSpPr>
          <a:xfrm>
            <a:off x="431800" y="5256847"/>
            <a:ext cx="8828237" cy="1246832"/>
            <a:chOff x="927100" y="5275897"/>
            <a:chExt cx="8455616" cy="1246832"/>
          </a:xfrm>
        </p:grpSpPr>
        <p:sp>
          <p:nvSpPr>
            <p:cNvPr id="96" name="TextBox 95"/>
            <p:cNvSpPr txBox="1"/>
            <p:nvPr/>
          </p:nvSpPr>
          <p:spPr>
            <a:xfrm>
              <a:off x="927100" y="5275897"/>
              <a:ext cx="363446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뱃지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공지사항이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속한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대변인방·온라인방·외신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)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시각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구분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807065" y="5275897"/>
              <a:ext cx="8892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848600" y="5275897"/>
              <a:ext cx="126389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채널별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색상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코드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상이</a:t>
              </a:r>
              <a:endParaRPr sz="900" dirty="0">
                <a:latin typeface="+mn-ea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27100" y="5479097"/>
              <a:ext cx="34686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[공지] 태그 — 공지 고정 항목임을 표시, 분류='공지 고정'일 때 노출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807065" y="5479097"/>
              <a:ext cx="8892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848600" y="5479097"/>
              <a:ext cx="13437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일반 게시물에는 미표시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27100" y="5682297"/>
              <a:ext cx="354234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본문 내용 영역 — 에디터로 작성된 내용 렌더링; 이미지·표 포함 가능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807065" y="5682297"/>
              <a:ext cx="8892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848600" y="5682297"/>
              <a:ext cx="13744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길이에 따라 스크롤 발생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27100" y="5885497"/>
              <a:ext cx="25351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첨부파일 [다운로드] 클릭 → 해당 파일 다운로드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610541" y="5885497"/>
              <a:ext cx="12823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링크 클릭 (Download)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848600" y="5885497"/>
              <a:ext cx="14051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파일 미존재 시 오류 알림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27100" y="6088697"/>
              <a:ext cx="303261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이전·다음 글 제목 클릭 → 해당 공지사항 상세 보기로 이동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761004" y="6088697"/>
              <a:ext cx="9813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링크 클릭 (Link)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848600" y="6088697"/>
              <a:ext cx="14051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같은 채널 필터 기준 순서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27100" y="6291897"/>
              <a:ext cx="45003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[목록으로] → SCR-NEW-101 / [수정] → SCR-NEW-102(수정 모드) / [삭제] → 확인 팝업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742580" y="6291897"/>
              <a:ext cx="10182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버튼 클릭 (Click)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848600" y="6291897"/>
              <a:ext cx="15341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수정·삭제: 작성자·관리자만</a:t>
              </a: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0016776" y="6642100"/>
            <a:ext cx="213712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SCR-NEW-103  |  공지사항 상세 보기</a:t>
            </a:r>
          </a:p>
        </p:txBody>
      </p:sp>
      <p:grpSp>
        <p:nvGrpSpPr>
          <p:cNvPr id="115" name="그룹 114"/>
          <p:cNvGrpSpPr/>
          <p:nvPr/>
        </p:nvGrpSpPr>
        <p:grpSpPr>
          <a:xfrm>
            <a:off x="9779000" y="1092200"/>
            <a:ext cx="2324100" cy="2453332"/>
            <a:chOff x="9779000" y="1092200"/>
            <a:chExt cx="2324100" cy="2453332"/>
          </a:xfrm>
        </p:grpSpPr>
        <p:sp>
          <p:nvSpPr>
            <p:cNvPr id="116" name="TextBox 115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SCR-NEW-103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상세 보기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&gt; 상세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779000" y="2552700"/>
              <a:ext cx="168507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채널 뱃지 — 소속 채널 표시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779000" y="2705100"/>
              <a:ext cx="17620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공지 태그 — [공지] 고정 표시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779000" y="28575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본문 영역 — 에디터 렌더링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9779000" y="3009900"/>
              <a:ext cx="12426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파일 다운로드 버튼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9779000" y="31623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이전/다음 글 네비게이션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9779000" y="3314700"/>
              <a:ext cx="161454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 — 목록/수정/삭제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-7038" y="641350"/>
            <a:ext cx="9697138" cy="533400"/>
            <a:chOff x="-7038" y="641350"/>
            <a:chExt cx="9697138" cy="533400"/>
          </a:xfrm>
        </p:grpSpPr>
        <p:sp>
          <p:nvSpPr>
            <p:cNvPr id="132" name="Rectangle 18"/>
            <p:cNvSpPr/>
            <p:nvPr/>
          </p:nvSpPr>
          <p:spPr>
            <a:xfrm>
              <a:off x="-7038" y="641350"/>
              <a:ext cx="9697138" cy="5334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126" name="그룹 125"/>
            <p:cNvGrpSpPr/>
            <p:nvPr/>
          </p:nvGrpSpPr>
          <p:grpSpPr>
            <a:xfrm>
              <a:off x="50112" y="685800"/>
              <a:ext cx="4785344" cy="307777"/>
              <a:chOff x="635000" y="673100"/>
              <a:chExt cx="4785344" cy="307777"/>
            </a:xfrm>
          </p:grpSpPr>
          <p:sp>
            <p:nvSpPr>
              <p:cNvPr id="127" name="Rectangle 19"/>
              <p:cNvSpPr/>
              <p:nvPr/>
            </p:nvSpPr>
            <p:spPr>
              <a:xfrm>
                <a:off x="635000" y="698500"/>
                <a:ext cx="660400" cy="177800"/>
              </a:xfrm>
              <a:prstGeom prst="rect">
                <a:avLst/>
              </a:prstGeom>
              <a:solidFill>
                <a:srgbClr val="1F5CB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642034" y="685800"/>
                <a:ext cx="6463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대변인방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29" name="Rectangle 21"/>
              <p:cNvSpPr/>
              <p:nvPr/>
            </p:nvSpPr>
            <p:spPr>
              <a:xfrm>
                <a:off x="1346200" y="698500"/>
                <a:ext cx="381000" cy="1778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1290479" y="685800"/>
                <a:ext cx="49244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[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공지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]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1778000" y="673100"/>
                <a:ext cx="36423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400" dirty="0">
                    <a:solidFill>
                      <a:srgbClr val="1E2D45"/>
                    </a:solidFill>
                    <a:latin typeface="+mn-ea"/>
                  </a:rPr>
                  <a:t>[</a:t>
                </a:r>
                <a:r>
                  <a:rPr sz="1400" dirty="0" err="1">
                    <a:solidFill>
                      <a:srgbClr val="1E2D45"/>
                    </a:solidFill>
                    <a:latin typeface="+mn-ea"/>
                  </a:rPr>
                  <a:t>공지</a:t>
                </a:r>
                <a:r>
                  <a:rPr sz="1400" dirty="0">
                    <a:solidFill>
                      <a:srgbClr val="1E2D45"/>
                    </a:solidFill>
                    <a:latin typeface="+mn-ea"/>
                  </a:rPr>
                  <a:t>] 2026년도 </a:t>
                </a:r>
                <a:r>
                  <a:rPr sz="1400" dirty="0" err="1">
                    <a:solidFill>
                      <a:srgbClr val="1E2D45"/>
                    </a:solidFill>
                    <a:latin typeface="+mn-ea"/>
                  </a:rPr>
                  <a:t>상반기</a:t>
                </a:r>
                <a:r>
                  <a:rPr sz="1400" dirty="0">
                    <a:solidFill>
                      <a:srgbClr val="1E2D45"/>
                    </a:solidFill>
                    <a:latin typeface="+mn-ea"/>
                  </a:rPr>
                  <a:t> </a:t>
                </a:r>
                <a:r>
                  <a:rPr sz="1400" dirty="0" err="1">
                    <a:solidFill>
                      <a:srgbClr val="1E2D45"/>
                    </a:solidFill>
                    <a:latin typeface="+mn-ea"/>
                  </a:rPr>
                  <a:t>홍보업무</a:t>
                </a:r>
                <a:r>
                  <a:rPr sz="1400" dirty="0">
                    <a:solidFill>
                      <a:srgbClr val="1E2D45"/>
                    </a:solidFill>
                    <a:latin typeface="+mn-ea"/>
                  </a:rPr>
                  <a:t> </a:t>
                </a:r>
                <a:r>
                  <a:rPr sz="1400" dirty="0" err="1">
                    <a:solidFill>
                      <a:srgbClr val="1E2D45"/>
                    </a:solidFill>
                    <a:latin typeface="+mn-ea"/>
                  </a:rPr>
                  <a:t>협조</a:t>
                </a:r>
                <a:r>
                  <a:rPr sz="1400" dirty="0">
                    <a:solidFill>
                      <a:srgbClr val="1E2D45"/>
                    </a:solidFill>
                    <a:latin typeface="+mn-ea"/>
                  </a:rPr>
                  <a:t> </a:t>
                </a:r>
                <a:r>
                  <a:rPr sz="1400" dirty="0" err="1">
                    <a:solidFill>
                      <a:srgbClr val="1E2D45"/>
                    </a:solidFill>
                    <a:latin typeface="+mn-ea"/>
                  </a:rPr>
                  <a:t>요청</a:t>
                </a:r>
                <a:endParaRPr sz="1400" dirty="0">
                  <a:solidFill>
                    <a:srgbClr val="1E2D45"/>
                  </a:solidFill>
                  <a:latin typeface="+mn-ea"/>
                </a:endParaRPr>
              </a:p>
            </p:txBody>
          </p:sp>
        </p:grpSp>
      </p:grpSp>
      <p:sp>
        <p:nvSpPr>
          <p:cNvPr id="150" name="TextBox 149"/>
          <p:cNvSpPr txBox="1"/>
          <p:nvPr/>
        </p:nvSpPr>
        <p:spPr>
          <a:xfrm>
            <a:off x="6932037" y="3572718"/>
            <a:ext cx="595035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+mn-ea"/>
              </a:rPr>
              <a:t>다운로드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32037" y="3705618"/>
            <a:ext cx="595035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+mn-ea"/>
              </a:rPr>
              <a:t>다운로드</a:t>
            </a:r>
          </a:p>
        </p:txBody>
      </p:sp>
      <p:grpSp>
        <p:nvGrpSpPr>
          <p:cNvPr id="162" name="그룹 161"/>
          <p:cNvGrpSpPr/>
          <p:nvPr/>
        </p:nvGrpSpPr>
        <p:grpSpPr>
          <a:xfrm>
            <a:off x="9266" y="1193800"/>
            <a:ext cx="9680834" cy="2997199"/>
            <a:chOff x="9266" y="1193800"/>
            <a:chExt cx="9680834" cy="2997199"/>
          </a:xfrm>
        </p:grpSpPr>
        <p:sp>
          <p:nvSpPr>
            <p:cNvPr id="135" name="Rectangle 26"/>
            <p:cNvSpPr/>
            <p:nvPr/>
          </p:nvSpPr>
          <p:spPr>
            <a:xfrm>
              <a:off x="9266" y="1193800"/>
              <a:ext cx="9680834" cy="212641"/>
            </a:xfrm>
            <a:prstGeom prst="rect">
              <a:avLst/>
            </a:prstGeom>
            <a:solidFill>
              <a:srgbClr val="F0F2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30276" y="1197520"/>
              <a:ext cx="76174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작성자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(과):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775665" y="1197520"/>
              <a:ext cx="76174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945433" y="1197520"/>
              <a:ext cx="56938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작성일: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590822" y="1197520"/>
              <a:ext cx="76174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2026.05.20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760589" y="1197520"/>
              <a:ext cx="56938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조회수: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4405978" y="1197520"/>
              <a:ext cx="38664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342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575746" y="1197520"/>
              <a:ext cx="4539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분류: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221134" y="119752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공지 고정</a:t>
              </a:r>
            </a:p>
          </p:txBody>
        </p:sp>
        <p:sp>
          <p:nvSpPr>
            <p:cNvPr id="144" name="Rectangle 35"/>
            <p:cNvSpPr/>
            <p:nvPr/>
          </p:nvSpPr>
          <p:spPr>
            <a:xfrm>
              <a:off x="9266" y="1406441"/>
              <a:ext cx="9680834" cy="1966926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30276" y="1459601"/>
              <a:ext cx="914301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안녕하세요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.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소통협력과입니다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.
2026년도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상반기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홍보업무와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관련하여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각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기관의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협조를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요청드립니다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.
■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요청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사항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
  1.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상반기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홍보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계획서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(6월 15일까지)
  2.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주요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정책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홍보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소재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공유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(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상시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)
  3. SNS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운영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현황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보고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(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분기별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)
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문의사항은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(044-203-2960)로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연락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바랍니다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.</a:t>
              </a:r>
            </a:p>
          </p:txBody>
        </p:sp>
        <p:sp>
          <p:nvSpPr>
            <p:cNvPr id="146" name="Rectangle 38"/>
            <p:cNvSpPr/>
            <p:nvPr/>
          </p:nvSpPr>
          <p:spPr>
            <a:xfrm>
              <a:off x="9266" y="3373366"/>
              <a:ext cx="9680834" cy="604697"/>
            </a:xfrm>
            <a:prstGeom prst="rect">
              <a:avLst/>
            </a:prstGeom>
            <a:solidFill>
              <a:srgbClr val="F8F9FA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03385" y="3353463"/>
              <a:ext cx="9348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첨부파일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(2개)</a:t>
              </a:r>
            </a:p>
          </p:txBody>
        </p:sp>
        <p:grpSp>
          <p:nvGrpSpPr>
            <p:cNvPr id="160" name="그룹 159"/>
            <p:cNvGrpSpPr/>
            <p:nvPr/>
          </p:nvGrpSpPr>
          <p:grpSpPr>
            <a:xfrm>
              <a:off x="103385" y="3497666"/>
              <a:ext cx="6722801" cy="393545"/>
              <a:chOff x="103385" y="3497666"/>
              <a:chExt cx="6722801" cy="393545"/>
            </a:xfrm>
          </p:grpSpPr>
          <p:sp>
            <p:nvSpPr>
              <p:cNvPr id="148" name="Rectangle 40"/>
              <p:cNvSpPr/>
              <p:nvPr/>
            </p:nvSpPr>
            <p:spPr>
              <a:xfrm>
                <a:off x="103385" y="3539928"/>
                <a:ext cx="6722801" cy="13911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141341" y="3497666"/>
                <a:ext cx="291778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F5CBF"/>
                    </a:solidFill>
                    <a:latin typeface="+mn-ea"/>
                  </a:rPr>
                  <a:t>📎 </a:t>
                </a:r>
                <a:r>
                  <a:rPr lang="en-US" sz="900" dirty="0">
                    <a:solidFill>
                      <a:srgbClr val="1F5CBF"/>
                    </a:solidFill>
                    <a:latin typeface="+mn-ea"/>
                  </a:rPr>
                  <a:t>  </a:t>
                </a:r>
                <a:r>
                  <a:rPr sz="900" dirty="0">
                    <a:solidFill>
                      <a:srgbClr val="1F5CBF"/>
                    </a:solidFill>
                    <a:latin typeface="+mn-ea"/>
                  </a:rPr>
                  <a:t>2026_상반기_홍보업무_협조요청.hwp  (128KB)</a:t>
                </a:r>
              </a:p>
            </p:txBody>
          </p:sp>
          <p:sp>
            <p:nvSpPr>
              <p:cNvPr id="151" name="Rectangle 44"/>
              <p:cNvSpPr/>
              <p:nvPr/>
            </p:nvSpPr>
            <p:spPr>
              <a:xfrm>
                <a:off x="103385" y="3692328"/>
                <a:ext cx="6722801" cy="145448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143722" y="3660379"/>
                <a:ext cx="200086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F5CBF"/>
                    </a:solidFill>
                    <a:latin typeface="+mn-ea"/>
                  </a:rPr>
                  <a:t>📎 </a:t>
                </a:r>
                <a:r>
                  <a:rPr lang="en-US" sz="900" dirty="0">
                    <a:solidFill>
                      <a:srgbClr val="1F5CBF"/>
                    </a:solidFill>
                    <a:latin typeface="+mn-ea"/>
                  </a:rPr>
                  <a:t>  </a:t>
                </a:r>
                <a:r>
                  <a:rPr sz="900" dirty="0">
                    <a:solidFill>
                      <a:srgbClr val="1F5CBF"/>
                    </a:solidFill>
                    <a:latin typeface="+mn-ea"/>
                  </a:rPr>
                  <a:t>홍보계획서_양식.xlsx  (45KB)</a:t>
                </a:r>
              </a:p>
            </p:txBody>
          </p:sp>
        </p:grpSp>
        <p:sp>
          <p:nvSpPr>
            <p:cNvPr id="154" name="Rectangle 49"/>
            <p:cNvSpPr/>
            <p:nvPr/>
          </p:nvSpPr>
          <p:spPr>
            <a:xfrm>
              <a:off x="9266" y="3878388"/>
              <a:ext cx="9680834" cy="312611"/>
            </a:xfrm>
            <a:prstGeom prst="rect">
              <a:avLst/>
            </a:prstGeom>
            <a:solidFill>
              <a:srgbClr val="F5F5F5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159" name="그룹 158"/>
          <p:cNvGrpSpPr/>
          <p:nvPr/>
        </p:nvGrpSpPr>
        <p:grpSpPr>
          <a:xfrm>
            <a:off x="103385" y="3843563"/>
            <a:ext cx="3019659" cy="396263"/>
            <a:chOff x="103385" y="3826644"/>
            <a:chExt cx="3019659" cy="519243"/>
          </a:xfrm>
        </p:grpSpPr>
        <p:sp>
          <p:nvSpPr>
            <p:cNvPr id="155" name="TextBox 154"/>
            <p:cNvSpPr txBox="1"/>
            <p:nvPr/>
          </p:nvSpPr>
          <p:spPr>
            <a:xfrm>
              <a:off x="103385" y="3838627"/>
              <a:ext cx="708848" cy="302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445064"/>
                  </a:solidFill>
                  <a:latin typeface="+mn-ea"/>
                </a:rPr>
                <a:t>▲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이전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글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816002" y="3826644"/>
              <a:ext cx="2307042" cy="302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F5CBF"/>
                  </a:solidFill>
                  <a:latin typeface="+mn-ea"/>
                </a:rPr>
                <a:t>[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] SNS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운영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지침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업데이트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안내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03385" y="4043418"/>
              <a:ext cx="708848" cy="302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445064"/>
                  </a:solidFill>
                  <a:latin typeface="+mn-ea"/>
                </a:rPr>
                <a:t>▼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다음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글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816002" y="4043417"/>
              <a:ext cx="2172390" cy="302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F5CBF"/>
                  </a:solidFill>
                  <a:latin typeface="+mn-ea"/>
                </a:rPr>
                <a:t>6월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정례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대변인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협의회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자료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안내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</p:grpSp>
      <p:grpSp>
        <p:nvGrpSpPr>
          <p:cNvPr id="163" name="그룹 162"/>
          <p:cNvGrpSpPr/>
          <p:nvPr/>
        </p:nvGrpSpPr>
        <p:grpSpPr>
          <a:xfrm>
            <a:off x="3295649" y="4367211"/>
            <a:ext cx="5144066" cy="278487"/>
            <a:chOff x="3302000" y="4089400"/>
            <a:chExt cx="5144066" cy="278487"/>
          </a:xfrm>
        </p:grpSpPr>
        <p:sp>
          <p:nvSpPr>
            <p:cNvPr id="164" name="Rectangle 55"/>
            <p:cNvSpPr/>
            <p:nvPr/>
          </p:nvSpPr>
          <p:spPr>
            <a:xfrm>
              <a:off x="3302000" y="4089400"/>
              <a:ext cx="9398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423086" y="4121666"/>
              <a:ext cx="69762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목록으로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66" name="Rectangle 57"/>
            <p:cNvSpPr/>
            <p:nvPr/>
          </p:nvSpPr>
          <p:spPr>
            <a:xfrm>
              <a:off x="4343400" y="4089400"/>
              <a:ext cx="939800" cy="254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557461" y="4121666"/>
              <a:ext cx="5116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FFFFFF"/>
                  </a:solidFill>
                  <a:latin typeface="+mn-ea"/>
                </a:rPr>
                <a:t>수  정</a:t>
              </a:r>
            </a:p>
          </p:txBody>
        </p:sp>
        <p:sp>
          <p:nvSpPr>
            <p:cNvPr id="168" name="Rectangle 59"/>
            <p:cNvSpPr/>
            <p:nvPr/>
          </p:nvSpPr>
          <p:spPr>
            <a:xfrm>
              <a:off x="5384800" y="4089400"/>
              <a:ext cx="939800" cy="254000"/>
            </a:xfrm>
            <a:prstGeom prst="rect">
              <a:avLst/>
            </a:prstGeom>
            <a:solidFill>
              <a:srgbClr val="CC33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5598861" y="4121666"/>
              <a:ext cx="5116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FFFFFF"/>
                  </a:solidFill>
                  <a:latin typeface="+mn-ea"/>
                </a:rPr>
                <a:t>삭  제</a:t>
              </a: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6286500" y="4127500"/>
              <a:ext cx="215956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AAAAAA"/>
                  </a:solidFill>
                  <a:latin typeface="+mn-ea"/>
                </a:rPr>
                <a:t>*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수정·삭제는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작성자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관리자만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가능</a:t>
              </a:r>
              <a:endParaRPr sz="900" dirty="0">
                <a:solidFill>
                  <a:srgbClr val="AAAAAA"/>
                </a:solidFill>
                <a:latin typeface="+mn-ea"/>
              </a:endParaRPr>
            </a:p>
          </p:txBody>
        </p:sp>
      </p:grpSp>
      <p:sp>
        <p:nvSpPr>
          <p:cNvPr id="177" name="모서리가 둥근 직사각형 176"/>
          <p:cNvSpPr/>
          <p:nvPr/>
        </p:nvSpPr>
        <p:spPr>
          <a:xfrm>
            <a:off x="3225114" y="4336321"/>
            <a:ext cx="3173341" cy="32217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6863466" y="3482799"/>
            <a:ext cx="635000" cy="468464"/>
            <a:chOff x="7048500" y="3379966"/>
            <a:chExt cx="635000" cy="353581"/>
          </a:xfrm>
        </p:grpSpPr>
        <p:sp>
          <p:nvSpPr>
            <p:cNvPr id="180" name="Rectangle 42"/>
            <p:cNvSpPr/>
            <p:nvPr/>
          </p:nvSpPr>
          <p:spPr>
            <a:xfrm>
              <a:off x="7048500" y="3403306"/>
              <a:ext cx="635000" cy="11929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7068482" y="3379966"/>
              <a:ext cx="595035" cy="20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 dirty="0" err="1">
                  <a:solidFill>
                    <a:srgbClr val="FFFFFF"/>
                  </a:solidFill>
                  <a:latin typeface="+mn-ea"/>
                </a:rPr>
                <a:t>다운로드</a:t>
              </a:r>
              <a:endParaRPr sz="8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82" name="Rectangle 46"/>
            <p:cNvSpPr/>
            <p:nvPr/>
          </p:nvSpPr>
          <p:spPr>
            <a:xfrm>
              <a:off x="7048500" y="3556000"/>
              <a:ext cx="635000" cy="1143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7068482" y="3527669"/>
              <a:ext cx="595035" cy="205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 dirty="0" err="1">
                  <a:solidFill>
                    <a:srgbClr val="FFFFFF"/>
                  </a:solidFill>
                  <a:latin typeface="+mn-ea"/>
                </a:rPr>
                <a:t>다운로드</a:t>
              </a:r>
              <a:endParaRPr sz="8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999888" y="847150"/>
            <a:ext cx="216000" cy="216000"/>
            <a:chOff x="3966029" y="6357600"/>
            <a:chExt cx="216000" cy="216000"/>
          </a:xfrm>
        </p:grpSpPr>
        <p:sp>
          <p:nvSpPr>
            <p:cNvPr id="185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966029" y="6373761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187" name="그룹 186"/>
          <p:cNvGrpSpPr/>
          <p:nvPr/>
        </p:nvGrpSpPr>
        <p:grpSpPr>
          <a:xfrm>
            <a:off x="35722" y="843550"/>
            <a:ext cx="216000" cy="216000"/>
            <a:chOff x="3966029" y="6357600"/>
            <a:chExt cx="216000" cy="216000"/>
          </a:xfrm>
        </p:grpSpPr>
        <p:sp>
          <p:nvSpPr>
            <p:cNvPr id="188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90" name="그룹 189"/>
          <p:cNvGrpSpPr/>
          <p:nvPr/>
        </p:nvGrpSpPr>
        <p:grpSpPr>
          <a:xfrm>
            <a:off x="1500857" y="1366725"/>
            <a:ext cx="216000" cy="216000"/>
            <a:chOff x="3966029" y="6357600"/>
            <a:chExt cx="216000" cy="216000"/>
          </a:xfrm>
        </p:grpSpPr>
        <p:sp>
          <p:nvSpPr>
            <p:cNvPr id="19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7379743" y="3332242"/>
            <a:ext cx="216000" cy="216000"/>
            <a:chOff x="3966029" y="6357600"/>
            <a:chExt cx="216000" cy="216000"/>
          </a:xfrm>
        </p:grpSpPr>
        <p:sp>
          <p:nvSpPr>
            <p:cNvPr id="19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96" name="그룹 195"/>
          <p:cNvGrpSpPr/>
          <p:nvPr/>
        </p:nvGrpSpPr>
        <p:grpSpPr>
          <a:xfrm>
            <a:off x="156164" y="4120321"/>
            <a:ext cx="216000" cy="216000"/>
            <a:chOff x="3966029" y="6357600"/>
            <a:chExt cx="216000" cy="216000"/>
          </a:xfrm>
        </p:grpSpPr>
        <p:sp>
          <p:nvSpPr>
            <p:cNvPr id="19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99" name="그룹 198"/>
          <p:cNvGrpSpPr/>
          <p:nvPr/>
        </p:nvGrpSpPr>
        <p:grpSpPr>
          <a:xfrm>
            <a:off x="3009114" y="4295077"/>
            <a:ext cx="216000" cy="216000"/>
            <a:chOff x="3966029" y="6357600"/>
            <a:chExt cx="216000" cy="216000"/>
          </a:xfrm>
        </p:grpSpPr>
        <p:sp>
          <p:nvSpPr>
            <p:cNvPr id="20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02" name="Rectangle 20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5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C234C68-D424-A66C-041D-AC3961E9ECA9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59DE049-2A4D-6301-0052-9DA7562CF8E3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3D6981C-4064-AC2E-B7EB-DED6A5B4D77F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EE0556-5B8C-07E0-017F-68A963F9AF33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96DDB4-C8FF-803F-72A0-19FCBD6FC6A0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18F8441-298A-41AA-E4FA-14709C60B25B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322C26-554C-0D20-F9B0-A499DE211DCF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4FC2C3B-7613-2FE0-2DFB-6A5E859C8503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29175EB-5250-E400-5F93-DCA154CA000A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87460FE-9175-63CB-9021-7EA007180D4E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74C1669-5F34-F98A-EC0B-912CCE4DF0DA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C618A20-7847-B2A9-6E31-59D63BA55561}"/>
              </a:ext>
            </a:extLst>
          </p:cNvPr>
          <p:cNvGrpSpPr/>
          <p:nvPr/>
        </p:nvGrpSpPr>
        <p:grpSpPr>
          <a:xfrm>
            <a:off x="-8170" y="5251087"/>
            <a:ext cx="388800" cy="1180038"/>
            <a:chOff x="-8170" y="5251087"/>
            <a:chExt cx="388800" cy="1180038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FDD885C-2C4D-BD5D-8554-DB251241D505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65600"/>
              <a:chOff x="-6196500" y="784788"/>
              <a:chExt cx="388800" cy="165600"/>
            </a:xfrm>
          </p:grpSpPr>
          <p:sp>
            <p:nvSpPr>
              <p:cNvPr id="178" name="Oval 468">
                <a:extLst>
                  <a:ext uri="{FF2B5EF4-FFF2-40B4-BE49-F238E27FC236}">
                    <a16:creationId xmlns:a16="http://schemas.microsoft.com/office/drawing/2014/main" id="{734656C2-5636-2C10-0621-F9E39128134E}"/>
                  </a:ext>
                </a:extLst>
              </p:cNvPr>
              <p:cNvSpPr/>
              <p:nvPr/>
            </p:nvSpPr>
            <p:spPr>
              <a:xfrm>
                <a:off x="-6084900" y="784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6BC446E5-E3A9-4164-BB7E-AFE7B90347E0}"/>
                  </a:ext>
                </a:extLst>
              </p:cNvPr>
              <p:cNvSpPr txBox="1"/>
              <p:nvPr/>
            </p:nvSpPr>
            <p:spPr>
              <a:xfrm>
                <a:off x="-6196500" y="7847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1</a:t>
                </a: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D94B83AF-7A90-EC05-B81B-DB34013AC3DB}"/>
                </a:ext>
              </a:extLst>
            </p:cNvPr>
            <p:cNvGrpSpPr/>
            <p:nvPr/>
          </p:nvGrpSpPr>
          <p:grpSpPr>
            <a:xfrm>
              <a:off x="-8170" y="5456570"/>
              <a:ext cx="388800" cy="165600"/>
              <a:chOff x="-6196500" y="1051188"/>
              <a:chExt cx="388800" cy="165600"/>
            </a:xfrm>
          </p:grpSpPr>
          <p:sp>
            <p:nvSpPr>
              <p:cNvPr id="175" name="Oval 474">
                <a:extLst>
                  <a:ext uri="{FF2B5EF4-FFF2-40B4-BE49-F238E27FC236}">
                    <a16:creationId xmlns:a16="http://schemas.microsoft.com/office/drawing/2014/main" id="{D348D4AB-AFA5-DABC-7641-421EF79CC911}"/>
                  </a:ext>
                </a:extLst>
              </p:cNvPr>
              <p:cNvSpPr/>
              <p:nvPr/>
            </p:nvSpPr>
            <p:spPr>
              <a:xfrm>
                <a:off x="-6084900" y="10511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6C4983DF-6EFC-D395-7488-31EFE74326D1}"/>
                  </a:ext>
                </a:extLst>
              </p:cNvPr>
              <p:cNvSpPr txBox="1"/>
              <p:nvPr/>
            </p:nvSpPr>
            <p:spPr>
              <a:xfrm>
                <a:off x="-6196500" y="10511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2</a:t>
                </a:r>
              </a:p>
            </p:txBody>
          </p:sp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B79873D-A5D6-7DAD-253E-02F1320BF94B}"/>
                </a:ext>
              </a:extLst>
            </p:cNvPr>
            <p:cNvGrpSpPr/>
            <p:nvPr/>
          </p:nvGrpSpPr>
          <p:grpSpPr>
            <a:xfrm>
              <a:off x="-8170" y="5655503"/>
              <a:ext cx="388800" cy="165600"/>
              <a:chOff x="-6196500" y="1317588"/>
              <a:chExt cx="388800" cy="165600"/>
            </a:xfrm>
          </p:grpSpPr>
          <p:sp>
            <p:nvSpPr>
              <p:cNvPr id="173" name="Oval 480">
                <a:extLst>
                  <a:ext uri="{FF2B5EF4-FFF2-40B4-BE49-F238E27FC236}">
                    <a16:creationId xmlns:a16="http://schemas.microsoft.com/office/drawing/2014/main" id="{5A432B88-F222-9544-CED9-6D70AA8B9FA4}"/>
                  </a:ext>
                </a:extLst>
              </p:cNvPr>
              <p:cNvSpPr/>
              <p:nvPr/>
            </p:nvSpPr>
            <p:spPr>
              <a:xfrm>
                <a:off x="-6084900" y="13175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D305811-0E54-47C6-C443-271410759B19}"/>
                  </a:ext>
                </a:extLst>
              </p:cNvPr>
              <p:cNvSpPr txBox="1"/>
              <p:nvPr/>
            </p:nvSpPr>
            <p:spPr>
              <a:xfrm>
                <a:off x="-6196500" y="13175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3</a:t>
                </a:r>
              </a:p>
            </p:txBody>
          </p:sp>
        </p:grp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CCE63DA1-5510-87F8-DBD4-DE52209DF67C}"/>
                </a:ext>
              </a:extLst>
            </p:cNvPr>
            <p:cNvGrpSpPr/>
            <p:nvPr/>
          </p:nvGrpSpPr>
          <p:grpSpPr>
            <a:xfrm>
              <a:off x="-8170" y="5862505"/>
              <a:ext cx="388800" cy="165600"/>
              <a:chOff x="-6196500" y="1583988"/>
              <a:chExt cx="388800" cy="165600"/>
            </a:xfrm>
          </p:grpSpPr>
          <p:sp>
            <p:nvSpPr>
              <p:cNvPr id="171" name="Oval 486">
                <a:extLst>
                  <a:ext uri="{FF2B5EF4-FFF2-40B4-BE49-F238E27FC236}">
                    <a16:creationId xmlns:a16="http://schemas.microsoft.com/office/drawing/2014/main" id="{92530848-3B4B-58DA-E968-DD1E9619615C}"/>
                  </a:ext>
                </a:extLst>
              </p:cNvPr>
              <p:cNvSpPr/>
              <p:nvPr/>
            </p:nvSpPr>
            <p:spPr>
              <a:xfrm>
                <a:off x="-6084900" y="15839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440BD0B0-D90A-4D37-61AD-5DD7A8287D49}"/>
                  </a:ext>
                </a:extLst>
              </p:cNvPr>
              <p:cNvSpPr txBox="1"/>
              <p:nvPr/>
            </p:nvSpPr>
            <p:spPr>
              <a:xfrm>
                <a:off x="-6196500" y="15839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4</a:t>
                </a: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35591A8-249E-7049-58BB-BACF2A3F78DA}"/>
                </a:ext>
              </a:extLst>
            </p:cNvPr>
            <p:cNvGrpSpPr/>
            <p:nvPr/>
          </p:nvGrpSpPr>
          <p:grpSpPr>
            <a:xfrm>
              <a:off x="-8170" y="6062807"/>
              <a:ext cx="388800" cy="165600"/>
              <a:chOff x="-6196500" y="1850388"/>
              <a:chExt cx="388800" cy="165600"/>
            </a:xfrm>
          </p:grpSpPr>
          <p:sp>
            <p:nvSpPr>
              <p:cNvPr id="134" name="Oval 492">
                <a:extLst>
                  <a:ext uri="{FF2B5EF4-FFF2-40B4-BE49-F238E27FC236}">
                    <a16:creationId xmlns:a16="http://schemas.microsoft.com/office/drawing/2014/main" id="{E5291750-C99D-553A-6076-4BCC11CF1BC8}"/>
                  </a:ext>
                </a:extLst>
              </p:cNvPr>
              <p:cNvSpPr/>
              <p:nvPr/>
            </p:nvSpPr>
            <p:spPr>
              <a:xfrm>
                <a:off x="-6084900" y="18503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440D135-E2A2-A8AE-9014-34C9FC230C50}"/>
                  </a:ext>
                </a:extLst>
              </p:cNvPr>
              <p:cNvSpPr txBox="1"/>
              <p:nvPr/>
            </p:nvSpPr>
            <p:spPr>
              <a:xfrm>
                <a:off x="-6196500" y="18503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5</a:t>
                </a: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D6BE2676-4FBA-6DF5-BDBB-91061CC1D8B6}"/>
                </a:ext>
              </a:extLst>
            </p:cNvPr>
            <p:cNvGrpSpPr/>
            <p:nvPr/>
          </p:nvGrpSpPr>
          <p:grpSpPr>
            <a:xfrm>
              <a:off x="-8170" y="6265525"/>
              <a:ext cx="388800" cy="165600"/>
              <a:chOff x="-6201094" y="2116788"/>
              <a:chExt cx="388800" cy="165600"/>
            </a:xfrm>
          </p:grpSpPr>
          <p:sp>
            <p:nvSpPr>
              <p:cNvPr id="90" name="Oval 492">
                <a:extLst>
                  <a:ext uri="{FF2B5EF4-FFF2-40B4-BE49-F238E27FC236}">
                    <a16:creationId xmlns:a16="http://schemas.microsoft.com/office/drawing/2014/main" id="{67C6FE24-A6AC-95E4-1591-A3CEAC321AC7}"/>
                  </a:ext>
                </a:extLst>
              </p:cNvPr>
              <p:cNvSpPr/>
              <p:nvPr/>
            </p:nvSpPr>
            <p:spPr>
              <a:xfrm>
                <a:off x="-6089494" y="2116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3A3C990-FD3F-78CA-63DB-B9FA56C04C85}"/>
                  </a:ext>
                </a:extLst>
              </p:cNvPr>
              <p:cNvSpPr txBox="1"/>
              <p:nvPr/>
            </p:nvSpPr>
            <p:spPr>
              <a:xfrm>
                <a:off x="-6201094" y="2130338"/>
                <a:ext cx="388800" cy="138499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Noto Sans KR"/>
                  </a:rPr>
                  <a:t>6</a:t>
                </a:r>
                <a:endParaRPr sz="900" b="1" dirty="0">
                  <a:solidFill>
                    <a:srgbClr val="FFFFFF"/>
                  </a:solidFill>
                  <a:latin typeface="Noto Sans K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8202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-8054" y="-7157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-20942" y="-7554"/>
            <a:ext cx="12220541" cy="6865210"/>
            <a:chOff x="-28541" y="-7210"/>
            <a:chExt cx="12220541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1" y="5011111"/>
              <a:ext cx="12220541" cy="1575435"/>
              <a:chOff x="525572" y="5015865"/>
              <a:chExt cx="11666428" cy="1575435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2" y="501586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6" y="501586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3" y="501586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1586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1900" cy="4375271"/>
              <a:chOff x="9690100" y="635000"/>
              <a:chExt cx="250190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73100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49500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사용</a:t>
                </a:r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컴포넌트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656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656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940354" y="63500"/>
            <a:ext cx="1188146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4956" y="362466"/>
            <a:ext cx="1069524" cy="2616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+mn-ea"/>
              </a:rPr>
              <a:t>자료요청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008761" y="6642100"/>
            <a:ext cx="2145139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SCR-NEW-201  |  자료요청 목록 화면</a:t>
            </a:r>
          </a:p>
        </p:txBody>
      </p:sp>
      <p:grpSp>
        <p:nvGrpSpPr>
          <p:cNvPr id="83" name="그룹 82"/>
          <p:cNvGrpSpPr/>
          <p:nvPr/>
        </p:nvGrpSpPr>
        <p:grpSpPr>
          <a:xfrm>
            <a:off x="-3090" y="627365"/>
            <a:ext cx="3530600" cy="304800"/>
            <a:chOff x="546100" y="635000"/>
            <a:chExt cx="3530600" cy="304800"/>
          </a:xfrm>
        </p:grpSpPr>
        <p:sp>
          <p:nvSpPr>
            <p:cNvPr id="84" name="Rectangle 18"/>
            <p:cNvSpPr/>
            <p:nvPr/>
          </p:nvSpPr>
          <p:spPr>
            <a:xfrm>
              <a:off x="546100" y="635000"/>
              <a:ext cx="889000" cy="3048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2935" y="698844"/>
              <a:ext cx="56297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FFFFFF"/>
                  </a:solidFill>
                  <a:latin typeface="+mn-ea"/>
                </a:rPr>
                <a:t>진행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중</a:t>
              </a:r>
            </a:p>
          </p:txBody>
        </p:sp>
        <p:sp>
          <p:nvSpPr>
            <p:cNvPr id="86" name="Rectangle 20"/>
            <p:cNvSpPr/>
            <p:nvPr/>
          </p:nvSpPr>
          <p:spPr>
            <a:xfrm>
              <a:off x="1435100" y="635000"/>
              <a:ext cx="11176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517081" y="698844"/>
              <a:ext cx="9412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마감 임박(D-3)</a:t>
              </a:r>
            </a:p>
          </p:txBody>
        </p:sp>
        <p:sp>
          <p:nvSpPr>
            <p:cNvPr id="88" name="Rectangle 22"/>
            <p:cNvSpPr/>
            <p:nvPr/>
          </p:nvSpPr>
          <p:spPr>
            <a:xfrm>
              <a:off x="2552700" y="635000"/>
              <a:ext cx="762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719774" y="698844"/>
              <a:ext cx="4154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마감</a:t>
              </a:r>
            </a:p>
          </p:txBody>
        </p:sp>
        <p:sp>
          <p:nvSpPr>
            <p:cNvPr id="90" name="Rectangle 24"/>
            <p:cNvSpPr/>
            <p:nvPr/>
          </p:nvSpPr>
          <p:spPr>
            <a:xfrm>
              <a:off x="3314700" y="635000"/>
              <a:ext cx="762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481774" y="698844"/>
              <a:ext cx="4154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전체</a:t>
              </a: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088" y="939800"/>
            <a:ext cx="9680834" cy="281976"/>
            <a:chOff x="546100" y="939800"/>
            <a:chExt cx="9144000" cy="281976"/>
          </a:xfrm>
        </p:grpSpPr>
        <p:sp>
          <p:nvSpPr>
            <p:cNvPr id="93" name="Rectangle 27"/>
            <p:cNvSpPr/>
            <p:nvPr/>
          </p:nvSpPr>
          <p:spPr>
            <a:xfrm>
              <a:off x="546100" y="939800"/>
              <a:ext cx="9144000" cy="279400"/>
            </a:xfrm>
            <a:prstGeom prst="rect">
              <a:avLst/>
            </a:prstGeom>
            <a:solidFill>
              <a:srgbClr val="F0F2F8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635000" y="977900"/>
              <a:ext cx="6680200" cy="203200"/>
              <a:chOff x="635000" y="977900"/>
              <a:chExt cx="6680200" cy="203200"/>
            </a:xfrm>
          </p:grpSpPr>
          <p:sp>
            <p:nvSpPr>
              <p:cNvPr id="102" name="Rectangle 28"/>
              <p:cNvSpPr/>
              <p:nvPr/>
            </p:nvSpPr>
            <p:spPr>
              <a:xfrm>
                <a:off x="635000" y="977900"/>
                <a:ext cx="660400" cy="203200"/>
              </a:xfrm>
              <a:prstGeom prst="rect">
                <a:avLst/>
              </a:prstGeom>
              <a:solidFill>
                <a:srgbClr val="1E2D45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3" name="Rectangle 30"/>
              <p:cNvSpPr/>
              <p:nvPr/>
            </p:nvSpPr>
            <p:spPr>
              <a:xfrm>
                <a:off x="1320800" y="977900"/>
                <a:ext cx="6604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4" name="Rectangle 32"/>
              <p:cNvSpPr/>
              <p:nvPr/>
            </p:nvSpPr>
            <p:spPr>
              <a:xfrm>
                <a:off x="2006600" y="977900"/>
                <a:ext cx="6604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5" name="Rectangle 34"/>
              <p:cNvSpPr/>
              <p:nvPr/>
            </p:nvSpPr>
            <p:spPr>
              <a:xfrm>
                <a:off x="2692400" y="977900"/>
                <a:ext cx="6604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6" name="Rectangle 36"/>
              <p:cNvSpPr/>
              <p:nvPr/>
            </p:nvSpPr>
            <p:spPr>
              <a:xfrm>
                <a:off x="3454400" y="977900"/>
                <a:ext cx="3175000" cy="2032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7" name="Rectangle 38"/>
              <p:cNvSpPr/>
              <p:nvPr/>
            </p:nvSpPr>
            <p:spPr>
              <a:xfrm>
                <a:off x="6680200" y="977900"/>
                <a:ext cx="6350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95" name="그룹 94"/>
            <p:cNvGrpSpPr/>
            <p:nvPr/>
          </p:nvGrpSpPr>
          <p:grpSpPr>
            <a:xfrm>
              <a:off x="762792" y="990944"/>
              <a:ext cx="6440100" cy="230832"/>
              <a:chOff x="762792" y="990944"/>
              <a:chExt cx="6440100" cy="230832"/>
            </a:xfrm>
          </p:grpSpPr>
          <p:sp>
            <p:nvSpPr>
              <p:cNvPr id="96" name="TextBox 95"/>
              <p:cNvSpPr txBox="1"/>
              <p:nvPr/>
            </p:nvSpPr>
            <p:spPr>
              <a:xfrm>
                <a:off x="762792" y="990944"/>
                <a:ext cx="39245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전체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1339577" y="990944"/>
                <a:ext cx="61049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2025378" y="990944"/>
                <a:ext cx="61049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2820192" y="990944"/>
                <a:ext cx="39245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외신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3499022" y="990944"/>
                <a:ext cx="88908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 err="1">
                    <a:solidFill>
                      <a:srgbClr val="AAAAAA"/>
                    </a:solidFill>
                    <a:latin typeface="+mn-ea"/>
                  </a:rPr>
                  <a:t>요청</a:t>
                </a:r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AAAAAA"/>
                    </a:solidFill>
                    <a:latin typeface="+mn-ea"/>
                  </a:rPr>
                  <a:t>제목</a:t>
                </a:r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AAAAAA"/>
                    </a:solidFill>
                    <a:latin typeface="+mn-ea"/>
                  </a:rPr>
                  <a:t>검색</a:t>
                </a:r>
                <a:endParaRPr sz="900" dirty="0">
                  <a:solidFill>
                    <a:srgbClr val="AAAAAA"/>
                  </a:solidFill>
                  <a:latin typeface="+mn-ea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6780152" y="990944"/>
                <a:ext cx="42274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검 색</a:t>
                </a:r>
              </a:p>
            </p:txBody>
          </p:sp>
        </p:grpSp>
      </p:grpSp>
      <p:grpSp>
        <p:nvGrpSpPr>
          <p:cNvPr id="108" name="그룹 107"/>
          <p:cNvGrpSpPr/>
          <p:nvPr/>
        </p:nvGrpSpPr>
        <p:grpSpPr>
          <a:xfrm>
            <a:off x="-2748" y="1226066"/>
            <a:ext cx="9692848" cy="230832"/>
            <a:chOff x="546100" y="1213366"/>
            <a:chExt cx="9144000" cy="230832"/>
          </a:xfrm>
        </p:grpSpPr>
        <p:sp>
          <p:nvSpPr>
            <p:cNvPr id="109" name="Rectangle 41"/>
            <p:cNvSpPr/>
            <p:nvPr/>
          </p:nvSpPr>
          <p:spPr>
            <a:xfrm>
              <a:off x="546100" y="1219200"/>
              <a:ext cx="9144000" cy="177800"/>
            </a:xfrm>
            <a:prstGeom prst="rect">
              <a:avLst/>
            </a:prstGeom>
            <a:solidFill>
              <a:srgbClr val="E8F4FF"/>
            </a:solidFill>
            <a:ln w="6350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60400" y="1213366"/>
              <a:ext cx="37385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A60AA"/>
                  </a:solidFill>
                  <a:latin typeface="+mn-ea"/>
                </a:rPr>
                <a:t>ℹ  이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자료요청은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업무캘린더에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등록됩니다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. 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업무캘린더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바로가기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›</a:t>
              </a: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3536740" y="3276600"/>
            <a:ext cx="2597359" cy="253544"/>
            <a:chOff x="6673641" y="2794000"/>
            <a:chExt cx="2597359" cy="253544"/>
          </a:xfrm>
        </p:grpSpPr>
        <p:sp>
          <p:nvSpPr>
            <p:cNvPr id="113" name="Rectangle 138"/>
            <p:cNvSpPr/>
            <p:nvPr/>
          </p:nvSpPr>
          <p:spPr>
            <a:xfrm>
              <a:off x="8001000" y="2794000"/>
              <a:ext cx="1270000" cy="2286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8131696" y="2807388"/>
              <a:ext cx="100861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+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등록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673641" y="2832100"/>
              <a:ext cx="13019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800" dirty="0">
                  <a:solidFill>
                    <a:srgbClr val="AAAAAA"/>
                  </a:solidFill>
                  <a:latin typeface="+mn-ea"/>
                </a:rPr>
                <a:t>*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관리자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(과)만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등록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가능</a:t>
              </a:r>
              <a:endParaRPr sz="800" dirty="0">
                <a:solidFill>
                  <a:srgbClr val="AAAAAA"/>
                </a:solidFill>
                <a:latin typeface="+mn-ea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9779000" y="1092200"/>
            <a:ext cx="2324100" cy="2453332"/>
            <a:chOff x="9779000" y="1092200"/>
            <a:chExt cx="2324100" cy="2453332"/>
          </a:xfrm>
        </p:grpSpPr>
        <p:sp>
          <p:nvSpPr>
            <p:cNvPr id="117" name="TextBox 116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SCR-NEW-201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자료요청 목록 화면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자료요청 &gt; 목록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779000" y="2552700"/>
              <a:ext cx="15440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탭(PC용) — 상태 필터 ①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779000" y="2705100"/>
              <a:ext cx="16017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채널 필터 탭 — 소형 탭 ②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9779000" y="28575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Progress Bar — 제출 현황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9779000" y="3009900"/>
              <a:ext cx="17876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D-Day 뱃지 — 마감 임박 강조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9779000" y="3162300"/>
              <a:ext cx="169790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표(리스트) — 자료요청 목록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9779000" y="3314700"/>
              <a:ext cx="137088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페이지넘버(페이지형)</a:t>
              </a:r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9779000" y="3664466"/>
            <a:ext cx="1672253" cy="878532"/>
            <a:chOff x="9779000" y="3530600"/>
            <a:chExt cx="1672253" cy="878532"/>
          </a:xfrm>
        </p:grpSpPr>
        <p:sp>
          <p:nvSpPr>
            <p:cNvPr id="128" name="TextBox 127"/>
            <p:cNvSpPr txBox="1"/>
            <p:nvPr/>
          </p:nvSpPr>
          <p:spPr>
            <a:xfrm>
              <a:off x="9779000" y="3530600"/>
              <a:ext cx="793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개선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포인트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9779000" y="3721100"/>
              <a:ext cx="137088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3중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운영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→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단일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목록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9779000" y="3873500"/>
              <a:ext cx="16722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D-Day 빨간 강조 (D-3 이내)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9779000" y="40259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제출 현황 Progress Bar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9779000" y="4178300"/>
              <a:ext cx="13580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업무캘린더 자동 연동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365452" y="5238829"/>
            <a:ext cx="9138398" cy="1246832"/>
            <a:chOff x="927100" y="5275897"/>
            <a:chExt cx="8703478" cy="1246832"/>
          </a:xfrm>
        </p:grpSpPr>
        <p:sp>
          <p:nvSpPr>
            <p:cNvPr id="134" name="TextBox 133"/>
            <p:cNvSpPr txBox="1"/>
            <p:nvPr/>
          </p:nvSpPr>
          <p:spPr>
            <a:xfrm>
              <a:off x="927100" y="5275897"/>
              <a:ext cx="41636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상태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탭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클릭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진행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중]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마감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임박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마감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전체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기준으로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목록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필터링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800402" y="5275897"/>
              <a:ext cx="9025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탭 클릭 (Click)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848600" y="5275897"/>
              <a:ext cx="16415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마감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임박</a:t>
              </a:r>
              <a:r>
                <a:rPr sz="900" dirty="0">
                  <a:latin typeface="+mn-ea"/>
                </a:rPr>
                <a:t>: D-3 </a:t>
              </a:r>
              <a:r>
                <a:rPr sz="900" dirty="0" err="1">
                  <a:latin typeface="+mn-ea"/>
                </a:rPr>
                <a:t>이내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자동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분류</a:t>
              </a:r>
              <a:endParaRPr sz="900" dirty="0">
                <a:latin typeface="+mn-ea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927100" y="5479097"/>
              <a:ext cx="35957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채널 필터 클릭 또는 키워드 검색 — 해당 채널·제목의 자료요청만 표시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772923" y="5479097"/>
              <a:ext cx="9575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필터 클릭 / 검색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7848600" y="5479097"/>
              <a:ext cx="13972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복합 조건 동시 적용 가능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927100" y="5682297"/>
              <a:ext cx="37789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업무캘린더 연동 배너 — 자료요청 등록 시 업무캘린더 자동 반영됨을 안내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809565" y="5682297"/>
              <a:ext cx="884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7848600" y="5682297"/>
              <a:ext cx="178197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바로가기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→ SCR-NEW-</a:t>
              </a:r>
              <a:r>
                <a:rPr lang="en-US" sz="900" dirty="0">
                  <a:latin typeface="+mn-ea"/>
                </a:rPr>
                <a:t>5</a:t>
              </a:r>
              <a:r>
                <a:rPr sz="900" dirty="0">
                  <a:latin typeface="+mn-ea"/>
                </a:rPr>
                <a:t>01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927100" y="5885497"/>
              <a:ext cx="37117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D-Day 컬럼 — D-3 이내 시 빨간 강조; Progress Bar로 제출 현황 시각화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809565" y="5885497"/>
              <a:ext cx="884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848600" y="5885497"/>
              <a:ext cx="13392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마감 시 '마감' 회색 처리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927100" y="6088697"/>
              <a:ext cx="32445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[+ 자료요청 등록] 버튼 클릭 → 등록 화면(SCR-NEW-202) 이동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745443" y="6088697"/>
              <a:ext cx="10125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버튼 클릭 (Click)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7848600" y="6088697"/>
              <a:ext cx="129953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관리자(과)만 버튼 노출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927100" y="6291897"/>
              <a:ext cx="28079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페이지네이션 클릭 — 해당 페이지 자료요청 목록 로드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745443" y="6291897"/>
              <a:ext cx="10125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버튼 클릭 (Click)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848600" y="6291897"/>
              <a:ext cx="1018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기본 10건/페이지</a:t>
              </a: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3736159" y="4572000"/>
            <a:ext cx="2128883" cy="243876"/>
            <a:chOff x="3736159" y="4572000"/>
            <a:chExt cx="2128883" cy="243876"/>
          </a:xfrm>
        </p:grpSpPr>
        <p:sp>
          <p:nvSpPr>
            <p:cNvPr id="153" name="Rectangle 142"/>
            <p:cNvSpPr/>
            <p:nvPr/>
          </p:nvSpPr>
          <p:spPr>
            <a:xfrm>
              <a:off x="37465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7361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≪</a:t>
              </a:r>
            </a:p>
          </p:txBody>
        </p:sp>
        <p:sp>
          <p:nvSpPr>
            <p:cNvPr id="155" name="Rectangle 144"/>
            <p:cNvSpPr/>
            <p:nvPr/>
          </p:nvSpPr>
          <p:spPr>
            <a:xfrm>
              <a:off x="40513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40409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＜</a:t>
              </a:r>
            </a:p>
          </p:txBody>
        </p:sp>
        <p:sp>
          <p:nvSpPr>
            <p:cNvPr id="157" name="Rectangle 146"/>
            <p:cNvSpPr/>
            <p:nvPr/>
          </p:nvSpPr>
          <p:spPr>
            <a:xfrm>
              <a:off x="4356100" y="4572000"/>
              <a:ext cx="279400" cy="2032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43698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159" name="Rectangle 148"/>
            <p:cNvSpPr/>
            <p:nvPr/>
          </p:nvSpPr>
          <p:spPr>
            <a:xfrm>
              <a:off x="46609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6746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2</a:t>
              </a:r>
            </a:p>
          </p:txBody>
        </p:sp>
        <p:sp>
          <p:nvSpPr>
            <p:cNvPr id="161" name="Rectangle 150"/>
            <p:cNvSpPr/>
            <p:nvPr/>
          </p:nvSpPr>
          <p:spPr>
            <a:xfrm>
              <a:off x="49657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9794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3</a:t>
              </a:r>
            </a:p>
          </p:txBody>
        </p:sp>
        <p:sp>
          <p:nvSpPr>
            <p:cNvPr id="163" name="Rectangle 152"/>
            <p:cNvSpPr/>
            <p:nvPr/>
          </p:nvSpPr>
          <p:spPr>
            <a:xfrm>
              <a:off x="52705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2601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＞</a:t>
              </a:r>
            </a:p>
          </p:txBody>
        </p:sp>
        <p:sp>
          <p:nvSpPr>
            <p:cNvPr id="165" name="Rectangle 154"/>
            <p:cNvSpPr/>
            <p:nvPr/>
          </p:nvSpPr>
          <p:spPr>
            <a:xfrm>
              <a:off x="55753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55649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≫</a:t>
              </a:r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-3260" y="1421923"/>
            <a:ext cx="9693359" cy="1794785"/>
            <a:chOff x="546100" y="1397000"/>
            <a:chExt cx="9144000" cy="1520444"/>
          </a:xfrm>
        </p:grpSpPr>
        <p:sp>
          <p:nvSpPr>
            <p:cNvPr id="168" name="Rectangle 44"/>
            <p:cNvSpPr/>
            <p:nvPr/>
          </p:nvSpPr>
          <p:spPr>
            <a:xfrm>
              <a:off x="546100" y="1397000"/>
              <a:ext cx="355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561949" y="1423536"/>
              <a:ext cx="323904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No</a:t>
              </a:r>
            </a:p>
          </p:txBody>
        </p:sp>
        <p:sp>
          <p:nvSpPr>
            <p:cNvPr id="170" name="Rectangle 46"/>
            <p:cNvSpPr/>
            <p:nvPr/>
          </p:nvSpPr>
          <p:spPr>
            <a:xfrm>
              <a:off x="901700" y="1397000"/>
              <a:ext cx="762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086725" y="1423536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채널</a:t>
              </a:r>
            </a:p>
          </p:txBody>
        </p:sp>
        <p:sp>
          <p:nvSpPr>
            <p:cNvPr id="172" name="Rectangle 48"/>
            <p:cNvSpPr/>
            <p:nvPr/>
          </p:nvSpPr>
          <p:spPr>
            <a:xfrm>
              <a:off x="1663700" y="1397000"/>
              <a:ext cx="355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3121729" y="1423536"/>
              <a:ext cx="639944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요청 제목</a:t>
              </a:r>
            </a:p>
          </p:txBody>
        </p:sp>
        <p:sp>
          <p:nvSpPr>
            <p:cNvPr id="174" name="Rectangle 50"/>
            <p:cNvSpPr/>
            <p:nvPr/>
          </p:nvSpPr>
          <p:spPr>
            <a:xfrm>
              <a:off x="5219700" y="1397000"/>
              <a:ext cx="1143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5380498" y="1423536"/>
              <a:ext cx="821403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요청 기관(과)</a:t>
              </a:r>
            </a:p>
          </p:txBody>
        </p:sp>
        <p:sp>
          <p:nvSpPr>
            <p:cNvPr id="176" name="Rectangle 52"/>
            <p:cNvSpPr/>
            <p:nvPr/>
          </p:nvSpPr>
          <p:spPr>
            <a:xfrm>
              <a:off x="6362700" y="1397000"/>
              <a:ext cx="863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6544086" y="1423536"/>
              <a:ext cx="500827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마감일</a:t>
              </a:r>
            </a:p>
          </p:txBody>
        </p:sp>
        <p:sp>
          <p:nvSpPr>
            <p:cNvPr id="178" name="Rectangle 54"/>
            <p:cNvSpPr/>
            <p:nvPr/>
          </p:nvSpPr>
          <p:spPr>
            <a:xfrm>
              <a:off x="7226300" y="13970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7414328" y="1423536"/>
              <a:ext cx="639944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FFFFFF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현황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80" name="Rectangle 56"/>
            <p:cNvSpPr/>
            <p:nvPr/>
          </p:nvSpPr>
          <p:spPr>
            <a:xfrm>
              <a:off x="8242300" y="1397000"/>
              <a:ext cx="5842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8286256" y="1423536"/>
              <a:ext cx="496290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D-Day</a:t>
              </a:r>
            </a:p>
          </p:txBody>
        </p:sp>
        <p:sp>
          <p:nvSpPr>
            <p:cNvPr id="182" name="Rectangle 58"/>
            <p:cNvSpPr/>
            <p:nvPr/>
          </p:nvSpPr>
          <p:spPr>
            <a:xfrm>
              <a:off x="8826500" y="1397000"/>
              <a:ext cx="863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062325" y="1423536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상태</a:t>
              </a:r>
            </a:p>
          </p:txBody>
        </p:sp>
        <p:sp>
          <p:nvSpPr>
            <p:cNvPr id="184" name="Rectangle 60"/>
            <p:cNvSpPr/>
            <p:nvPr/>
          </p:nvSpPr>
          <p:spPr>
            <a:xfrm>
              <a:off x="546100" y="1600200"/>
              <a:ext cx="355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05045" y="1651989"/>
              <a:ext cx="237712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3</a:t>
              </a:r>
            </a:p>
          </p:txBody>
        </p:sp>
        <p:sp>
          <p:nvSpPr>
            <p:cNvPr id="186" name="Rectangle 62"/>
            <p:cNvSpPr/>
            <p:nvPr/>
          </p:nvSpPr>
          <p:spPr>
            <a:xfrm>
              <a:off x="901700" y="1600200"/>
              <a:ext cx="762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977850" y="1631346"/>
              <a:ext cx="60970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대변인방</a:t>
              </a:r>
            </a:p>
          </p:txBody>
        </p:sp>
        <p:sp>
          <p:nvSpPr>
            <p:cNvPr id="188" name="Rectangle 64"/>
            <p:cNvSpPr/>
            <p:nvPr/>
          </p:nvSpPr>
          <p:spPr>
            <a:xfrm>
              <a:off x="1663700" y="1600200"/>
              <a:ext cx="355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689100" y="1636579"/>
              <a:ext cx="1414167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6월 홍보계획서 제출 요청</a:t>
              </a:r>
            </a:p>
          </p:txBody>
        </p:sp>
        <p:sp>
          <p:nvSpPr>
            <p:cNvPr id="190" name="Rectangle 66"/>
            <p:cNvSpPr/>
            <p:nvPr/>
          </p:nvSpPr>
          <p:spPr>
            <a:xfrm>
              <a:off x="5219700" y="1600200"/>
              <a:ext cx="1143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431911" y="1631346"/>
              <a:ext cx="718577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92" name="Rectangle 68"/>
            <p:cNvSpPr/>
            <p:nvPr/>
          </p:nvSpPr>
          <p:spPr>
            <a:xfrm>
              <a:off x="6362700" y="16002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435212" y="1631346"/>
              <a:ext cx="718576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1A1A1A"/>
                  </a:solidFill>
                  <a:latin typeface="+mn-ea"/>
                </a:rPr>
                <a:t>2026.06.15</a:t>
              </a:r>
            </a:p>
          </p:txBody>
        </p:sp>
        <p:sp>
          <p:nvSpPr>
            <p:cNvPr id="194" name="Rectangle 70"/>
            <p:cNvSpPr/>
            <p:nvPr/>
          </p:nvSpPr>
          <p:spPr>
            <a:xfrm>
              <a:off x="7226300" y="1600200"/>
              <a:ext cx="101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7647169" y="1662747"/>
              <a:ext cx="174261" cy="39109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6" name="Rectangle 72"/>
            <p:cNvSpPr/>
            <p:nvPr/>
          </p:nvSpPr>
          <p:spPr>
            <a:xfrm>
              <a:off x="8242300" y="1600200"/>
              <a:ext cx="5842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8324815" y="1635851"/>
              <a:ext cx="419170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D-18</a:t>
              </a:r>
            </a:p>
          </p:txBody>
        </p:sp>
        <p:sp>
          <p:nvSpPr>
            <p:cNvPr id="198" name="Rectangle 74"/>
            <p:cNvSpPr/>
            <p:nvPr/>
          </p:nvSpPr>
          <p:spPr>
            <a:xfrm>
              <a:off x="8826500" y="16002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992765" y="1635851"/>
              <a:ext cx="531070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0070C0"/>
                  </a:solidFill>
                  <a:latin typeface="+mn-ea"/>
                </a:rPr>
                <a:t>진행</a:t>
              </a:r>
              <a:r>
                <a:rPr sz="900" dirty="0">
                  <a:solidFill>
                    <a:srgbClr val="0070C0"/>
                  </a:solidFill>
                  <a:latin typeface="+mn-ea"/>
                </a:rPr>
                <a:t> 중</a:t>
              </a:r>
            </a:p>
          </p:txBody>
        </p:sp>
        <p:sp>
          <p:nvSpPr>
            <p:cNvPr id="200" name="Rectangle 79"/>
            <p:cNvSpPr/>
            <p:nvPr/>
          </p:nvSpPr>
          <p:spPr>
            <a:xfrm>
              <a:off x="546100" y="1816100"/>
              <a:ext cx="355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605045" y="1857130"/>
              <a:ext cx="237712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1A1A1A"/>
                  </a:solidFill>
                  <a:latin typeface="+mn-ea"/>
                </a:rPr>
                <a:t>2</a:t>
              </a:r>
            </a:p>
          </p:txBody>
        </p:sp>
        <p:sp>
          <p:nvSpPr>
            <p:cNvPr id="202" name="Rectangle 81"/>
            <p:cNvSpPr/>
            <p:nvPr/>
          </p:nvSpPr>
          <p:spPr>
            <a:xfrm>
              <a:off x="901700" y="1816100"/>
              <a:ext cx="762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977850" y="1847245"/>
              <a:ext cx="60970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온라인방</a:t>
              </a:r>
            </a:p>
          </p:txBody>
        </p:sp>
        <p:sp>
          <p:nvSpPr>
            <p:cNvPr id="204" name="Rectangle 83"/>
            <p:cNvSpPr/>
            <p:nvPr/>
          </p:nvSpPr>
          <p:spPr>
            <a:xfrm>
              <a:off x="1663700" y="1816100"/>
              <a:ext cx="355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1689100" y="1852479"/>
              <a:ext cx="1450458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SNS 콘텐츠 5월 실적 보고</a:t>
              </a:r>
            </a:p>
          </p:txBody>
        </p:sp>
        <p:sp>
          <p:nvSpPr>
            <p:cNvPr id="206" name="Rectangle 85"/>
            <p:cNvSpPr/>
            <p:nvPr/>
          </p:nvSpPr>
          <p:spPr>
            <a:xfrm>
              <a:off x="5219700" y="1816100"/>
              <a:ext cx="1143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5268599" y="1847245"/>
              <a:ext cx="1045203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208" name="Rectangle 87"/>
            <p:cNvSpPr/>
            <p:nvPr/>
          </p:nvSpPr>
          <p:spPr>
            <a:xfrm>
              <a:off x="6362700" y="18161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6435212" y="1847245"/>
              <a:ext cx="718576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2026.05.31</a:t>
              </a:r>
            </a:p>
          </p:txBody>
        </p:sp>
        <p:sp>
          <p:nvSpPr>
            <p:cNvPr id="210" name="Rectangle 89"/>
            <p:cNvSpPr/>
            <p:nvPr/>
          </p:nvSpPr>
          <p:spPr>
            <a:xfrm>
              <a:off x="7226300" y="1816100"/>
              <a:ext cx="101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7647169" y="1878647"/>
              <a:ext cx="174261" cy="39109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2" name="Rectangle 91"/>
            <p:cNvSpPr/>
            <p:nvPr/>
          </p:nvSpPr>
          <p:spPr>
            <a:xfrm>
              <a:off x="8242300" y="1816100"/>
              <a:ext cx="5842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8356571" y="1851751"/>
              <a:ext cx="355659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CC0000"/>
                  </a:solidFill>
                  <a:latin typeface="+mn-ea"/>
                </a:rPr>
                <a:t>D-3</a:t>
              </a:r>
            </a:p>
          </p:txBody>
        </p:sp>
        <p:sp>
          <p:nvSpPr>
            <p:cNvPr id="214" name="Rectangle 93"/>
            <p:cNvSpPr/>
            <p:nvPr/>
          </p:nvSpPr>
          <p:spPr>
            <a:xfrm>
              <a:off x="8826500" y="18161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9062326" y="1851751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CC0000"/>
                  </a:solidFill>
                  <a:latin typeface="+mn-ea"/>
                </a:rPr>
                <a:t>임박</a:t>
              </a:r>
            </a:p>
          </p:txBody>
        </p:sp>
        <p:sp>
          <p:nvSpPr>
            <p:cNvPr id="216" name="Rectangle 98"/>
            <p:cNvSpPr/>
            <p:nvPr/>
          </p:nvSpPr>
          <p:spPr>
            <a:xfrm>
              <a:off x="546100" y="2032000"/>
              <a:ext cx="355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605045" y="2073030"/>
              <a:ext cx="237712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1</a:t>
              </a:r>
            </a:p>
          </p:txBody>
        </p:sp>
        <p:sp>
          <p:nvSpPr>
            <p:cNvPr id="218" name="Rectangle 100"/>
            <p:cNvSpPr/>
            <p:nvPr/>
          </p:nvSpPr>
          <p:spPr>
            <a:xfrm>
              <a:off x="901700" y="2032000"/>
              <a:ext cx="762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1086725" y="2063145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외신</a:t>
              </a:r>
            </a:p>
          </p:txBody>
        </p:sp>
        <p:sp>
          <p:nvSpPr>
            <p:cNvPr id="220" name="Rectangle 102"/>
            <p:cNvSpPr/>
            <p:nvPr/>
          </p:nvSpPr>
          <p:spPr>
            <a:xfrm>
              <a:off x="1663700" y="2032000"/>
              <a:ext cx="355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1689100" y="2068379"/>
              <a:ext cx="1371827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Foreign Media Brief 자료</a:t>
              </a:r>
            </a:p>
          </p:txBody>
        </p:sp>
        <p:sp>
          <p:nvSpPr>
            <p:cNvPr id="222" name="Rectangle 104"/>
            <p:cNvSpPr/>
            <p:nvPr/>
          </p:nvSpPr>
          <p:spPr>
            <a:xfrm>
              <a:off x="5219700" y="2032000"/>
              <a:ext cx="1143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5268599" y="2063145"/>
              <a:ext cx="1045203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1A1A1A"/>
                  </a:solidFill>
                  <a:latin typeface="+mn-ea"/>
                </a:rPr>
                <a:t>해외미디어협력과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224" name="Rectangle 106"/>
            <p:cNvSpPr/>
            <p:nvPr/>
          </p:nvSpPr>
          <p:spPr>
            <a:xfrm>
              <a:off x="6362700" y="20320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6435212" y="2063145"/>
              <a:ext cx="718576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2026.05.29</a:t>
              </a:r>
            </a:p>
          </p:txBody>
        </p:sp>
        <p:sp>
          <p:nvSpPr>
            <p:cNvPr id="226" name="Rectangle 108"/>
            <p:cNvSpPr/>
            <p:nvPr/>
          </p:nvSpPr>
          <p:spPr>
            <a:xfrm>
              <a:off x="7226300" y="2032000"/>
              <a:ext cx="101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7647169" y="2094547"/>
              <a:ext cx="174261" cy="39109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8" name="Rectangle 110"/>
            <p:cNvSpPr/>
            <p:nvPr/>
          </p:nvSpPr>
          <p:spPr>
            <a:xfrm>
              <a:off x="8242300" y="2032000"/>
              <a:ext cx="5842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8356571" y="2067651"/>
              <a:ext cx="355659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CC0000"/>
                  </a:solidFill>
                  <a:latin typeface="+mn-ea"/>
                </a:rPr>
                <a:t>D-1</a:t>
              </a:r>
            </a:p>
          </p:txBody>
        </p:sp>
        <p:sp>
          <p:nvSpPr>
            <p:cNvPr id="230" name="Rectangle 112"/>
            <p:cNvSpPr/>
            <p:nvPr/>
          </p:nvSpPr>
          <p:spPr>
            <a:xfrm>
              <a:off x="8826500" y="20320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9062326" y="2067651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CC0000"/>
                  </a:solidFill>
                  <a:latin typeface="+mn-ea"/>
                </a:rPr>
                <a:t>임박</a:t>
              </a:r>
            </a:p>
          </p:txBody>
        </p:sp>
        <p:sp>
          <p:nvSpPr>
            <p:cNvPr id="232" name="Rectangle 117"/>
            <p:cNvSpPr/>
            <p:nvPr/>
          </p:nvSpPr>
          <p:spPr>
            <a:xfrm>
              <a:off x="546100" y="2247900"/>
              <a:ext cx="9144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4206662" y="2298700"/>
              <a:ext cx="730673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AAAAAA"/>
                  </a:solidFill>
                  <a:latin typeface="+mn-ea"/>
                </a:rPr>
                <a:t>···  중략  ···</a:t>
              </a:r>
            </a:p>
          </p:txBody>
        </p:sp>
        <p:sp>
          <p:nvSpPr>
            <p:cNvPr id="234" name="Rectangle 119"/>
            <p:cNvSpPr/>
            <p:nvPr/>
          </p:nvSpPr>
          <p:spPr>
            <a:xfrm>
              <a:off x="546100" y="2463800"/>
              <a:ext cx="355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605045" y="2510209"/>
              <a:ext cx="237712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1A1A1A"/>
                  </a:solidFill>
                  <a:latin typeface="+mn-ea"/>
                </a:rPr>
                <a:t>9</a:t>
              </a:r>
            </a:p>
          </p:txBody>
        </p:sp>
        <p:sp>
          <p:nvSpPr>
            <p:cNvPr id="236" name="Rectangle 121"/>
            <p:cNvSpPr/>
            <p:nvPr/>
          </p:nvSpPr>
          <p:spPr>
            <a:xfrm>
              <a:off x="901700" y="2463800"/>
              <a:ext cx="762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77850" y="2494945"/>
              <a:ext cx="60970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1A1A1A"/>
                  </a:solidFill>
                  <a:latin typeface="+mn-ea"/>
                </a:rPr>
                <a:t>대변인방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238" name="Rectangle 123"/>
            <p:cNvSpPr/>
            <p:nvPr/>
          </p:nvSpPr>
          <p:spPr>
            <a:xfrm>
              <a:off x="1663700" y="2463800"/>
              <a:ext cx="355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689100" y="2500179"/>
              <a:ext cx="1305292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F5CBF"/>
                  </a:solidFill>
                  <a:latin typeface="+mn-ea"/>
                </a:rPr>
                <a:t>4월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홍보실적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최종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취합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  <p:sp>
          <p:nvSpPr>
            <p:cNvPr id="240" name="Rectangle 125"/>
            <p:cNvSpPr/>
            <p:nvPr/>
          </p:nvSpPr>
          <p:spPr>
            <a:xfrm>
              <a:off x="5219700" y="2463800"/>
              <a:ext cx="1143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5431911" y="2494945"/>
              <a:ext cx="718577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242" name="Rectangle 127"/>
            <p:cNvSpPr/>
            <p:nvPr/>
          </p:nvSpPr>
          <p:spPr>
            <a:xfrm>
              <a:off x="6362700" y="24638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6435212" y="2494945"/>
              <a:ext cx="718576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2026.04.30</a:t>
              </a:r>
            </a:p>
          </p:txBody>
        </p:sp>
        <p:sp>
          <p:nvSpPr>
            <p:cNvPr id="244" name="Rectangle 129"/>
            <p:cNvSpPr/>
            <p:nvPr/>
          </p:nvSpPr>
          <p:spPr>
            <a:xfrm>
              <a:off x="7226300" y="2463800"/>
              <a:ext cx="10160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7647169" y="2526347"/>
              <a:ext cx="174261" cy="39109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6" name="Rectangle 131"/>
            <p:cNvSpPr/>
            <p:nvPr/>
          </p:nvSpPr>
          <p:spPr>
            <a:xfrm>
              <a:off x="8242300" y="2463800"/>
              <a:ext cx="5842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8338425" y="2504829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마감</a:t>
              </a:r>
            </a:p>
          </p:txBody>
        </p:sp>
        <p:sp>
          <p:nvSpPr>
            <p:cNvPr id="248" name="Rectangle 133"/>
            <p:cNvSpPr/>
            <p:nvPr/>
          </p:nvSpPr>
          <p:spPr>
            <a:xfrm>
              <a:off x="8826500" y="2463800"/>
              <a:ext cx="863600" cy="2159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9062326" y="2504829"/>
              <a:ext cx="391951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888888"/>
                  </a:solidFill>
                  <a:latin typeface="+mn-ea"/>
                </a:rPr>
                <a:t>마감</a:t>
              </a:r>
              <a:endParaRPr sz="900" dirty="0">
                <a:solidFill>
                  <a:srgbClr val="888888"/>
                </a:solidFill>
                <a:latin typeface="+mn-ea"/>
              </a:endParaRPr>
            </a:p>
          </p:txBody>
        </p:sp>
      </p:grpSp>
      <p:grpSp>
        <p:nvGrpSpPr>
          <p:cNvPr id="250" name="그룹 249"/>
          <p:cNvGrpSpPr/>
          <p:nvPr/>
        </p:nvGrpSpPr>
        <p:grpSpPr>
          <a:xfrm>
            <a:off x="7105204" y="1720849"/>
            <a:ext cx="1193142" cy="1254790"/>
            <a:chOff x="5306884" y="3147026"/>
            <a:chExt cx="1296251" cy="1042614"/>
          </a:xfrm>
        </p:grpSpPr>
        <p:sp>
          <p:nvSpPr>
            <p:cNvPr id="251" name="Rectangle 135"/>
            <p:cNvSpPr/>
            <p:nvPr/>
          </p:nvSpPr>
          <p:spPr>
            <a:xfrm>
              <a:off x="5306884" y="4010626"/>
              <a:ext cx="762000" cy="101600"/>
            </a:xfrm>
            <a:prstGeom prst="rect">
              <a:avLst/>
            </a:prstGeom>
            <a:solidFill>
              <a:srgbClr val="E0E0E0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52" name="그룹 251"/>
            <p:cNvGrpSpPr/>
            <p:nvPr/>
          </p:nvGrpSpPr>
          <p:grpSpPr>
            <a:xfrm>
              <a:off x="5308600" y="3147026"/>
              <a:ext cx="1294535" cy="1042614"/>
              <a:chOff x="6400800" y="1651000"/>
              <a:chExt cx="1294535" cy="1042614"/>
            </a:xfrm>
          </p:grpSpPr>
          <p:sp>
            <p:nvSpPr>
              <p:cNvPr id="253" name="Rectangle 76"/>
              <p:cNvSpPr/>
              <p:nvPr/>
            </p:nvSpPr>
            <p:spPr>
              <a:xfrm>
                <a:off x="6400800" y="1651000"/>
                <a:ext cx="762000" cy="101600"/>
              </a:xfrm>
              <a:prstGeom prst="rect">
                <a:avLst/>
              </a:prstGeom>
              <a:solidFill>
                <a:srgbClr val="E0E0E0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4" name="Rectangle 77"/>
              <p:cNvSpPr/>
              <p:nvPr/>
            </p:nvSpPr>
            <p:spPr>
              <a:xfrm>
                <a:off x="6400800" y="1651000"/>
                <a:ext cx="495300" cy="101600"/>
              </a:xfrm>
              <a:prstGeom prst="rect">
                <a:avLst/>
              </a:prstGeom>
              <a:solidFill>
                <a:srgbClr val="2E905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>
                <a:off x="7188201" y="1651000"/>
                <a:ext cx="440956" cy="179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>
                    <a:solidFill>
                      <a:srgbClr val="2E9050"/>
                    </a:solidFill>
                    <a:latin typeface="+mn-ea"/>
                  </a:rPr>
                  <a:t>65%</a:t>
                </a:r>
              </a:p>
            </p:txBody>
          </p:sp>
          <p:sp>
            <p:nvSpPr>
              <p:cNvPr id="256" name="Rectangle 95"/>
              <p:cNvSpPr/>
              <p:nvPr/>
            </p:nvSpPr>
            <p:spPr>
              <a:xfrm>
                <a:off x="6400800" y="1866900"/>
                <a:ext cx="762000" cy="101600"/>
              </a:xfrm>
              <a:prstGeom prst="rect">
                <a:avLst/>
              </a:prstGeom>
              <a:solidFill>
                <a:srgbClr val="E0E0E0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7" name="Rectangle 96"/>
              <p:cNvSpPr/>
              <p:nvPr/>
            </p:nvSpPr>
            <p:spPr>
              <a:xfrm>
                <a:off x="6400800" y="1866900"/>
                <a:ext cx="228600" cy="101600"/>
              </a:xfrm>
              <a:prstGeom prst="rect">
                <a:avLst/>
              </a:prstGeom>
              <a:solidFill>
                <a:srgbClr val="2E905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188201" y="1866900"/>
                <a:ext cx="440956" cy="179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>
                    <a:solidFill>
                      <a:srgbClr val="2E9050"/>
                    </a:solidFill>
                    <a:latin typeface="+mn-ea"/>
                  </a:rPr>
                  <a:t>30%</a:t>
                </a:r>
              </a:p>
            </p:txBody>
          </p:sp>
          <p:sp>
            <p:nvSpPr>
              <p:cNvPr id="259" name="Rectangle 114"/>
              <p:cNvSpPr/>
              <p:nvPr/>
            </p:nvSpPr>
            <p:spPr>
              <a:xfrm>
                <a:off x="6400800" y="2082800"/>
                <a:ext cx="762000" cy="101600"/>
              </a:xfrm>
              <a:prstGeom prst="rect">
                <a:avLst/>
              </a:prstGeom>
              <a:solidFill>
                <a:srgbClr val="E0E0E0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0" name="Rectangle 115"/>
              <p:cNvSpPr/>
              <p:nvPr/>
            </p:nvSpPr>
            <p:spPr>
              <a:xfrm>
                <a:off x="6400800" y="2082800"/>
                <a:ext cx="76200" cy="101600"/>
              </a:xfrm>
              <a:prstGeom prst="rect">
                <a:avLst/>
              </a:prstGeom>
              <a:solidFill>
                <a:srgbClr val="2E905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1" name="TextBox 260"/>
              <p:cNvSpPr txBox="1"/>
              <p:nvPr/>
            </p:nvSpPr>
            <p:spPr>
              <a:xfrm>
                <a:off x="7188201" y="2082800"/>
                <a:ext cx="440956" cy="179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>
                    <a:solidFill>
                      <a:srgbClr val="2E9050"/>
                    </a:solidFill>
                    <a:latin typeface="+mn-ea"/>
                  </a:rPr>
                  <a:t>10%</a:t>
                </a:r>
              </a:p>
            </p:txBody>
          </p:sp>
          <p:sp>
            <p:nvSpPr>
              <p:cNvPr id="262" name="Rectangle 136"/>
              <p:cNvSpPr/>
              <p:nvPr/>
            </p:nvSpPr>
            <p:spPr>
              <a:xfrm>
                <a:off x="6400800" y="2514600"/>
                <a:ext cx="762000" cy="101600"/>
              </a:xfrm>
              <a:prstGeom prst="rect">
                <a:avLst/>
              </a:prstGeom>
              <a:solidFill>
                <a:srgbClr val="2E905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3" name="TextBox 262"/>
              <p:cNvSpPr txBox="1"/>
              <p:nvPr/>
            </p:nvSpPr>
            <p:spPr>
              <a:xfrm>
                <a:off x="7188201" y="2514600"/>
                <a:ext cx="507134" cy="179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>
                    <a:solidFill>
                      <a:srgbClr val="2E9050"/>
                    </a:solidFill>
                    <a:latin typeface="+mn-ea"/>
                  </a:rPr>
                  <a:t>100%</a:t>
                </a:r>
              </a:p>
            </p:txBody>
          </p:sp>
        </p:grpSp>
      </p:grpSp>
      <p:sp>
        <p:nvSpPr>
          <p:cNvPr id="271" name="모서리가 둥근 직사각형 270"/>
          <p:cNvSpPr/>
          <p:nvPr/>
        </p:nvSpPr>
        <p:spPr>
          <a:xfrm>
            <a:off x="42265" y="629902"/>
            <a:ext cx="1980467" cy="30989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71701" y="932165"/>
            <a:ext cx="7140290" cy="30989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276" name="모서리가 둥근 직사각형 275"/>
          <p:cNvSpPr/>
          <p:nvPr/>
        </p:nvSpPr>
        <p:spPr>
          <a:xfrm>
            <a:off x="7006098" y="1600200"/>
            <a:ext cx="1883902" cy="1454377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10346995" y="381000"/>
            <a:ext cx="180690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AABBCC"/>
                </a:solidFill>
                <a:latin typeface="+mn-ea"/>
              </a:rPr>
              <a:t>홈  &gt;  자료요청  &gt;  목록</a:t>
            </a:r>
          </a:p>
        </p:txBody>
      </p:sp>
      <p:grpSp>
        <p:nvGrpSpPr>
          <p:cNvPr id="283" name="그룹 282"/>
          <p:cNvGrpSpPr/>
          <p:nvPr/>
        </p:nvGrpSpPr>
        <p:grpSpPr>
          <a:xfrm>
            <a:off x="1874597" y="521902"/>
            <a:ext cx="216000" cy="216000"/>
            <a:chOff x="3966029" y="6357600"/>
            <a:chExt cx="216000" cy="216000"/>
          </a:xfrm>
        </p:grpSpPr>
        <p:sp>
          <p:nvSpPr>
            <p:cNvPr id="28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86" name="그룹 285"/>
          <p:cNvGrpSpPr/>
          <p:nvPr/>
        </p:nvGrpSpPr>
        <p:grpSpPr>
          <a:xfrm>
            <a:off x="7141852" y="848780"/>
            <a:ext cx="216000" cy="216000"/>
            <a:chOff x="3966029" y="6357600"/>
            <a:chExt cx="216000" cy="216000"/>
          </a:xfrm>
        </p:grpSpPr>
        <p:sp>
          <p:nvSpPr>
            <p:cNvPr id="28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89" name="그룹 288"/>
          <p:cNvGrpSpPr/>
          <p:nvPr/>
        </p:nvGrpSpPr>
        <p:grpSpPr>
          <a:xfrm>
            <a:off x="4032808" y="1200516"/>
            <a:ext cx="216000" cy="216000"/>
            <a:chOff x="3966029" y="6357600"/>
            <a:chExt cx="216000" cy="216000"/>
          </a:xfrm>
        </p:grpSpPr>
        <p:sp>
          <p:nvSpPr>
            <p:cNvPr id="29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92" name="그룹 291"/>
          <p:cNvGrpSpPr/>
          <p:nvPr/>
        </p:nvGrpSpPr>
        <p:grpSpPr>
          <a:xfrm>
            <a:off x="8182243" y="2972832"/>
            <a:ext cx="216000" cy="216000"/>
            <a:chOff x="3966029" y="6357600"/>
            <a:chExt cx="216000" cy="216000"/>
          </a:xfrm>
        </p:grpSpPr>
        <p:sp>
          <p:nvSpPr>
            <p:cNvPr id="29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95" name="그룹 294"/>
          <p:cNvGrpSpPr/>
          <p:nvPr/>
        </p:nvGrpSpPr>
        <p:grpSpPr>
          <a:xfrm>
            <a:off x="4741130" y="3098700"/>
            <a:ext cx="216000" cy="216000"/>
            <a:chOff x="3966029" y="6357600"/>
            <a:chExt cx="216000" cy="216000"/>
          </a:xfrm>
        </p:grpSpPr>
        <p:sp>
          <p:nvSpPr>
            <p:cNvPr id="29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98" name="그룹 297"/>
          <p:cNvGrpSpPr/>
          <p:nvPr/>
        </p:nvGrpSpPr>
        <p:grpSpPr>
          <a:xfrm>
            <a:off x="3530500" y="4429694"/>
            <a:ext cx="216000" cy="216000"/>
            <a:chOff x="3966029" y="6357600"/>
            <a:chExt cx="216000" cy="216000"/>
          </a:xfrm>
        </p:grpSpPr>
        <p:sp>
          <p:nvSpPr>
            <p:cNvPr id="299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01" name="Rectangle 30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301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6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47E97B3-E061-B5F4-A04A-430B066A902D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AC67986-7502-7306-4760-23F94B145F08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BD547CF-FB9E-FB54-5640-D3320418F1FA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41793029-52C8-F737-91E6-330647BA2345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2927F62E-CF6F-9645-F56D-F084C2ED7946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B3113ACA-B111-CDE8-1B29-D6EACC502899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1EB32D58-2B57-2F85-DEF1-6E8E36853564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FBDC0CAD-7531-9F34-DF8F-B7C461764C2B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4DA846F1-04D4-66C5-0E39-4F409FC7DFFF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2866BC72-F13B-5258-14BE-84F1044D9E60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6F1C47E6-9954-1613-F04E-11D7AA305330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6E98C742-CC34-996C-F1DF-F173FAA2199C}"/>
              </a:ext>
            </a:extLst>
          </p:cNvPr>
          <p:cNvGrpSpPr/>
          <p:nvPr/>
        </p:nvGrpSpPr>
        <p:grpSpPr>
          <a:xfrm>
            <a:off x="-8170" y="5251087"/>
            <a:ext cx="388800" cy="1180038"/>
            <a:chOff x="-8170" y="5251087"/>
            <a:chExt cx="388800" cy="1180038"/>
          </a:xfrm>
        </p:grpSpPr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6FC633DC-5A32-8EF2-611B-8A84AE89F48F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65600"/>
              <a:chOff x="-6196500" y="784788"/>
              <a:chExt cx="388800" cy="165600"/>
            </a:xfrm>
          </p:grpSpPr>
          <p:sp>
            <p:nvSpPr>
              <p:cNvPr id="313" name="Oval 468">
                <a:extLst>
                  <a:ext uri="{FF2B5EF4-FFF2-40B4-BE49-F238E27FC236}">
                    <a16:creationId xmlns:a16="http://schemas.microsoft.com/office/drawing/2014/main" id="{FA2D9F3C-9E40-8CAD-6585-BEEF1704D6EB}"/>
                  </a:ext>
                </a:extLst>
              </p:cNvPr>
              <p:cNvSpPr/>
              <p:nvPr/>
            </p:nvSpPr>
            <p:spPr>
              <a:xfrm>
                <a:off x="-6084900" y="784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44A60CAA-FA34-FC1D-6054-6518841AF46B}"/>
                  </a:ext>
                </a:extLst>
              </p:cNvPr>
              <p:cNvSpPr txBox="1"/>
              <p:nvPr/>
            </p:nvSpPr>
            <p:spPr>
              <a:xfrm>
                <a:off x="-6196500" y="7847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1</a:t>
                </a:r>
              </a:p>
            </p:txBody>
          </p:sp>
        </p:grpSp>
        <p:grpSp>
          <p:nvGrpSpPr>
            <p:cNvPr id="277" name="그룹 276">
              <a:extLst>
                <a:ext uri="{FF2B5EF4-FFF2-40B4-BE49-F238E27FC236}">
                  <a16:creationId xmlns:a16="http://schemas.microsoft.com/office/drawing/2014/main" id="{B3A62166-FB43-AEA3-0F4B-466929030B0A}"/>
                </a:ext>
              </a:extLst>
            </p:cNvPr>
            <p:cNvGrpSpPr/>
            <p:nvPr/>
          </p:nvGrpSpPr>
          <p:grpSpPr>
            <a:xfrm>
              <a:off x="-8170" y="5456570"/>
              <a:ext cx="388800" cy="165600"/>
              <a:chOff x="-6196500" y="1051188"/>
              <a:chExt cx="388800" cy="165600"/>
            </a:xfrm>
          </p:grpSpPr>
          <p:sp>
            <p:nvSpPr>
              <p:cNvPr id="311" name="Oval 474">
                <a:extLst>
                  <a:ext uri="{FF2B5EF4-FFF2-40B4-BE49-F238E27FC236}">
                    <a16:creationId xmlns:a16="http://schemas.microsoft.com/office/drawing/2014/main" id="{35758CB0-4E7D-792F-E9E9-13E8937ABDEA}"/>
                  </a:ext>
                </a:extLst>
              </p:cNvPr>
              <p:cNvSpPr/>
              <p:nvPr/>
            </p:nvSpPr>
            <p:spPr>
              <a:xfrm>
                <a:off x="-6084900" y="10511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4A02E944-680C-5677-CFFB-95FD6A120936}"/>
                  </a:ext>
                </a:extLst>
              </p:cNvPr>
              <p:cNvSpPr txBox="1"/>
              <p:nvPr/>
            </p:nvSpPr>
            <p:spPr>
              <a:xfrm>
                <a:off x="-6196500" y="10511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2</a:t>
                </a:r>
              </a:p>
            </p:txBody>
          </p:sp>
        </p:grp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9313B464-509E-0120-8155-7E515D8A3D8A}"/>
                </a:ext>
              </a:extLst>
            </p:cNvPr>
            <p:cNvGrpSpPr/>
            <p:nvPr/>
          </p:nvGrpSpPr>
          <p:grpSpPr>
            <a:xfrm>
              <a:off x="-8170" y="5655503"/>
              <a:ext cx="388800" cy="165600"/>
              <a:chOff x="-6196500" y="1317588"/>
              <a:chExt cx="388800" cy="165600"/>
            </a:xfrm>
          </p:grpSpPr>
          <p:sp>
            <p:nvSpPr>
              <p:cNvPr id="309" name="Oval 480">
                <a:extLst>
                  <a:ext uri="{FF2B5EF4-FFF2-40B4-BE49-F238E27FC236}">
                    <a16:creationId xmlns:a16="http://schemas.microsoft.com/office/drawing/2014/main" id="{FA823C75-1BB8-C1DF-FB72-B8A18090D593}"/>
                  </a:ext>
                </a:extLst>
              </p:cNvPr>
              <p:cNvSpPr/>
              <p:nvPr/>
            </p:nvSpPr>
            <p:spPr>
              <a:xfrm>
                <a:off x="-6084900" y="13175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9F00F6C0-7C58-C303-F780-CF21A92EE63C}"/>
                  </a:ext>
                </a:extLst>
              </p:cNvPr>
              <p:cNvSpPr txBox="1"/>
              <p:nvPr/>
            </p:nvSpPr>
            <p:spPr>
              <a:xfrm>
                <a:off x="-6196500" y="13175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3</a:t>
                </a:r>
              </a:p>
            </p:txBody>
          </p:sp>
        </p:grpSp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B50A3E34-1464-0864-3694-A44B138FBB04}"/>
                </a:ext>
              </a:extLst>
            </p:cNvPr>
            <p:cNvGrpSpPr/>
            <p:nvPr/>
          </p:nvGrpSpPr>
          <p:grpSpPr>
            <a:xfrm>
              <a:off x="-8170" y="5862505"/>
              <a:ext cx="388800" cy="165600"/>
              <a:chOff x="-6196500" y="1583988"/>
              <a:chExt cx="388800" cy="165600"/>
            </a:xfrm>
          </p:grpSpPr>
          <p:sp>
            <p:nvSpPr>
              <p:cNvPr id="307" name="Oval 486">
                <a:extLst>
                  <a:ext uri="{FF2B5EF4-FFF2-40B4-BE49-F238E27FC236}">
                    <a16:creationId xmlns:a16="http://schemas.microsoft.com/office/drawing/2014/main" id="{BAD23D4F-9FBD-68D7-358A-0C053695E640}"/>
                  </a:ext>
                </a:extLst>
              </p:cNvPr>
              <p:cNvSpPr/>
              <p:nvPr/>
            </p:nvSpPr>
            <p:spPr>
              <a:xfrm>
                <a:off x="-6084900" y="15839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EDC12A1-747A-84C5-2A11-C8A450E6ADD4}"/>
                  </a:ext>
                </a:extLst>
              </p:cNvPr>
              <p:cNvSpPr txBox="1"/>
              <p:nvPr/>
            </p:nvSpPr>
            <p:spPr>
              <a:xfrm>
                <a:off x="-6196500" y="15839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4</a:t>
                </a:r>
              </a:p>
            </p:txBody>
          </p:sp>
        </p:grp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12FED1EC-84AC-E7A1-E402-3B5068D37F58}"/>
                </a:ext>
              </a:extLst>
            </p:cNvPr>
            <p:cNvGrpSpPr/>
            <p:nvPr/>
          </p:nvGrpSpPr>
          <p:grpSpPr>
            <a:xfrm>
              <a:off x="-8170" y="6062807"/>
              <a:ext cx="388800" cy="165600"/>
              <a:chOff x="-6196500" y="1850388"/>
              <a:chExt cx="388800" cy="165600"/>
            </a:xfrm>
          </p:grpSpPr>
          <p:sp>
            <p:nvSpPr>
              <p:cNvPr id="305" name="Oval 492">
                <a:extLst>
                  <a:ext uri="{FF2B5EF4-FFF2-40B4-BE49-F238E27FC236}">
                    <a16:creationId xmlns:a16="http://schemas.microsoft.com/office/drawing/2014/main" id="{8D76308A-2C00-E127-494D-5702C4B78C0C}"/>
                  </a:ext>
                </a:extLst>
              </p:cNvPr>
              <p:cNvSpPr/>
              <p:nvPr/>
            </p:nvSpPr>
            <p:spPr>
              <a:xfrm>
                <a:off x="-6084900" y="18503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604A60A8-7179-661C-286B-6A5725C7954C}"/>
                  </a:ext>
                </a:extLst>
              </p:cNvPr>
              <p:cNvSpPr txBox="1"/>
              <p:nvPr/>
            </p:nvSpPr>
            <p:spPr>
              <a:xfrm>
                <a:off x="-6196500" y="18503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5</a:t>
                </a:r>
              </a:p>
            </p:txBody>
          </p:sp>
        </p:grpSp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1EE23BF2-4660-0EED-4117-696114422491}"/>
                </a:ext>
              </a:extLst>
            </p:cNvPr>
            <p:cNvGrpSpPr/>
            <p:nvPr/>
          </p:nvGrpSpPr>
          <p:grpSpPr>
            <a:xfrm>
              <a:off x="-8170" y="6265525"/>
              <a:ext cx="388800" cy="165600"/>
              <a:chOff x="-6201094" y="2116788"/>
              <a:chExt cx="388800" cy="165600"/>
            </a:xfrm>
          </p:grpSpPr>
          <p:sp>
            <p:nvSpPr>
              <p:cNvPr id="303" name="Oval 492">
                <a:extLst>
                  <a:ext uri="{FF2B5EF4-FFF2-40B4-BE49-F238E27FC236}">
                    <a16:creationId xmlns:a16="http://schemas.microsoft.com/office/drawing/2014/main" id="{D8E23035-A037-06AA-0284-FA89FDDC8637}"/>
                  </a:ext>
                </a:extLst>
              </p:cNvPr>
              <p:cNvSpPr/>
              <p:nvPr/>
            </p:nvSpPr>
            <p:spPr>
              <a:xfrm>
                <a:off x="-6089494" y="2116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4BB937C2-67C1-7C0C-968A-E3E9CF50F0A2}"/>
                  </a:ext>
                </a:extLst>
              </p:cNvPr>
              <p:cNvSpPr txBox="1"/>
              <p:nvPr/>
            </p:nvSpPr>
            <p:spPr>
              <a:xfrm>
                <a:off x="-6201094" y="2130338"/>
                <a:ext cx="388800" cy="138499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Noto Sans KR"/>
                  </a:rPr>
                  <a:t>6</a:t>
                </a:r>
                <a:endParaRPr sz="900" b="1" dirty="0">
                  <a:solidFill>
                    <a:srgbClr val="FFFFFF"/>
                  </a:solidFill>
                  <a:latin typeface="Noto Sans K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9138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-27808" y="1492"/>
            <a:ext cx="12220541" cy="6865210"/>
            <a:chOff x="-28541" y="-7210"/>
            <a:chExt cx="12220541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1" y="5011746"/>
              <a:ext cx="12220541" cy="1574800"/>
              <a:chOff x="525572" y="5016500"/>
              <a:chExt cx="11666428" cy="1574800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1900" cy="4375271"/>
              <a:chOff x="9690100" y="635000"/>
              <a:chExt cx="250190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45629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22029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사용 컴포넌트</a:t>
                </a: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656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656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3978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385407" y="5238829"/>
            <a:ext cx="9100462" cy="1043632"/>
            <a:chOff x="927100" y="5275897"/>
            <a:chExt cx="8682028" cy="1043632"/>
          </a:xfrm>
        </p:grpSpPr>
        <p:sp>
          <p:nvSpPr>
            <p:cNvPr id="68" name="TextBox 67"/>
            <p:cNvSpPr txBox="1"/>
            <p:nvPr/>
          </p:nvSpPr>
          <p:spPr>
            <a:xfrm>
              <a:off x="927100" y="5275897"/>
              <a:ext cx="391377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대상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체크박스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복수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가능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;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권한에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따라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가능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제한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17992" y="5275897"/>
              <a:ext cx="86741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체크박스 선택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848600" y="5275897"/>
              <a:ext cx="135067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최소</a:t>
              </a:r>
              <a:r>
                <a:rPr sz="900" dirty="0">
                  <a:latin typeface="+mn-ea"/>
                </a:rPr>
                <a:t> 1개 </a:t>
              </a:r>
              <a:r>
                <a:rPr sz="900" dirty="0" err="1">
                  <a:latin typeface="+mn-ea"/>
                </a:rPr>
                <a:t>이상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선택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필수</a:t>
              </a:r>
              <a:endParaRPr sz="900" dirty="0">
                <a:latin typeface="+mn-ea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27100" y="5479097"/>
              <a:ext cx="37241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요청 제목 입력 (최대 100자) — 실시간 글자 수 카운터, 초과 시 입력 차단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873047" y="5479097"/>
              <a:ext cx="7573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텍스트 입력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848600" y="5479097"/>
              <a:ext cx="14301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빈 값 제출 시 유효성 오류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27100" y="5682297"/>
              <a:ext cx="30329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요청 내용 에디터 — 툴바로 서식·이미지·표·링크 삽입 가능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873047" y="5682297"/>
              <a:ext cx="7573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에디터 입력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848600" y="5682297"/>
              <a:ext cx="17605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이미지 파일 드래그 앤 드롭 지원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27100" y="5885497"/>
              <a:ext cx="37119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마감일시 설정 즉시 업무캘린더 자동 등록; 변경 시 캘린더도 자동 동기화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02698" y="5885497"/>
              <a:ext cx="89800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날짜/시간 선택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848600" y="5885497"/>
              <a:ext cx="11488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과거 날짜 선택 불가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27100" y="6088697"/>
              <a:ext cx="30818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알림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설정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체크박스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D-3·D-1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알림톡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기본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체크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;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해제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가능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817992" y="6088697"/>
              <a:ext cx="86741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체크박스 선택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848600" y="6088697"/>
              <a:ext cx="154642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알림 수신: 해당 기관 담당자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10045630" y="6642100"/>
            <a:ext cx="2108270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SCR-NEW-202  |  자료요청 등록화면</a:t>
            </a:r>
          </a:p>
        </p:txBody>
      </p:sp>
      <p:grpSp>
        <p:nvGrpSpPr>
          <p:cNvPr id="87" name="그룹 86"/>
          <p:cNvGrpSpPr/>
          <p:nvPr/>
        </p:nvGrpSpPr>
        <p:grpSpPr>
          <a:xfrm>
            <a:off x="9779000" y="1092200"/>
            <a:ext cx="2324100" cy="2453332"/>
            <a:chOff x="9779000" y="1092200"/>
            <a:chExt cx="2324100" cy="2453332"/>
          </a:xfrm>
        </p:grpSpPr>
        <p:sp>
          <p:nvSpPr>
            <p:cNvPr id="88" name="TextBox 87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SCR-NEW-202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등록 화면(1/2)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○○과 관리자 (각 과)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자료요청 &gt; 등록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779000" y="2552700"/>
              <a:ext cx="17684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드롭박스 — 채널/마감일/기관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779000" y="27051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체크박스 — 채널 복수 선택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779000" y="2857500"/>
              <a:ext cx="15376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에디터 영역 — 요청 내용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779000" y="3009900"/>
              <a:ext cx="17684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날짜/시간 선택기 — 마감일시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779000" y="3162300"/>
              <a:ext cx="13901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체크박스 — 알림 설정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779000" y="3314700"/>
              <a:ext cx="15824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 — 등록/임시저장</a:t>
              </a: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10940354" y="63500"/>
            <a:ext cx="1188146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64341" y="362466"/>
            <a:ext cx="12089559" cy="264755"/>
            <a:chOff x="64341" y="362466"/>
            <a:chExt cx="12089559" cy="264755"/>
          </a:xfrm>
        </p:grpSpPr>
        <p:sp>
          <p:nvSpPr>
            <p:cNvPr id="113" name="TextBox 112"/>
            <p:cNvSpPr txBox="1"/>
            <p:nvPr/>
          </p:nvSpPr>
          <p:spPr>
            <a:xfrm>
              <a:off x="10346995" y="381000"/>
              <a:ext cx="180690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자료요청  &gt;  등록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4341" y="362466"/>
              <a:ext cx="158729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자료요청  &gt;  등록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40372" y="922330"/>
            <a:ext cx="1649315" cy="2691989"/>
            <a:chOff x="800100" y="914400"/>
            <a:chExt cx="1524000" cy="2569860"/>
          </a:xfrm>
        </p:grpSpPr>
        <p:sp>
          <p:nvSpPr>
            <p:cNvPr id="116" name="Rectangle 21"/>
            <p:cNvSpPr/>
            <p:nvPr/>
          </p:nvSpPr>
          <p:spPr>
            <a:xfrm>
              <a:off x="800100" y="914400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38200" y="977900"/>
              <a:ext cx="626847" cy="220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대상 채널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981200" y="952500"/>
              <a:ext cx="289131" cy="235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19" name="Rectangle 34"/>
            <p:cNvSpPr/>
            <p:nvPr/>
          </p:nvSpPr>
          <p:spPr>
            <a:xfrm>
              <a:off x="800100" y="1219200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38200" y="1282700"/>
              <a:ext cx="626847" cy="220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요청 제목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981200" y="1257300"/>
              <a:ext cx="289131" cy="235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22" name="Rectangle 41"/>
            <p:cNvSpPr/>
            <p:nvPr/>
          </p:nvSpPr>
          <p:spPr>
            <a:xfrm>
              <a:off x="800100" y="1524000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38200" y="1587500"/>
              <a:ext cx="626847" cy="220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요청 내용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981200" y="1562100"/>
              <a:ext cx="289131" cy="235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25" name="Rectangle 65"/>
            <p:cNvSpPr/>
            <p:nvPr/>
          </p:nvSpPr>
          <p:spPr>
            <a:xfrm>
              <a:off x="800100" y="2717800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838200" y="2781300"/>
              <a:ext cx="597223" cy="220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마감일시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981200" y="2755900"/>
              <a:ext cx="289131" cy="235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28" name="Rectangle 75"/>
            <p:cNvSpPr/>
            <p:nvPr/>
          </p:nvSpPr>
          <p:spPr>
            <a:xfrm>
              <a:off x="800100" y="3200400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38200" y="3263900"/>
              <a:ext cx="626847" cy="220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알림 설정</a:t>
              </a: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-7847" y="642751"/>
            <a:ext cx="9698680" cy="271621"/>
            <a:chOff x="546100" y="635000"/>
            <a:chExt cx="9144000" cy="271621"/>
          </a:xfrm>
        </p:grpSpPr>
        <p:sp>
          <p:nvSpPr>
            <p:cNvPr id="134" name="Rectangle 18"/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60400" y="660400"/>
              <a:ext cx="93278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자료요청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등록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37" name="그룹 136"/>
          <p:cNvGrpSpPr/>
          <p:nvPr/>
        </p:nvGrpSpPr>
        <p:grpSpPr>
          <a:xfrm>
            <a:off x="1723756" y="968404"/>
            <a:ext cx="7957048" cy="2694094"/>
            <a:chOff x="2301430" y="977900"/>
            <a:chExt cx="5801170" cy="2514111"/>
          </a:xfrm>
        </p:grpSpPr>
        <p:sp>
          <p:nvSpPr>
            <p:cNvPr id="138" name="Rectangle 24"/>
            <p:cNvSpPr/>
            <p:nvPr/>
          </p:nvSpPr>
          <p:spPr>
            <a:xfrm>
              <a:off x="2324100" y="977900"/>
              <a:ext cx="152400" cy="152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301430" y="978244"/>
              <a:ext cx="197742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514600" y="990600"/>
              <a:ext cx="471214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대변인방</a:t>
              </a:r>
            </a:p>
          </p:txBody>
        </p:sp>
        <p:sp>
          <p:nvSpPr>
            <p:cNvPr id="141" name="Rectangle 27"/>
            <p:cNvSpPr/>
            <p:nvPr/>
          </p:nvSpPr>
          <p:spPr>
            <a:xfrm>
              <a:off x="3594100" y="977900"/>
              <a:ext cx="152400" cy="152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3571430" y="978244"/>
              <a:ext cx="197742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784600" y="990600"/>
              <a:ext cx="471214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온라인방</a:t>
              </a:r>
            </a:p>
          </p:txBody>
        </p:sp>
        <p:sp>
          <p:nvSpPr>
            <p:cNvPr id="144" name="Rectangle 30"/>
            <p:cNvSpPr/>
            <p:nvPr/>
          </p:nvSpPr>
          <p:spPr>
            <a:xfrm>
              <a:off x="4864100" y="9779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054600" y="990600"/>
              <a:ext cx="639505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외신대변인방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620062" y="1046063"/>
              <a:ext cx="674565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>
                  <a:solidFill>
                    <a:srgbClr val="AAAAAA"/>
                  </a:solidFill>
                  <a:latin typeface="+mn-ea"/>
                </a:rPr>
                <a:t>(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복수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선택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가능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)</a:t>
              </a:r>
            </a:p>
          </p:txBody>
        </p:sp>
        <p:sp>
          <p:nvSpPr>
            <p:cNvPr id="147" name="Rectangle 37"/>
            <p:cNvSpPr/>
            <p:nvPr/>
          </p:nvSpPr>
          <p:spPr>
            <a:xfrm>
              <a:off x="2324100" y="1244600"/>
              <a:ext cx="1780258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2374900" y="1270000"/>
              <a:ext cx="1740875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자료요청 제목을 입력하세요 (최대 100자)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4139290" y="1332178"/>
              <a:ext cx="391744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900" dirty="0">
                  <a:solidFill>
                    <a:srgbClr val="AAAAAA"/>
                  </a:solidFill>
                  <a:latin typeface="+mn-ea"/>
                </a:rPr>
                <a:t>0 / 100</a:t>
              </a:r>
            </a:p>
          </p:txBody>
        </p:sp>
        <p:sp>
          <p:nvSpPr>
            <p:cNvPr id="150" name="Rectangle 44"/>
            <p:cNvSpPr/>
            <p:nvPr/>
          </p:nvSpPr>
          <p:spPr>
            <a:xfrm>
              <a:off x="2324100" y="1549400"/>
              <a:ext cx="5778500" cy="1143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1" name="Rectangle 45"/>
            <p:cNvSpPr/>
            <p:nvPr/>
          </p:nvSpPr>
          <p:spPr>
            <a:xfrm>
              <a:off x="2324100" y="1549400"/>
              <a:ext cx="5778500" cy="203200"/>
            </a:xfrm>
            <a:prstGeom prst="rect">
              <a:avLst/>
            </a:prstGeom>
            <a:solidFill>
              <a:srgbClr val="E0E4EC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2" name="Rectangle 46"/>
            <p:cNvSpPr/>
            <p:nvPr/>
          </p:nvSpPr>
          <p:spPr>
            <a:xfrm>
              <a:off x="2362200" y="1562100"/>
              <a:ext cx="1778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356905" y="1532135"/>
              <a:ext cx="188392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 dirty="0">
                  <a:solidFill>
                    <a:srgbClr val="445064"/>
                  </a:solidFill>
                  <a:latin typeface="+mn-ea"/>
                </a:rPr>
                <a:t>B</a:t>
              </a:r>
            </a:p>
          </p:txBody>
        </p:sp>
        <p:sp>
          <p:nvSpPr>
            <p:cNvPr id="154" name="Rectangle 48"/>
            <p:cNvSpPr/>
            <p:nvPr/>
          </p:nvSpPr>
          <p:spPr>
            <a:xfrm>
              <a:off x="2565400" y="1562100"/>
              <a:ext cx="1778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2576466" y="1532135"/>
              <a:ext cx="155669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445064"/>
                  </a:solidFill>
                  <a:latin typeface="+mn-ea"/>
                </a:rPr>
                <a:t>I</a:t>
              </a:r>
            </a:p>
          </p:txBody>
        </p:sp>
        <p:sp>
          <p:nvSpPr>
            <p:cNvPr id="156" name="Rectangle 50"/>
            <p:cNvSpPr/>
            <p:nvPr/>
          </p:nvSpPr>
          <p:spPr>
            <a:xfrm>
              <a:off x="2768600" y="1562100"/>
              <a:ext cx="1778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2763304" y="1532135"/>
              <a:ext cx="188392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445064"/>
                  </a:solidFill>
                  <a:latin typeface="+mn-ea"/>
                </a:rPr>
                <a:t>U</a:t>
              </a:r>
            </a:p>
          </p:txBody>
        </p:sp>
        <p:sp>
          <p:nvSpPr>
            <p:cNvPr id="158" name="Rectangle 52"/>
            <p:cNvSpPr/>
            <p:nvPr/>
          </p:nvSpPr>
          <p:spPr>
            <a:xfrm>
              <a:off x="2971800" y="1562100"/>
              <a:ext cx="1778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967088" y="1532135"/>
              <a:ext cx="187224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445064"/>
                  </a:solidFill>
                  <a:latin typeface="+mn-ea"/>
                </a:rPr>
                <a:t>─</a:t>
              </a:r>
            </a:p>
          </p:txBody>
        </p:sp>
        <p:sp>
          <p:nvSpPr>
            <p:cNvPr id="160" name="Rectangle 54"/>
            <p:cNvSpPr/>
            <p:nvPr/>
          </p:nvSpPr>
          <p:spPr>
            <a:xfrm>
              <a:off x="3175000" y="1562100"/>
              <a:ext cx="1778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174963" y="1532135"/>
              <a:ext cx="177875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445064"/>
                  </a:solidFill>
                  <a:latin typeface="+mn-ea"/>
                </a:rPr>
                <a:t>≡</a:t>
              </a:r>
            </a:p>
          </p:txBody>
        </p:sp>
        <p:sp>
          <p:nvSpPr>
            <p:cNvPr id="162" name="Rectangle 56"/>
            <p:cNvSpPr/>
            <p:nvPr/>
          </p:nvSpPr>
          <p:spPr>
            <a:xfrm>
              <a:off x="3378200" y="1562100"/>
              <a:ext cx="3302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363789" y="1532135"/>
              <a:ext cx="359021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445064"/>
                  </a:solidFill>
                  <a:latin typeface="+mn-ea"/>
                </a:rPr>
                <a:t>이미지</a:t>
              </a:r>
            </a:p>
          </p:txBody>
        </p:sp>
        <p:sp>
          <p:nvSpPr>
            <p:cNvPr id="164" name="Rectangle 58"/>
            <p:cNvSpPr/>
            <p:nvPr/>
          </p:nvSpPr>
          <p:spPr>
            <a:xfrm>
              <a:off x="3733800" y="1562100"/>
              <a:ext cx="1778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717985" y="1532135"/>
              <a:ext cx="209428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445064"/>
                  </a:solidFill>
                  <a:latin typeface="+mn-ea"/>
                </a:rPr>
                <a:t>표</a:t>
              </a:r>
            </a:p>
          </p:txBody>
        </p:sp>
        <p:sp>
          <p:nvSpPr>
            <p:cNvPr id="166" name="Rectangle 60"/>
            <p:cNvSpPr/>
            <p:nvPr/>
          </p:nvSpPr>
          <p:spPr>
            <a:xfrm>
              <a:off x="3937000" y="1562100"/>
              <a:ext cx="330200" cy="1524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959989" y="1532135"/>
              <a:ext cx="284224" cy="201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 dirty="0" err="1">
                  <a:solidFill>
                    <a:srgbClr val="445064"/>
                  </a:solidFill>
                  <a:latin typeface="+mn-ea"/>
                </a:rPr>
                <a:t>링크</a:t>
              </a:r>
              <a:endParaRPr sz="8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168" name="Rectangle 62"/>
            <p:cNvSpPr/>
            <p:nvPr/>
          </p:nvSpPr>
          <p:spPr>
            <a:xfrm>
              <a:off x="2324100" y="1752600"/>
              <a:ext cx="5778500" cy="9398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2413000" y="1854200"/>
              <a:ext cx="5588000" cy="344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자료요청 내용을 입력하세요.
제출 양식, 제출 방법, 유의사항 등을 기재해 주십시오.</a:t>
              </a:r>
            </a:p>
          </p:txBody>
        </p:sp>
        <p:sp>
          <p:nvSpPr>
            <p:cNvPr id="170" name="Rectangle 68"/>
            <p:cNvSpPr/>
            <p:nvPr/>
          </p:nvSpPr>
          <p:spPr>
            <a:xfrm>
              <a:off x="2324100" y="2714375"/>
              <a:ext cx="2032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2374900" y="2752474"/>
              <a:ext cx="806628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YYYY-MM-DD  ▼</a:t>
              </a:r>
            </a:p>
          </p:txBody>
        </p:sp>
        <p:sp>
          <p:nvSpPr>
            <p:cNvPr id="172" name="Rectangle 70"/>
            <p:cNvSpPr/>
            <p:nvPr/>
          </p:nvSpPr>
          <p:spPr>
            <a:xfrm>
              <a:off x="4406900" y="2714375"/>
              <a:ext cx="1143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4457700" y="2752474"/>
              <a:ext cx="600939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HH : MM  ▼</a:t>
              </a:r>
            </a:p>
          </p:txBody>
        </p:sp>
        <p:sp>
          <p:nvSpPr>
            <p:cNvPr id="174" name="Rectangle 72"/>
            <p:cNvSpPr/>
            <p:nvPr/>
          </p:nvSpPr>
          <p:spPr>
            <a:xfrm>
              <a:off x="2324100" y="2997200"/>
              <a:ext cx="5778500" cy="152400"/>
            </a:xfrm>
            <a:prstGeom prst="rect">
              <a:avLst/>
            </a:prstGeom>
            <a:solidFill>
              <a:srgbClr val="E8F4FF"/>
            </a:solidFill>
            <a:ln w="5080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374900" y="2969061"/>
              <a:ext cx="2202039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A60AA"/>
                  </a:solidFill>
                  <a:latin typeface="+mn-ea"/>
                </a:rPr>
                <a:t>ℹ 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마감일시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설정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즉시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업무캘린더에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60AA"/>
                  </a:solidFill>
                  <a:latin typeface="+mn-ea"/>
                </a:rPr>
                <a:t>등록됩니다</a:t>
              </a:r>
              <a:r>
                <a:rPr sz="900" dirty="0">
                  <a:solidFill>
                    <a:srgbClr val="1A60AA"/>
                  </a:solidFill>
                  <a:latin typeface="+mn-ea"/>
                </a:rPr>
                <a:t>.</a:t>
              </a:r>
            </a:p>
          </p:txBody>
        </p:sp>
        <p:sp>
          <p:nvSpPr>
            <p:cNvPr id="176" name="Rectangle 77"/>
            <p:cNvSpPr/>
            <p:nvPr/>
          </p:nvSpPr>
          <p:spPr>
            <a:xfrm>
              <a:off x="2324100" y="3263900"/>
              <a:ext cx="152400" cy="152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2301432" y="3276600"/>
              <a:ext cx="197742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2514600" y="3276600"/>
              <a:ext cx="963652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마감 D-3 알림톡 발송</a:t>
              </a:r>
            </a:p>
          </p:txBody>
        </p:sp>
        <p:sp>
          <p:nvSpPr>
            <p:cNvPr id="179" name="Rectangle 80"/>
            <p:cNvSpPr/>
            <p:nvPr/>
          </p:nvSpPr>
          <p:spPr>
            <a:xfrm>
              <a:off x="4483100" y="3263900"/>
              <a:ext cx="152400" cy="152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460431" y="3276600"/>
              <a:ext cx="197742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4673600" y="3276600"/>
              <a:ext cx="963652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마감 D-1 알림톡 발송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786828" y="3267651"/>
              <a:ext cx="550685" cy="215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AAAAAA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기본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)</a:t>
              </a:r>
            </a:p>
          </p:txBody>
        </p:sp>
      </p:grpSp>
      <p:grpSp>
        <p:nvGrpSpPr>
          <p:cNvPr id="199" name="그룹 198"/>
          <p:cNvGrpSpPr/>
          <p:nvPr/>
        </p:nvGrpSpPr>
        <p:grpSpPr>
          <a:xfrm>
            <a:off x="1988800" y="750651"/>
            <a:ext cx="216000" cy="216000"/>
            <a:chOff x="3966029" y="6357600"/>
            <a:chExt cx="216000" cy="216000"/>
          </a:xfrm>
        </p:grpSpPr>
        <p:sp>
          <p:nvSpPr>
            <p:cNvPr id="20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4179819" y="1173526"/>
            <a:ext cx="216000" cy="216000"/>
            <a:chOff x="3966029" y="6357600"/>
            <a:chExt cx="216000" cy="216000"/>
          </a:xfrm>
        </p:grpSpPr>
        <p:sp>
          <p:nvSpPr>
            <p:cNvPr id="20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05" name="그룹 204"/>
          <p:cNvGrpSpPr/>
          <p:nvPr/>
        </p:nvGrpSpPr>
        <p:grpSpPr>
          <a:xfrm>
            <a:off x="4252269" y="1667329"/>
            <a:ext cx="216000" cy="216000"/>
            <a:chOff x="3966029" y="6357600"/>
            <a:chExt cx="216000" cy="216000"/>
          </a:xfrm>
        </p:grpSpPr>
        <p:sp>
          <p:nvSpPr>
            <p:cNvPr id="20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1067040" y="2857500"/>
            <a:ext cx="216000" cy="216000"/>
            <a:chOff x="3966029" y="6357600"/>
            <a:chExt cx="216000" cy="216000"/>
          </a:xfrm>
        </p:grpSpPr>
        <p:sp>
          <p:nvSpPr>
            <p:cNvPr id="209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11" name="그룹 210"/>
          <p:cNvGrpSpPr/>
          <p:nvPr/>
        </p:nvGrpSpPr>
        <p:grpSpPr>
          <a:xfrm>
            <a:off x="1081330" y="3351757"/>
            <a:ext cx="216000" cy="216000"/>
            <a:chOff x="3966029" y="6357600"/>
            <a:chExt cx="216000" cy="216000"/>
          </a:xfrm>
        </p:grpSpPr>
        <p:sp>
          <p:nvSpPr>
            <p:cNvPr id="212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17" name="그룹 216"/>
          <p:cNvGrpSpPr/>
          <p:nvPr/>
        </p:nvGrpSpPr>
        <p:grpSpPr>
          <a:xfrm>
            <a:off x="4842264" y="1297179"/>
            <a:ext cx="4752585" cy="230832"/>
            <a:chOff x="1748144" y="992875"/>
            <a:chExt cx="4054506" cy="230832"/>
          </a:xfrm>
        </p:grpSpPr>
        <p:sp>
          <p:nvSpPr>
            <p:cNvPr id="218" name="Rectangle 31"/>
            <p:cNvSpPr/>
            <p:nvPr/>
          </p:nvSpPr>
          <p:spPr>
            <a:xfrm>
              <a:off x="1748144" y="1030975"/>
              <a:ext cx="155447" cy="1329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1899425" y="992875"/>
              <a:ext cx="3544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>
                  <a:solidFill>
                    <a:srgbClr val="1A1A1A"/>
                  </a:solidFill>
                  <a:latin typeface="+mn-ea"/>
                </a:rPr>
                <a:t>긴급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220" name="Rectangle 72"/>
            <p:cNvSpPr/>
            <p:nvPr/>
          </p:nvSpPr>
          <p:spPr>
            <a:xfrm>
              <a:off x="2225595" y="1020435"/>
              <a:ext cx="3528300" cy="163310"/>
            </a:xfrm>
            <a:prstGeom prst="rect">
              <a:avLst/>
            </a:prstGeom>
            <a:solidFill>
              <a:srgbClr val="E8F4FF"/>
            </a:solidFill>
            <a:ln w="5080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2204681" y="996632"/>
              <a:ext cx="359796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800" dirty="0">
                  <a:solidFill>
                    <a:srgbClr val="1A60AA"/>
                  </a:solidFill>
                  <a:latin typeface="+mn-ea"/>
                </a:rPr>
                <a:t>ℹ  </a:t>
              </a:r>
              <a:r>
                <a:rPr lang="ko-KR" altLang="en-US" sz="800" dirty="0" err="1">
                  <a:solidFill>
                    <a:srgbClr val="1A60AA"/>
                  </a:solidFill>
                  <a:latin typeface="+mn-ea"/>
                </a:rPr>
                <a:t>체크시</a:t>
              </a:r>
              <a:r>
                <a:rPr lang="ko-KR" altLang="en-US" sz="800" dirty="0">
                  <a:solidFill>
                    <a:srgbClr val="1A60AA"/>
                  </a:solidFill>
                  <a:latin typeface="+mn-ea"/>
                </a:rPr>
                <a:t> 목록에 제목이 빨간색으로 노출되며 각 담당자에게 알림이 </a:t>
              </a:r>
              <a:r>
                <a:rPr sz="800" dirty="0" err="1">
                  <a:solidFill>
                    <a:srgbClr val="1A60AA"/>
                  </a:solidFill>
                  <a:latin typeface="+mn-ea"/>
                </a:rPr>
                <a:t>자동</a:t>
              </a:r>
              <a:r>
                <a:rPr sz="800" dirty="0">
                  <a:solidFill>
                    <a:srgbClr val="1A60AA"/>
                  </a:solidFill>
                  <a:latin typeface="+mn-ea"/>
                </a:rPr>
                <a:t> </a:t>
              </a:r>
              <a:r>
                <a:rPr lang="ko-KR" altLang="en-US" sz="800" dirty="0">
                  <a:solidFill>
                    <a:srgbClr val="1A60AA"/>
                  </a:solidFill>
                  <a:latin typeface="+mn-ea"/>
                </a:rPr>
                <a:t>발송</a:t>
              </a:r>
              <a:r>
                <a:rPr sz="800" dirty="0" err="1">
                  <a:solidFill>
                    <a:srgbClr val="1A60AA"/>
                  </a:solidFill>
                  <a:latin typeface="+mn-ea"/>
                </a:rPr>
                <a:t>됩니다</a:t>
              </a:r>
              <a:r>
                <a:rPr sz="800" dirty="0">
                  <a:solidFill>
                    <a:srgbClr val="1A60AA"/>
                  </a:solidFill>
                  <a:latin typeface="+mn-ea"/>
                </a:rPr>
                <a:t>.</a:t>
              </a:r>
            </a:p>
          </p:txBody>
        </p:sp>
      </p:grpSp>
      <p:sp>
        <p:nvSpPr>
          <p:cNvPr id="222" name="Rectangle 22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7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45C5752-E8B3-4B56-E042-F85CF73818FA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8363E94-C21A-B107-235F-11E3DDD8A817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BBE032-0AB7-11E5-D10B-BA988861AF05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5A23490-01C2-6AB3-9574-B95FB99795F4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45CEB65-0C60-7200-C478-50791BC96D28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9346814-EAF2-18C3-A704-9222F89D5A55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B33974A-044E-14B0-61BE-161B4825F3BA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680A2A5-08C1-C743-C1BE-98EFC85A0440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0A0C992-6B18-F85D-6611-4F84575E81DA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0B3AC51-CB85-584B-C0FC-AABDAE911029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AA908F7-CE13-7E97-2C90-C72F5F7578CA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0D753FF-B576-AE21-227B-320FE753720B}"/>
              </a:ext>
            </a:extLst>
          </p:cNvPr>
          <p:cNvGrpSpPr/>
          <p:nvPr/>
        </p:nvGrpSpPr>
        <p:grpSpPr>
          <a:xfrm>
            <a:off x="-8170" y="5251087"/>
            <a:ext cx="388800" cy="977320"/>
            <a:chOff x="-8170" y="5251087"/>
            <a:chExt cx="388800" cy="977320"/>
          </a:xfrm>
        </p:grpSpPr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0ACCCC9D-1342-5BC2-535E-8C033B37F494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65600"/>
              <a:chOff x="-6196500" y="784788"/>
              <a:chExt cx="388800" cy="165600"/>
            </a:xfrm>
          </p:grpSpPr>
          <p:sp>
            <p:nvSpPr>
              <p:cNvPr id="216" name="Oval 468">
                <a:extLst>
                  <a:ext uri="{FF2B5EF4-FFF2-40B4-BE49-F238E27FC236}">
                    <a16:creationId xmlns:a16="http://schemas.microsoft.com/office/drawing/2014/main" id="{AF112AF9-855E-62C5-B72A-33228E2D3C91}"/>
                  </a:ext>
                </a:extLst>
              </p:cNvPr>
              <p:cNvSpPr/>
              <p:nvPr/>
            </p:nvSpPr>
            <p:spPr>
              <a:xfrm>
                <a:off x="-6084900" y="784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D1AB6D5F-9420-CEA7-497F-D4B3FB5D518D}"/>
                  </a:ext>
                </a:extLst>
              </p:cNvPr>
              <p:cNvSpPr txBox="1"/>
              <p:nvPr/>
            </p:nvSpPr>
            <p:spPr>
              <a:xfrm>
                <a:off x="-6196500" y="7847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1</a:t>
                </a:r>
              </a:p>
            </p:txBody>
          </p: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BBA4D17C-ABF8-97EC-6404-CEB3124BB203}"/>
                </a:ext>
              </a:extLst>
            </p:cNvPr>
            <p:cNvGrpSpPr/>
            <p:nvPr/>
          </p:nvGrpSpPr>
          <p:grpSpPr>
            <a:xfrm>
              <a:off x="-8170" y="5456570"/>
              <a:ext cx="388800" cy="165600"/>
              <a:chOff x="-6196500" y="1051188"/>
              <a:chExt cx="388800" cy="165600"/>
            </a:xfrm>
          </p:grpSpPr>
          <p:sp>
            <p:nvSpPr>
              <p:cNvPr id="214" name="Oval 474">
                <a:extLst>
                  <a:ext uri="{FF2B5EF4-FFF2-40B4-BE49-F238E27FC236}">
                    <a16:creationId xmlns:a16="http://schemas.microsoft.com/office/drawing/2014/main" id="{2198320F-107E-B394-221A-14E9E1F3554F}"/>
                  </a:ext>
                </a:extLst>
              </p:cNvPr>
              <p:cNvSpPr/>
              <p:nvPr/>
            </p:nvSpPr>
            <p:spPr>
              <a:xfrm>
                <a:off x="-6084900" y="10511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F7C8014A-C1E9-C6F8-2444-1CE9CC3146B9}"/>
                  </a:ext>
                </a:extLst>
              </p:cNvPr>
              <p:cNvSpPr txBox="1"/>
              <p:nvPr/>
            </p:nvSpPr>
            <p:spPr>
              <a:xfrm>
                <a:off x="-6196500" y="10511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2</a:t>
                </a:r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48D21DA3-040B-DDE0-5076-4E981051DDD4}"/>
                </a:ext>
              </a:extLst>
            </p:cNvPr>
            <p:cNvGrpSpPr/>
            <p:nvPr/>
          </p:nvGrpSpPr>
          <p:grpSpPr>
            <a:xfrm>
              <a:off x="-8170" y="5655503"/>
              <a:ext cx="388800" cy="165600"/>
              <a:chOff x="-6196500" y="1317588"/>
              <a:chExt cx="388800" cy="165600"/>
            </a:xfrm>
          </p:grpSpPr>
          <p:sp>
            <p:nvSpPr>
              <p:cNvPr id="195" name="Oval 480">
                <a:extLst>
                  <a:ext uri="{FF2B5EF4-FFF2-40B4-BE49-F238E27FC236}">
                    <a16:creationId xmlns:a16="http://schemas.microsoft.com/office/drawing/2014/main" id="{C34DAB97-60C5-8F93-6F5E-4D438835F531}"/>
                  </a:ext>
                </a:extLst>
              </p:cNvPr>
              <p:cNvSpPr/>
              <p:nvPr/>
            </p:nvSpPr>
            <p:spPr>
              <a:xfrm>
                <a:off x="-6084900" y="13175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0DBF4136-90C8-6EF2-1C1C-9B801784A536}"/>
                  </a:ext>
                </a:extLst>
              </p:cNvPr>
              <p:cNvSpPr txBox="1"/>
              <p:nvPr/>
            </p:nvSpPr>
            <p:spPr>
              <a:xfrm>
                <a:off x="-6196500" y="13175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3</a:t>
                </a:r>
              </a:p>
            </p:txBody>
          </p:sp>
        </p:grp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5091FF44-C60D-EBCD-CC7A-7D9604639B25}"/>
                </a:ext>
              </a:extLst>
            </p:cNvPr>
            <p:cNvGrpSpPr/>
            <p:nvPr/>
          </p:nvGrpSpPr>
          <p:grpSpPr>
            <a:xfrm>
              <a:off x="-8170" y="5862505"/>
              <a:ext cx="388800" cy="165600"/>
              <a:chOff x="-6196500" y="1583988"/>
              <a:chExt cx="388800" cy="165600"/>
            </a:xfrm>
          </p:grpSpPr>
          <p:sp>
            <p:nvSpPr>
              <p:cNvPr id="193" name="Oval 486">
                <a:extLst>
                  <a:ext uri="{FF2B5EF4-FFF2-40B4-BE49-F238E27FC236}">
                    <a16:creationId xmlns:a16="http://schemas.microsoft.com/office/drawing/2014/main" id="{D1242CDE-64CD-1E25-5D18-093FCE54DC43}"/>
                  </a:ext>
                </a:extLst>
              </p:cNvPr>
              <p:cNvSpPr/>
              <p:nvPr/>
            </p:nvSpPr>
            <p:spPr>
              <a:xfrm>
                <a:off x="-6084900" y="15839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821F9A0B-D128-022E-0C86-0E2F285D85BF}"/>
                  </a:ext>
                </a:extLst>
              </p:cNvPr>
              <p:cNvSpPr txBox="1"/>
              <p:nvPr/>
            </p:nvSpPr>
            <p:spPr>
              <a:xfrm>
                <a:off x="-6196500" y="15839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4</a:t>
                </a:r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B4600E7E-0A07-671F-3EA1-A8B5E90B01E3}"/>
                </a:ext>
              </a:extLst>
            </p:cNvPr>
            <p:cNvGrpSpPr/>
            <p:nvPr/>
          </p:nvGrpSpPr>
          <p:grpSpPr>
            <a:xfrm>
              <a:off x="-8170" y="6062807"/>
              <a:ext cx="388800" cy="165600"/>
              <a:chOff x="-6196500" y="1850388"/>
              <a:chExt cx="388800" cy="165600"/>
            </a:xfrm>
          </p:grpSpPr>
          <p:sp>
            <p:nvSpPr>
              <p:cNvPr id="191" name="Oval 492">
                <a:extLst>
                  <a:ext uri="{FF2B5EF4-FFF2-40B4-BE49-F238E27FC236}">
                    <a16:creationId xmlns:a16="http://schemas.microsoft.com/office/drawing/2014/main" id="{6E875C42-CA82-6B05-CB81-839918C3DDEB}"/>
                  </a:ext>
                </a:extLst>
              </p:cNvPr>
              <p:cNvSpPr/>
              <p:nvPr/>
            </p:nvSpPr>
            <p:spPr>
              <a:xfrm>
                <a:off x="-6084900" y="18503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E1F7D3B1-B10A-DF41-7D4C-866986D3715F}"/>
                  </a:ext>
                </a:extLst>
              </p:cNvPr>
              <p:cNvSpPr txBox="1"/>
              <p:nvPr/>
            </p:nvSpPr>
            <p:spPr>
              <a:xfrm>
                <a:off x="-6196500" y="18503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7646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7038" y="-7210"/>
            <a:ext cx="12199038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-28542" y="5011746"/>
            <a:ext cx="12220542" cy="1574800"/>
            <a:chOff x="525571" y="5016500"/>
            <a:chExt cx="11666429" cy="1574800"/>
          </a:xfrm>
        </p:grpSpPr>
        <p:sp>
          <p:nvSpPr>
            <p:cNvPr id="25" name="Rectangle 215"/>
            <p:cNvSpPr/>
            <p:nvPr/>
          </p:nvSpPr>
          <p:spPr>
            <a:xfrm>
              <a:off x="546100" y="5016500"/>
              <a:ext cx="11645900" cy="157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" name="Rectangle 216"/>
            <p:cNvSpPr/>
            <p:nvPr/>
          </p:nvSpPr>
          <p:spPr>
            <a:xfrm>
              <a:off x="546100" y="5016500"/>
              <a:ext cx="3556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5571" y="5031105"/>
              <a:ext cx="3966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번호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8" name="Rectangle 218"/>
            <p:cNvSpPr/>
            <p:nvPr/>
          </p:nvSpPr>
          <p:spPr>
            <a:xfrm>
              <a:off x="901700" y="5016500"/>
              <a:ext cx="57785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562015" y="503110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설  명</a:t>
              </a:r>
            </a:p>
          </p:txBody>
        </p:sp>
        <p:sp>
          <p:nvSpPr>
            <p:cNvPr id="30" name="Rectangle 220"/>
            <p:cNvSpPr/>
            <p:nvPr/>
          </p:nvSpPr>
          <p:spPr>
            <a:xfrm>
              <a:off x="6680200" y="5016500"/>
              <a:ext cx="11430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72794" y="5031105"/>
              <a:ext cx="757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이벤트 타입</a:t>
              </a:r>
            </a:p>
          </p:txBody>
        </p:sp>
        <p:sp>
          <p:nvSpPr>
            <p:cNvPr id="32" name="Rectangle 222"/>
            <p:cNvSpPr/>
            <p:nvPr/>
          </p:nvSpPr>
          <p:spPr>
            <a:xfrm>
              <a:off x="7823200" y="5016500"/>
              <a:ext cx="43688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778665" y="503110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비  고</a:t>
              </a:r>
            </a:p>
          </p:txBody>
        </p:sp>
        <p:sp>
          <p:nvSpPr>
            <p:cNvPr id="34" name="Rectangle 224"/>
            <p:cNvSpPr/>
            <p:nvPr/>
          </p:nvSpPr>
          <p:spPr>
            <a:xfrm>
              <a:off x="546100" y="5219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" name="Rectangle 226"/>
            <p:cNvSpPr/>
            <p:nvPr/>
          </p:nvSpPr>
          <p:spPr>
            <a:xfrm>
              <a:off x="901700" y="5219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" name="Rectangle 228"/>
            <p:cNvSpPr/>
            <p:nvPr/>
          </p:nvSpPr>
          <p:spPr>
            <a:xfrm>
              <a:off x="6680200" y="5219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" name="Rectangle 230"/>
            <p:cNvSpPr/>
            <p:nvPr/>
          </p:nvSpPr>
          <p:spPr>
            <a:xfrm>
              <a:off x="7823200" y="5219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" name="Rectangle 232"/>
            <p:cNvSpPr/>
            <p:nvPr/>
          </p:nvSpPr>
          <p:spPr>
            <a:xfrm>
              <a:off x="546100" y="54229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" name="Rectangle 234"/>
            <p:cNvSpPr/>
            <p:nvPr/>
          </p:nvSpPr>
          <p:spPr>
            <a:xfrm>
              <a:off x="901700" y="54229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" name="Rectangle 236"/>
            <p:cNvSpPr/>
            <p:nvPr/>
          </p:nvSpPr>
          <p:spPr>
            <a:xfrm>
              <a:off x="6680200" y="54229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1" name="Rectangle 238"/>
            <p:cNvSpPr/>
            <p:nvPr/>
          </p:nvSpPr>
          <p:spPr>
            <a:xfrm>
              <a:off x="7823200" y="54229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" name="Rectangle 240"/>
            <p:cNvSpPr/>
            <p:nvPr/>
          </p:nvSpPr>
          <p:spPr>
            <a:xfrm>
              <a:off x="546100" y="56261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3" name="Rectangle 242"/>
            <p:cNvSpPr/>
            <p:nvPr/>
          </p:nvSpPr>
          <p:spPr>
            <a:xfrm>
              <a:off x="901700" y="56261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244"/>
            <p:cNvSpPr/>
            <p:nvPr/>
          </p:nvSpPr>
          <p:spPr>
            <a:xfrm>
              <a:off x="6680200" y="56261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" name="Rectangle 246"/>
            <p:cNvSpPr/>
            <p:nvPr/>
          </p:nvSpPr>
          <p:spPr>
            <a:xfrm>
              <a:off x="7823200" y="56261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" name="Rectangle 248"/>
            <p:cNvSpPr/>
            <p:nvPr/>
          </p:nvSpPr>
          <p:spPr>
            <a:xfrm>
              <a:off x="546100" y="58293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7" name="Rectangle 250"/>
            <p:cNvSpPr/>
            <p:nvPr/>
          </p:nvSpPr>
          <p:spPr>
            <a:xfrm>
              <a:off x="901700" y="58293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" name="Rectangle 252"/>
            <p:cNvSpPr/>
            <p:nvPr/>
          </p:nvSpPr>
          <p:spPr>
            <a:xfrm>
              <a:off x="6680200" y="58293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9" name="Rectangle 254"/>
            <p:cNvSpPr/>
            <p:nvPr/>
          </p:nvSpPr>
          <p:spPr>
            <a:xfrm>
              <a:off x="7823200" y="58293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" name="Rectangle 256"/>
            <p:cNvSpPr/>
            <p:nvPr/>
          </p:nvSpPr>
          <p:spPr>
            <a:xfrm>
              <a:off x="546100" y="60325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1" name="Rectangle 258"/>
            <p:cNvSpPr/>
            <p:nvPr/>
          </p:nvSpPr>
          <p:spPr>
            <a:xfrm>
              <a:off x="901700" y="60325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2" name="Rectangle 260"/>
            <p:cNvSpPr/>
            <p:nvPr/>
          </p:nvSpPr>
          <p:spPr>
            <a:xfrm>
              <a:off x="6680200" y="60325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3" name="Rectangle 262"/>
            <p:cNvSpPr/>
            <p:nvPr/>
          </p:nvSpPr>
          <p:spPr>
            <a:xfrm>
              <a:off x="7823200" y="60325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4" name="Rectangle 264"/>
            <p:cNvSpPr/>
            <p:nvPr/>
          </p:nvSpPr>
          <p:spPr>
            <a:xfrm>
              <a:off x="546100" y="6235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5" name="Rectangle 266"/>
            <p:cNvSpPr/>
            <p:nvPr/>
          </p:nvSpPr>
          <p:spPr>
            <a:xfrm>
              <a:off x="901700" y="6235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6" name="Rectangle 268"/>
            <p:cNvSpPr/>
            <p:nvPr/>
          </p:nvSpPr>
          <p:spPr>
            <a:xfrm>
              <a:off x="6680200" y="6235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7" name="Rectangle 270"/>
            <p:cNvSpPr/>
            <p:nvPr/>
          </p:nvSpPr>
          <p:spPr>
            <a:xfrm>
              <a:off x="7823200" y="6235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36475"/>
            <a:ext cx="2501900" cy="4375271"/>
            <a:chOff x="9690100" y="635000"/>
            <a:chExt cx="2501900" cy="4381500"/>
          </a:xfrm>
        </p:grpSpPr>
        <p:sp>
          <p:nvSpPr>
            <p:cNvPr id="15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779000" y="645629"/>
              <a:ext cx="861133" cy="246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79000" y="952500"/>
              <a:ext cx="562975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 ID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79000" y="1295400"/>
              <a:ext cx="530915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779000" y="1638300"/>
              <a:ext cx="678391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79000" y="1981200"/>
              <a:ext cx="678391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22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79000" y="2322029"/>
              <a:ext cx="909223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사용 컴포넌트</a:t>
              </a:r>
            </a:p>
          </p:txBody>
        </p:sp>
        <p:sp>
          <p:nvSpPr>
            <p:cNvPr id="24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13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11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10" name="Rectangle 17"/>
          <p:cNvSpPr/>
          <p:nvPr/>
        </p:nvSpPr>
        <p:spPr>
          <a:xfrm>
            <a:off x="-7038" y="630246"/>
            <a:ext cx="9697138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3500" y="358140"/>
            <a:ext cx="44704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</a:rPr>
              <a:t>자료요청  &gt;  등록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382260" y="381000"/>
            <a:ext cx="1771640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AABBCC"/>
                </a:solidFill>
                <a:latin typeface="+mn-ea"/>
              </a:rPr>
              <a:t>홈  &gt;  자료요청  &gt;  등록</a:t>
            </a:r>
          </a:p>
        </p:txBody>
      </p:sp>
      <p:grpSp>
        <p:nvGrpSpPr>
          <p:cNvPr id="79" name="그룹 78"/>
          <p:cNvGrpSpPr/>
          <p:nvPr/>
        </p:nvGrpSpPr>
        <p:grpSpPr>
          <a:xfrm>
            <a:off x="9779000" y="1092200"/>
            <a:ext cx="2324100" cy="1274921"/>
            <a:chOff x="9779000" y="1092200"/>
            <a:chExt cx="2324100" cy="1274921"/>
          </a:xfrm>
        </p:grpSpPr>
        <p:sp>
          <p:nvSpPr>
            <p:cNvPr id="80" name="TextBox 79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EW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2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2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자료요청 등록화면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(2/2)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 (로그인)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자료요청 &gt; 자료요청 &gt; 등록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</p:grpSp>
      <p:sp>
        <p:nvSpPr>
          <p:cNvPr id="331" name="TextBox 330"/>
          <p:cNvSpPr txBox="1"/>
          <p:nvPr/>
        </p:nvSpPr>
        <p:spPr>
          <a:xfrm>
            <a:off x="8783433" y="4128975"/>
            <a:ext cx="44755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  <a:latin typeface="+mn-ea"/>
              </a:rPr>
              <a:t>검 색</a:t>
            </a:r>
          </a:p>
        </p:txBody>
      </p:sp>
      <p:grpSp>
        <p:nvGrpSpPr>
          <p:cNvPr id="410" name="그룹 409"/>
          <p:cNvGrpSpPr/>
          <p:nvPr/>
        </p:nvGrpSpPr>
        <p:grpSpPr>
          <a:xfrm>
            <a:off x="412621" y="5230111"/>
            <a:ext cx="8907726" cy="230832"/>
            <a:chOff x="977878" y="5479097"/>
            <a:chExt cx="8479339" cy="230832"/>
          </a:xfrm>
        </p:grpSpPr>
        <p:sp>
          <p:nvSpPr>
            <p:cNvPr id="414" name="TextBox 413"/>
            <p:cNvSpPr txBox="1"/>
            <p:nvPr/>
          </p:nvSpPr>
          <p:spPr>
            <a:xfrm>
              <a:off x="977878" y="5479097"/>
              <a:ext cx="113100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>
                  <a:latin typeface="+mn-ea"/>
                </a:rPr>
                <a:t>제출대상 기관 선택</a:t>
              </a:r>
              <a:endParaRPr sz="900" dirty="0">
                <a:latin typeface="+mn-ea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6757159" y="5479097"/>
              <a:ext cx="9890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dirty="0" err="1">
                  <a:latin typeface="+mn-ea"/>
                </a:rPr>
                <a:t>선택칩</a:t>
              </a:r>
              <a:r>
                <a:rPr lang="en-US" altLang="ko-KR" sz="900" dirty="0">
                  <a:latin typeface="+mn-ea"/>
                </a:rPr>
                <a:t>/</a:t>
              </a:r>
              <a:r>
                <a:rPr lang="ko-KR" altLang="en-US" sz="900" dirty="0">
                  <a:latin typeface="+mn-ea"/>
                </a:rPr>
                <a:t>체크박스</a:t>
              </a:r>
              <a:endParaRPr sz="900" dirty="0">
                <a:latin typeface="+mn-ea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7848600" y="5479097"/>
              <a:ext cx="16086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>
                  <a:latin typeface="+mn-ea"/>
                </a:rPr>
                <a:t>선택된 기관을 </a:t>
              </a:r>
              <a:r>
                <a:rPr lang="ko-KR" altLang="en-US" sz="900" dirty="0" err="1">
                  <a:latin typeface="+mn-ea"/>
                </a:rPr>
                <a:t>칩형태로</a:t>
              </a:r>
              <a:r>
                <a:rPr lang="ko-KR" altLang="en-US" sz="900" dirty="0">
                  <a:latin typeface="+mn-ea"/>
                </a:rPr>
                <a:t> 표시</a:t>
              </a:r>
              <a:endParaRPr sz="900" dirty="0">
                <a:latin typeface="+mn-ea"/>
              </a:endParaRPr>
            </a:p>
          </p:txBody>
        </p:sp>
      </p:grpSp>
      <p:sp>
        <p:nvSpPr>
          <p:cNvPr id="438" name="TextBox 437"/>
          <p:cNvSpPr txBox="1"/>
          <p:nvPr/>
        </p:nvSpPr>
        <p:spPr>
          <a:xfrm>
            <a:off x="10600269" y="6642100"/>
            <a:ext cx="1553631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OC</a:t>
            </a:r>
            <a:r>
              <a:rPr sz="800" dirty="0">
                <a:solidFill>
                  <a:srgbClr val="AABBCC"/>
                </a:solidFill>
                <a:latin typeface="+mn-ea"/>
              </a:rPr>
              <a:t>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1</a:t>
            </a:r>
            <a:r>
              <a:rPr sz="800" dirty="0">
                <a:solidFill>
                  <a:srgbClr val="AABBCC"/>
                </a:solidFill>
                <a:latin typeface="+mn-ea"/>
              </a:rPr>
              <a:t>0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3</a:t>
            </a:r>
            <a:r>
              <a:rPr sz="800" dirty="0">
                <a:solidFill>
                  <a:srgbClr val="AABBCC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srgbClr val="AABBCC"/>
                </a:solidFill>
                <a:latin typeface="+mn-ea"/>
              </a:rPr>
              <a:t>자료요청등록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347" name="그룹 346"/>
          <p:cNvGrpSpPr/>
          <p:nvPr/>
        </p:nvGrpSpPr>
        <p:grpSpPr>
          <a:xfrm>
            <a:off x="-7038" y="628650"/>
            <a:ext cx="9697138" cy="268932"/>
            <a:chOff x="546100" y="635000"/>
            <a:chExt cx="9144000" cy="268932"/>
          </a:xfrm>
        </p:grpSpPr>
        <p:sp>
          <p:nvSpPr>
            <p:cNvPr id="348" name="Rectangle 18"/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660400" y="650240"/>
              <a:ext cx="94200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자료요청 등록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8625344" y="673100"/>
              <a:ext cx="10266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900">
                  <a:solidFill>
                    <a:srgbClr val="FFCCCC"/>
                  </a:solidFill>
                  <a:latin typeface="+mn-ea"/>
                </a:rPr>
                <a:t>＊ 필수 입력 항목</a:t>
              </a:r>
            </a:p>
          </p:txBody>
        </p:sp>
      </p:grpSp>
      <p:grpSp>
        <p:nvGrpSpPr>
          <p:cNvPr id="381" name="그룹 380"/>
          <p:cNvGrpSpPr/>
          <p:nvPr/>
        </p:nvGrpSpPr>
        <p:grpSpPr>
          <a:xfrm>
            <a:off x="54384" y="965695"/>
            <a:ext cx="1502814" cy="340304"/>
            <a:chOff x="825500" y="957305"/>
            <a:chExt cx="1380756" cy="327219"/>
          </a:xfrm>
        </p:grpSpPr>
        <p:sp>
          <p:nvSpPr>
            <p:cNvPr id="383" name="TextBox 382"/>
            <p:cNvSpPr txBox="1"/>
            <p:nvPr/>
          </p:nvSpPr>
          <p:spPr>
            <a:xfrm>
              <a:off x="825500" y="957305"/>
              <a:ext cx="169727" cy="22195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1918764" y="1047770"/>
              <a:ext cx="287492" cy="236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</p:grpSp>
      <p:grpSp>
        <p:nvGrpSpPr>
          <p:cNvPr id="404" name="그룹 403"/>
          <p:cNvGrpSpPr/>
          <p:nvPr/>
        </p:nvGrpSpPr>
        <p:grpSpPr>
          <a:xfrm>
            <a:off x="1729094" y="985555"/>
            <a:ext cx="7848000" cy="1596355"/>
            <a:chOff x="251999" y="702000"/>
            <a:chExt cx="7848000" cy="2382619"/>
          </a:xfrm>
        </p:grpSpPr>
        <p:sp>
          <p:nvSpPr>
            <p:cNvPr id="417" name="Rectangle 7"/>
            <p:cNvSpPr/>
            <p:nvPr/>
          </p:nvSpPr>
          <p:spPr>
            <a:xfrm>
              <a:off x="251999" y="702000"/>
              <a:ext cx="7848000" cy="2382619"/>
            </a:xfrm>
            <a:prstGeom prst="rect">
              <a:avLst/>
            </a:prstGeom>
            <a:solidFill>
              <a:srgbClr val="FCFCFD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18" name="Rectangle 8"/>
            <p:cNvSpPr/>
            <p:nvPr/>
          </p:nvSpPr>
          <p:spPr>
            <a:xfrm>
              <a:off x="360000" y="810000"/>
              <a:ext cx="5256000" cy="19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450000" y="782675"/>
              <a:ext cx="5076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dirty="0">
                  <a:solidFill>
                    <a:srgbClr val="A6AEB8"/>
                  </a:solidFill>
                  <a:latin typeface="+mn-ea"/>
                </a:rPr>
                <a:t>🔍  </a:t>
              </a:r>
              <a:r>
                <a:rPr lang="en-US" sz="1100" dirty="0">
                  <a:solidFill>
                    <a:srgbClr val="A6AEB8"/>
                  </a:solidFill>
                  <a:latin typeface="+mn-ea"/>
                </a:rPr>
                <a:t>  </a:t>
              </a:r>
              <a:r>
                <a:rPr sz="1100" dirty="0" err="1">
                  <a:solidFill>
                    <a:srgbClr val="A6AEB8"/>
                  </a:solidFill>
                  <a:latin typeface="+mn-ea"/>
                </a:rPr>
                <a:t>기관명</a:t>
              </a:r>
              <a:r>
                <a:rPr sz="1100" dirty="0">
                  <a:solidFill>
                    <a:srgbClr val="A6AEB8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A6AEB8"/>
                  </a:solidFill>
                  <a:latin typeface="+mn-ea"/>
                </a:rPr>
                <a:t>검색</a:t>
              </a:r>
              <a:endParaRPr sz="1100" dirty="0">
                <a:solidFill>
                  <a:srgbClr val="A6AEB8"/>
                </a:solidFill>
                <a:latin typeface="+mn-ea"/>
              </a:endParaRPr>
            </a:p>
          </p:txBody>
        </p:sp>
        <p:sp>
          <p:nvSpPr>
            <p:cNvPr id="420" name="Rounded Rectangle 10"/>
            <p:cNvSpPr/>
            <p:nvPr/>
          </p:nvSpPr>
          <p:spPr>
            <a:xfrm>
              <a:off x="5760000" y="810000"/>
              <a:ext cx="720000" cy="198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143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5760000" y="788416"/>
              <a:ext cx="7200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전체 선택</a:t>
              </a:r>
            </a:p>
          </p:txBody>
        </p:sp>
        <p:sp>
          <p:nvSpPr>
            <p:cNvPr id="422" name="Rounded Rectangle 12"/>
            <p:cNvSpPr/>
            <p:nvPr/>
          </p:nvSpPr>
          <p:spPr>
            <a:xfrm>
              <a:off x="6570000" y="810000"/>
              <a:ext cx="720000" cy="198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143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6570000" y="788416"/>
              <a:ext cx="7200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전체 해제</a:t>
              </a: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360000" y="1094415"/>
              <a:ext cx="8640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선택됨 (16)</a:t>
              </a:r>
            </a:p>
          </p:txBody>
        </p:sp>
        <p:sp>
          <p:nvSpPr>
            <p:cNvPr id="425" name="Rounded Rectangle 15"/>
            <p:cNvSpPr/>
            <p:nvPr/>
          </p:nvSpPr>
          <p:spPr>
            <a:xfrm>
              <a:off x="1224000" y="1115999"/>
              <a:ext cx="716400" cy="198000"/>
            </a:xfrm>
            <a:prstGeom prst="roundRect">
              <a:avLst>
                <a:gd name="adj" fmla="val 50000"/>
              </a:avLst>
            </a:prstGeom>
            <a:solidFill>
              <a:srgbClr val="EAF1FB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03200" y="1094415"/>
              <a:ext cx="4644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재경부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78400" y="1100158"/>
              <a:ext cx="115200" cy="229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✕</a:t>
              </a:r>
            </a:p>
          </p:txBody>
        </p:sp>
        <p:sp>
          <p:nvSpPr>
            <p:cNvPr id="428" name="Rounded Rectangle 18"/>
            <p:cNvSpPr/>
            <p:nvPr/>
          </p:nvSpPr>
          <p:spPr>
            <a:xfrm>
              <a:off x="2012400" y="1115999"/>
              <a:ext cx="716400" cy="198000"/>
            </a:xfrm>
            <a:prstGeom prst="roundRect">
              <a:avLst>
                <a:gd name="adj" fmla="val 50000"/>
              </a:avLst>
            </a:prstGeom>
            <a:solidFill>
              <a:srgbClr val="EAF1FB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091600" y="1094415"/>
              <a:ext cx="4644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교육부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2566800" y="1100158"/>
              <a:ext cx="115200" cy="229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✕</a:t>
              </a:r>
            </a:p>
          </p:txBody>
        </p:sp>
        <p:sp>
          <p:nvSpPr>
            <p:cNvPr id="432" name="Rounded Rectangle 21"/>
            <p:cNvSpPr/>
            <p:nvPr/>
          </p:nvSpPr>
          <p:spPr>
            <a:xfrm>
              <a:off x="2800800" y="1115999"/>
              <a:ext cx="716400" cy="198000"/>
            </a:xfrm>
            <a:prstGeom prst="roundRect">
              <a:avLst>
                <a:gd name="adj" fmla="val 50000"/>
              </a:avLst>
            </a:prstGeom>
            <a:solidFill>
              <a:srgbClr val="EAF1FB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4" name="TextBox 453"/>
            <p:cNvSpPr txBox="1"/>
            <p:nvPr/>
          </p:nvSpPr>
          <p:spPr>
            <a:xfrm>
              <a:off x="2880000" y="1094415"/>
              <a:ext cx="4644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외교부</a:t>
              </a:r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3355200" y="1100158"/>
              <a:ext cx="115200" cy="229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✕</a:t>
              </a:r>
            </a:p>
          </p:txBody>
        </p:sp>
        <p:sp>
          <p:nvSpPr>
            <p:cNvPr id="457" name="Rounded Rectangle 24"/>
            <p:cNvSpPr/>
            <p:nvPr/>
          </p:nvSpPr>
          <p:spPr>
            <a:xfrm>
              <a:off x="3589200" y="1115999"/>
              <a:ext cx="716400" cy="198000"/>
            </a:xfrm>
            <a:prstGeom prst="roundRect">
              <a:avLst>
                <a:gd name="adj" fmla="val 50000"/>
              </a:avLst>
            </a:prstGeom>
            <a:solidFill>
              <a:srgbClr val="EAF1FB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8" name="TextBox 457"/>
            <p:cNvSpPr txBox="1"/>
            <p:nvPr/>
          </p:nvSpPr>
          <p:spPr>
            <a:xfrm>
              <a:off x="3668400" y="1094415"/>
              <a:ext cx="4644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인사처</a:t>
              </a:r>
            </a:p>
          </p:txBody>
        </p:sp>
        <p:sp>
          <p:nvSpPr>
            <p:cNvPr id="459" name="TextBox 458"/>
            <p:cNvSpPr txBox="1"/>
            <p:nvPr/>
          </p:nvSpPr>
          <p:spPr>
            <a:xfrm>
              <a:off x="4143600" y="1100158"/>
              <a:ext cx="115200" cy="229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✕</a:t>
              </a:r>
            </a:p>
          </p:txBody>
        </p:sp>
        <p:sp>
          <p:nvSpPr>
            <p:cNvPr id="460" name="Rounded Rectangle 27"/>
            <p:cNvSpPr/>
            <p:nvPr/>
          </p:nvSpPr>
          <p:spPr>
            <a:xfrm>
              <a:off x="4377600" y="1115999"/>
              <a:ext cx="716400" cy="198000"/>
            </a:xfrm>
            <a:prstGeom prst="roundRect">
              <a:avLst>
                <a:gd name="adj" fmla="val 50000"/>
              </a:avLst>
            </a:prstGeom>
            <a:solidFill>
              <a:srgbClr val="EAF1FB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4456800" y="1094415"/>
              <a:ext cx="4644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조달청</a:t>
              </a:r>
            </a:p>
          </p:txBody>
        </p:sp>
        <p:sp>
          <p:nvSpPr>
            <p:cNvPr id="462" name="TextBox 461"/>
            <p:cNvSpPr txBox="1"/>
            <p:nvPr/>
          </p:nvSpPr>
          <p:spPr>
            <a:xfrm>
              <a:off x="4932000" y="1100158"/>
              <a:ext cx="115200" cy="229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✕</a:t>
              </a:r>
            </a:p>
          </p:txBody>
        </p:sp>
        <p:sp>
          <p:nvSpPr>
            <p:cNvPr id="463" name="TextBox 462"/>
            <p:cNvSpPr txBox="1"/>
            <p:nvPr/>
          </p:nvSpPr>
          <p:spPr>
            <a:xfrm>
              <a:off x="5166000" y="1094415"/>
              <a:ext cx="7200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8B95A1"/>
                  </a:solidFill>
                  <a:latin typeface="+mn-ea"/>
                </a:rPr>
                <a:t>외 11</a:t>
              </a:r>
            </a:p>
          </p:txBody>
        </p:sp>
        <p:sp>
          <p:nvSpPr>
            <p:cNvPr id="464" name="TextBox 463"/>
            <p:cNvSpPr txBox="1"/>
            <p:nvPr/>
          </p:nvSpPr>
          <p:spPr>
            <a:xfrm>
              <a:off x="7236000" y="1094415"/>
              <a:ext cx="756000" cy="24116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050">
                  <a:solidFill>
                    <a:srgbClr val="1F5CBF"/>
                  </a:solidFill>
                  <a:latin typeface="+mn-ea"/>
                </a:rPr>
                <a:t>선택 초기화</a:t>
              </a:r>
            </a:p>
          </p:txBody>
        </p:sp>
        <p:sp>
          <p:nvSpPr>
            <p:cNvPr id="465" name="Rectangle 32"/>
            <p:cNvSpPr/>
            <p:nvPr/>
          </p:nvSpPr>
          <p:spPr>
            <a:xfrm>
              <a:off x="360000" y="1422000"/>
              <a:ext cx="7632000" cy="216000"/>
            </a:xfrm>
            <a:prstGeom prst="rect">
              <a:avLst/>
            </a:prstGeom>
            <a:solidFill>
              <a:srgbClr val="EDF1F7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6" name="Rectangle 33"/>
            <p:cNvSpPr/>
            <p:nvPr/>
          </p:nvSpPr>
          <p:spPr>
            <a:xfrm>
              <a:off x="432000" y="14544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432000" y="1392875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—</a:t>
              </a:r>
            </a:p>
          </p:txBody>
        </p:sp>
        <p:sp>
          <p:nvSpPr>
            <p:cNvPr id="468" name="TextBox 467"/>
            <p:cNvSpPr txBox="1"/>
            <p:nvPr/>
          </p:nvSpPr>
          <p:spPr>
            <a:xfrm>
              <a:off x="666000" y="1403675"/>
              <a:ext cx="4320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부 (장관급)   </a:t>
              </a:r>
              <a:r>
                <a:rPr sz="1050">
                  <a:solidFill>
                    <a:srgbClr val="8B95A1"/>
                  </a:solidFill>
                  <a:latin typeface="+mn-ea"/>
                </a:rPr>
                <a:t>전체선택  ·  4 / 18 선택</a:t>
              </a:r>
            </a:p>
          </p:txBody>
        </p:sp>
        <p:sp>
          <p:nvSpPr>
            <p:cNvPr id="469" name="TextBox 468"/>
            <p:cNvSpPr txBox="1"/>
            <p:nvPr/>
          </p:nvSpPr>
          <p:spPr>
            <a:xfrm>
              <a:off x="7776000" y="1369221"/>
              <a:ext cx="144000" cy="32155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8B95A1"/>
                  </a:solidFill>
                  <a:latin typeface="+mn-ea"/>
                </a:rPr>
                <a:t>▾</a:t>
              </a:r>
            </a:p>
          </p:txBody>
        </p:sp>
        <p:sp>
          <p:nvSpPr>
            <p:cNvPr id="470" name="Rectangle 37"/>
            <p:cNvSpPr/>
            <p:nvPr/>
          </p:nvSpPr>
          <p:spPr>
            <a:xfrm>
              <a:off x="360000" y="1638000"/>
              <a:ext cx="7632000" cy="45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71" name="Rectangle 38"/>
            <p:cNvSpPr/>
            <p:nvPr/>
          </p:nvSpPr>
          <p:spPr>
            <a:xfrm>
              <a:off x="503999" y="1681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72" name="TextBox 471"/>
            <p:cNvSpPr txBox="1"/>
            <p:nvPr/>
          </p:nvSpPr>
          <p:spPr>
            <a:xfrm>
              <a:off x="503999" y="1619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712799" y="1630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재경부</a:t>
              </a:r>
            </a:p>
          </p:txBody>
        </p:sp>
        <p:sp>
          <p:nvSpPr>
            <p:cNvPr id="474" name="Rectangle 41"/>
            <p:cNvSpPr/>
            <p:nvPr/>
          </p:nvSpPr>
          <p:spPr>
            <a:xfrm>
              <a:off x="2286000" y="1681200"/>
              <a:ext cx="151200" cy="15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75" name="TextBox 474"/>
            <p:cNvSpPr txBox="1"/>
            <p:nvPr/>
          </p:nvSpPr>
          <p:spPr>
            <a:xfrm>
              <a:off x="2494800" y="1630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과기정통부</a:t>
              </a:r>
            </a:p>
          </p:txBody>
        </p:sp>
        <p:sp>
          <p:nvSpPr>
            <p:cNvPr id="476" name="Rectangle 43"/>
            <p:cNvSpPr/>
            <p:nvPr/>
          </p:nvSpPr>
          <p:spPr>
            <a:xfrm>
              <a:off x="4068000" y="1681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77" name="TextBox 476"/>
            <p:cNvSpPr txBox="1"/>
            <p:nvPr/>
          </p:nvSpPr>
          <p:spPr>
            <a:xfrm>
              <a:off x="4068000" y="1619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478" name="TextBox 477"/>
            <p:cNvSpPr txBox="1"/>
            <p:nvPr/>
          </p:nvSpPr>
          <p:spPr>
            <a:xfrm>
              <a:off x="4276800" y="1630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교육부</a:t>
              </a:r>
            </a:p>
          </p:txBody>
        </p:sp>
        <p:sp>
          <p:nvSpPr>
            <p:cNvPr id="479" name="Rectangle 46"/>
            <p:cNvSpPr/>
            <p:nvPr/>
          </p:nvSpPr>
          <p:spPr>
            <a:xfrm>
              <a:off x="5850000" y="1681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0" name="TextBox 479"/>
            <p:cNvSpPr txBox="1"/>
            <p:nvPr/>
          </p:nvSpPr>
          <p:spPr>
            <a:xfrm>
              <a:off x="5850000" y="1619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481" name="TextBox 480"/>
            <p:cNvSpPr txBox="1"/>
            <p:nvPr/>
          </p:nvSpPr>
          <p:spPr>
            <a:xfrm>
              <a:off x="6058800" y="1630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외교부</a:t>
              </a:r>
            </a:p>
          </p:txBody>
        </p:sp>
        <p:sp>
          <p:nvSpPr>
            <p:cNvPr id="482" name="Rectangle 49"/>
            <p:cNvSpPr/>
            <p:nvPr/>
          </p:nvSpPr>
          <p:spPr>
            <a:xfrm>
              <a:off x="503999" y="1879200"/>
              <a:ext cx="151200" cy="15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3" name="TextBox 482"/>
            <p:cNvSpPr txBox="1"/>
            <p:nvPr/>
          </p:nvSpPr>
          <p:spPr>
            <a:xfrm>
              <a:off x="712799" y="1828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통일부</a:t>
              </a:r>
            </a:p>
          </p:txBody>
        </p:sp>
        <p:sp>
          <p:nvSpPr>
            <p:cNvPr id="484" name="Rectangle 51"/>
            <p:cNvSpPr/>
            <p:nvPr/>
          </p:nvSpPr>
          <p:spPr>
            <a:xfrm>
              <a:off x="2286000" y="1879200"/>
              <a:ext cx="151200" cy="15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5" name="TextBox 484"/>
            <p:cNvSpPr txBox="1"/>
            <p:nvPr/>
          </p:nvSpPr>
          <p:spPr>
            <a:xfrm>
              <a:off x="2494800" y="1828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법무부</a:t>
              </a:r>
            </a:p>
          </p:txBody>
        </p:sp>
        <p:sp>
          <p:nvSpPr>
            <p:cNvPr id="486" name="Rectangle 53"/>
            <p:cNvSpPr/>
            <p:nvPr/>
          </p:nvSpPr>
          <p:spPr>
            <a:xfrm>
              <a:off x="4068000" y="1879200"/>
              <a:ext cx="151200" cy="15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7" name="TextBox 486"/>
            <p:cNvSpPr txBox="1"/>
            <p:nvPr/>
          </p:nvSpPr>
          <p:spPr>
            <a:xfrm>
              <a:off x="4276800" y="1828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국방부</a:t>
              </a:r>
            </a:p>
          </p:txBody>
        </p:sp>
        <p:sp>
          <p:nvSpPr>
            <p:cNvPr id="488" name="Rectangle 55"/>
            <p:cNvSpPr/>
            <p:nvPr/>
          </p:nvSpPr>
          <p:spPr>
            <a:xfrm>
              <a:off x="5850000" y="1879200"/>
              <a:ext cx="151200" cy="15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9" name="TextBox 488"/>
            <p:cNvSpPr txBox="1"/>
            <p:nvPr/>
          </p:nvSpPr>
          <p:spPr>
            <a:xfrm>
              <a:off x="6058800" y="1828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행안부</a:t>
              </a:r>
            </a:p>
          </p:txBody>
        </p:sp>
        <p:sp>
          <p:nvSpPr>
            <p:cNvPr id="490" name="Rectangle 57"/>
            <p:cNvSpPr/>
            <p:nvPr/>
          </p:nvSpPr>
          <p:spPr>
            <a:xfrm>
              <a:off x="360000" y="2124000"/>
              <a:ext cx="7632000" cy="216000"/>
            </a:xfrm>
            <a:prstGeom prst="rect">
              <a:avLst/>
            </a:prstGeom>
            <a:solidFill>
              <a:srgbClr val="EDF1F7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91" name="Rectangle 58"/>
            <p:cNvSpPr/>
            <p:nvPr/>
          </p:nvSpPr>
          <p:spPr>
            <a:xfrm>
              <a:off x="432000" y="21564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92" name="TextBox 491"/>
            <p:cNvSpPr txBox="1"/>
            <p:nvPr/>
          </p:nvSpPr>
          <p:spPr>
            <a:xfrm>
              <a:off x="432000" y="20948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493" name="TextBox 492"/>
            <p:cNvSpPr txBox="1"/>
            <p:nvPr/>
          </p:nvSpPr>
          <p:spPr>
            <a:xfrm>
              <a:off x="666000" y="2105674"/>
              <a:ext cx="4320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청 · 처 (차관급)   </a:t>
              </a:r>
              <a:r>
                <a:rPr sz="1050">
                  <a:solidFill>
                    <a:srgbClr val="8B95A1"/>
                  </a:solidFill>
                  <a:latin typeface="+mn-ea"/>
                </a:rPr>
                <a:t>전체선택  ·  12 / 12 선택</a:t>
              </a:r>
            </a:p>
          </p:txBody>
        </p:sp>
        <p:sp>
          <p:nvSpPr>
            <p:cNvPr id="494" name="TextBox 493"/>
            <p:cNvSpPr txBox="1"/>
            <p:nvPr/>
          </p:nvSpPr>
          <p:spPr>
            <a:xfrm>
              <a:off x="7776000" y="2071221"/>
              <a:ext cx="144000" cy="32155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8B95A1"/>
                  </a:solidFill>
                  <a:latin typeface="+mn-ea"/>
                </a:rPr>
                <a:t>▾</a:t>
              </a:r>
            </a:p>
          </p:txBody>
        </p:sp>
        <p:sp>
          <p:nvSpPr>
            <p:cNvPr id="495" name="Rectangle 62"/>
            <p:cNvSpPr/>
            <p:nvPr/>
          </p:nvSpPr>
          <p:spPr>
            <a:xfrm>
              <a:off x="360000" y="2340000"/>
              <a:ext cx="7632000" cy="25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96" name="Rectangle 63"/>
            <p:cNvSpPr/>
            <p:nvPr/>
          </p:nvSpPr>
          <p:spPr>
            <a:xfrm>
              <a:off x="503999" y="2383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97" name="TextBox 496"/>
            <p:cNvSpPr txBox="1"/>
            <p:nvPr/>
          </p:nvSpPr>
          <p:spPr>
            <a:xfrm>
              <a:off x="503999" y="2321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498" name="TextBox 497"/>
            <p:cNvSpPr txBox="1"/>
            <p:nvPr/>
          </p:nvSpPr>
          <p:spPr>
            <a:xfrm>
              <a:off x="712799" y="2332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인사처</a:t>
              </a:r>
            </a:p>
          </p:txBody>
        </p:sp>
        <p:sp>
          <p:nvSpPr>
            <p:cNvPr id="499" name="Rectangle 66"/>
            <p:cNvSpPr/>
            <p:nvPr/>
          </p:nvSpPr>
          <p:spPr>
            <a:xfrm>
              <a:off x="2286000" y="2383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0" name="TextBox 499"/>
            <p:cNvSpPr txBox="1"/>
            <p:nvPr/>
          </p:nvSpPr>
          <p:spPr>
            <a:xfrm>
              <a:off x="2286000" y="2321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501" name="TextBox 500"/>
            <p:cNvSpPr txBox="1"/>
            <p:nvPr/>
          </p:nvSpPr>
          <p:spPr>
            <a:xfrm>
              <a:off x="2494800" y="2332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법제처</a:t>
              </a:r>
            </a:p>
          </p:txBody>
        </p:sp>
        <p:sp>
          <p:nvSpPr>
            <p:cNvPr id="502" name="Rectangle 69"/>
            <p:cNvSpPr/>
            <p:nvPr/>
          </p:nvSpPr>
          <p:spPr>
            <a:xfrm>
              <a:off x="4068000" y="2383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3" name="TextBox 502"/>
            <p:cNvSpPr txBox="1"/>
            <p:nvPr/>
          </p:nvSpPr>
          <p:spPr>
            <a:xfrm>
              <a:off x="4068000" y="2321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504" name="TextBox 503"/>
            <p:cNvSpPr txBox="1"/>
            <p:nvPr/>
          </p:nvSpPr>
          <p:spPr>
            <a:xfrm>
              <a:off x="4276800" y="2332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식약처</a:t>
              </a:r>
            </a:p>
          </p:txBody>
        </p:sp>
        <p:sp>
          <p:nvSpPr>
            <p:cNvPr id="505" name="Rectangle 72"/>
            <p:cNvSpPr/>
            <p:nvPr/>
          </p:nvSpPr>
          <p:spPr>
            <a:xfrm>
              <a:off x="5850000" y="2383200"/>
              <a:ext cx="151200" cy="1512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6" name="TextBox 505"/>
            <p:cNvSpPr txBox="1"/>
            <p:nvPr/>
          </p:nvSpPr>
          <p:spPr>
            <a:xfrm>
              <a:off x="5850000" y="2321674"/>
              <a:ext cx="1512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507" name="TextBox 506"/>
            <p:cNvSpPr txBox="1"/>
            <p:nvPr/>
          </p:nvSpPr>
          <p:spPr>
            <a:xfrm>
              <a:off x="6058800" y="2332473"/>
              <a:ext cx="1224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조달청</a:t>
              </a:r>
            </a:p>
          </p:txBody>
        </p:sp>
        <p:sp>
          <p:nvSpPr>
            <p:cNvPr id="508" name="Rectangle 75"/>
            <p:cNvSpPr/>
            <p:nvPr/>
          </p:nvSpPr>
          <p:spPr>
            <a:xfrm>
              <a:off x="360000" y="2628000"/>
              <a:ext cx="7632000" cy="216000"/>
            </a:xfrm>
            <a:prstGeom prst="rect">
              <a:avLst/>
            </a:prstGeom>
            <a:solidFill>
              <a:srgbClr val="EDF1F7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9" name="Rectangle 76"/>
            <p:cNvSpPr/>
            <p:nvPr/>
          </p:nvSpPr>
          <p:spPr>
            <a:xfrm>
              <a:off x="432000" y="2660400"/>
              <a:ext cx="151200" cy="15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666000" y="2609674"/>
              <a:ext cx="4320000" cy="2526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위원회 · 기타   </a:t>
              </a:r>
              <a:r>
                <a:rPr sz="1050">
                  <a:solidFill>
                    <a:srgbClr val="8B95A1"/>
                  </a:solidFill>
                  <a:latin typeface="+mn-ea"/>
                </a:rPr>
                <a:t>전체선택  ·  0 / 6 선택</a:t>
              </a:r>
            </a:p>
          </p:txBody>
        </p:sp>
        <p:sp>
          <p:nvSpPr>
            <p:cNvPr id="511" name="TextBox 510"/>
            <p:cNvSpPr txBox="1"/>
            <p:nvPr/>
          </p:nvSpPr>
          <p:spPr>
            <a:xfrm>
              <a:off x="7776000" y="2575221"/>
              <a:ext cx="144000" cy="32155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8B95A1"/>
                  </a:solidFill>
                  <a:latin typeface="+mn-ea"/>
                </a:rPr>
                <a:t>▸</a:t>
              </a:r>
            </a:p>
          </p:txBody>
        </p:sp>
      </p:grpSp>
      <p:sp>
        <p:nvSpPr>
          <p:cNvPr id="575" name="TextBox 574"/>
          <p:cNvSpPr txBox="1"/>
          <p:nvPr/>
        </p:nvSpPr>
        <p:spPr>
          <a:xfrm>
            <a:off x="9779000" y="2552700"/>
            <a:ext cx="157607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드롭박스</a:t>
            </a:r>
            <a:r>
              <a:rPr sz="900" dirty="0">
                <a:solidFill>
                  <a:srgbClr val="1E2D45"/>
                </a:solidFill>
                <a:latin typeface="+mn-ea"/>
              </a:rPr>
              <a:t>(Default) —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달력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9779000" y="2705100"/>
            <a:ext cx="1505540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텍스트박스</a:t>
            </a:r>
            <a:r>
              <a:rPr sz="900" dirty="0">
                <a:solidFill>
                  <a:srgbClr val="1E2D45"/>
                </a:solidFill>
                <a:latin typeface="+mn-ea"/>
              </a:rPr>
              <a:t> —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제목</a:t>
            </a:r>
            <a:r>
              <a:rPr sz="900" dirty="0">
                <a:solidFill>
                  <a:srgbClr val="1E2D45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입력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9779000" y="2857500"/>
            <a:ext cx="1537600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에디터</a:t>
            </a:r>
            <a:r>
              <a:rPr sz="900" dirty="0">
                <a:solidFill>
                  <a:srgbClr val="1E2D45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영역</a:t>
            </a:r>
            <a:r>
              <a:rPr sz="900" dirty="0">
                <a:solidFill>
                  <a:srgbClr val="1E2D45"/>
                </a:solidFill>
                <a:latin typeface="+mn-ea"/>
              </a:rPr>
              <a:t> —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내용</a:t>
            </a:r>
            <a:r>
              <a:rPr sz="900" dirty="0">
                <a:solidFill>
                  <a:srgbClr val="1E2D45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입력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9779000" y="3009900"/>
            <a:ext cx="1986441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기본Btn</a:t>
            </a:r>
            <a:r>
              <a:rPr sz="900" dirty="0">
                <a:solidFill>
                  <a:srgbClr val="1E2D45"/>
                </a:solidFill>
                <a:latin typeface="+mn-ea"/>
              </a:rPr>
              <a:t>(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사각형</a:t>
            </a:r>
            <a:r>
              <a:rPr sz="900" dirty="0">
                <a:solidFill>
                  <a:srgbClr val="1E2D45"/>
                </a:solidFill>
                <a:latin typeface="+mn-ea"/>
              </a:rPr>
              <a:t>) — 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저장</a:t>
            </a:r>
            <a:r>
              <a:rPr sz="900" dirty="0">
                <a:solidFill>
                  <a:srgbClr val="1E2D45"/>
                </a:solidFill>
                <a:latin typeface="+mn-ea"/>
              </a:rPr>
              <a:t>/</a:t>
            </a:r>
            <a:r>
              <a:rPr sz="900" dirty="0" err="1">
                <a:solidFill>
                  <a:srgbClr val="1E2D45"/>
                </a:solidFill>
                <a:latin typeface="+mn-ea"/>
              </a:rPr>
              <a:t>미리보기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sp>
        <p:nvSpPr>
          <p:cNvPr id="579" name="TextBox 578"/>
          <p:cNvSpPr txBox="1"/>
          <p:nvPr/>
        </p:nvSpPr>
        <p:spPr>
          <a:xfrm>
            <a:off x="9779000" y="3162300"/>
            <a:ext cx="1346844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선택</a:t>
            </a:r>
            <a:r>
              <a:rPr lang="en-US" altLang="ko-KR" sz="900" dirty="0">
                <a:solidFill>
                  <a:srgbClr val="1E2D45"/>
                </a:solidFill>
                <a:latin typeface="+mn-ea"/>
              </a:rPr>
              <a:t>chip</a:t>
            </a:r>
            <a:r>
              <a:rPr sz="900" dirty="0">
                <a:solidFill>
                  <a:srgbClr val="1E2D45"/>
                </a:solidFill>
                <a:latin typeface="+mn-ea"/>
              </a:rPr>
              <a:t> —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대상기관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sp>
        <p:nvSpPr>
          <p:cNvPr id="239" name="Rectangle 85"/>
          <p:cNvSpPr/>
          <p:nvPr/>
        </p:nvSpPr>
        <p:spPr>
          <a:xfrm>
            <a:off x="18008" y="965692"/>
            <a:ext cx="1649315" cy="292678"/>
          </a:xfrm>
          <a:prstGeom prst="rect">
            <a:avLst/>
          </a:prstGeom>
          <a:solidFill>
            <a:srgbClr val="EEF1F8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59241" y="1032209"/>
            <a:ext cx="678391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 err="1">
                <a:solidFill>
                  <a:srgbClr val="445064"/>
                </a:solidFill>
                <a:latin typeface="+mn-ea"/>
              </a:rPr>
              <a:t>대상</a:t>
            </a:r>
            <a:r>
              <a:rPr sz="900" dirty="0">
                <a:solidFill>
                  <a:srgbClr val="445064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445064"/>
                </a:solidFill>
                <a:latin typeface="+mn-ea"/>
              </a:rPr>
              <a:t>기관</a:t>
            </a:r>
            <a:endParaRPr sz="900" dirty="0">
              <a:solidFill>
                <a:srgbClr val="445064"/>
              </a:solidFill>
              <a:latin typeface="+mn-ea"/>
            </a:endParaRPr>
          </a:p>
        </p:txBody>
      </p:sp>
      <p:grpSp>
        <p:nvGrpSpPr>
          <p:cNvPr id="450" name="그룹 449"/>
          <p:cNvGrpSpPr/>
          <p:nvPr/>
        </p:nvGrpSpPr>
        <p:grpSpPr>
          <a:xfrm>
            <a:off x="18008" y="2633717"/>
            <a:ext cx="1649315" cy="297350"/>
            <a:chOff x="18008" y="2610857"/>
            <a:chExt cx="1649315" cy="297350"/>
          </a:xfrm>
        </p:grpSpPr>
        <p:sp>
          <p:nvSpPr>
            <p:cNvPr id="241" name="Rectangle 90"/>
            <p:cNvSpPr/>
            <p:nvPr/>
          </p:nvSpPr>
          <p:spPr>
            <a:xfrm>
              <a:off x="18008" y="2610857"/>
              <a:ext cx="1649315" cy="292678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59241" y="2677375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양식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</p:grpSp>
      <p:sp>
        <p:nvSpPr>
          <p:cNvPr id="244" name="TextBox 243"/>
          <p:cNvSpPr txBox="1"/>
          <p:nvPr/>
        </p:nvSpPr>
        <p:spPr>
          <a:xfrm>
            <a:off x="1300162" y="1045965"/>
            <a:ext cx="312906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dirty="0">
                <a:solidFill>
                  <a:srgbClr val="CC0000"/>
                </a:solidFill>
                <a:latin typeface="+mn-ea"/>
              </a:rPr>
              <a:t>＊</a:t>
            </a:r>
          </a:p>
        </p:txBody>
      </p:sp>
      <p:grpSp>
        <p:nvGrpSpPr>
          <p:cNvPr id="449" name="그룹 448"/>
          <p:cNvGrpSpPr/>
          <p:nvPr/>
        </p:nvGrpSpPr>
        <p:grpSpPr>
          <a:xfrm>
            <a:off x="1719796" y="2677875"/>
            <a:ext cx="7857298" cy="271658"/>
            <a:chOff x="1719796" y="2655015"/>
            <a:chExt cx="7115056" cy="271658"/>
          </a:xfrm>
        </p:grpSpPr>
        <p:sp>
          <p:nvSpPr>
            <p:cNvPr id="245" name="Rectangle 92"/>
            <p:cNvSpPr/>
            <p:nvPr/>
          </p:nvSpPr>
          <p:spPr>
            <a:xfrm>
              <a:off x="1719796" y="2655015"/>
              <a:ext cx="7115056" cy="217747"/>
            </a:xfrm>
            <a:prstGeom prst="rect">
              <a:avLst/>
            </a:prstGeom>
            <a:solidFill>
              <a:srgbClr val="F8F9FA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8" name="Rectangle 93"/>
            <p:cNvSpPr/>
            <p:nvPr/>
          </p:nvSpPr>
          <p:spPr>
            <a:xfrm>
              <a:off x="1729094" y="2658272"/>
              <a:ext cx="1094624" cy="190529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991230" y="2668247"/>
              <a:ext cx="6143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FFFFFF"/>
                  </a:solidFill>
                  <a:latin typeface="+mn-ea"/>
                </a:rPr>
                <a:t>파일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선택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2923882" y="2695841"/>
              <a:ext cx="18452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선택된 파일 없음  (최대 1개 / 10MB)</a:t>
              </a:r>
            </a:p>
          </p:txBody>
        </p:sp>
      </p:grpSp>
      <p:grpSp>
        <p:nvGrpSpPr>
          <p:cNvPr id="251" name="그룹 250"/>
          <p:cNvGrpSpPr/>
          <p:nvPr/>
        </p:nvGrpSpPr>
        <p:grpSpPr>
          <a:xfrm>
            <a:off x="3272643" y="4448432"/>
            <a:ext cx="3022600" cy="291187"/>
            <a:chOff x="3556000" y="4114800"/>
            <a:chExt cx="3022600" cy="291187"/>
          </a:xfrm>
        </p:grpSpPr>
        <p:sp>
          <p:nvSpPr>
            <p:cNvPr id="252" name="Rectangle 96"/>
            <p:cNvSpPr/>
            <p:nvPr/>
          </p:nvSpPr>
          <p:spPr>
            <a:xfrm>
              <a:off x="3556000" y="4114800"/>
              <a:ext cx="939800" cy="2794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3770061" y="4159766"/>
              <a:ext cx="5116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FFFFFF"/>
                  </a:solidFill>
                  <a:latin typeface="+mn-ea"/>
                </a:rPr>
                <a:t>등  록</a:t>
              </a:r>
            </a:p>
          </p:txBody>
        </p:sp>
        <p:sp>
          <p:nvSpPr>
            <p:cNvPr id="254" name="Rectangle 98"/>
            <p:cNvSpPr/>
            <p:nvPr/>
          </p:nvSpPr>
          <p:spPr>
            <a:xfrm>
              <a:off x="4597400" y="4114800"/>
              <a:ext cx="939800" cy="2794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4718486" y="4159766"/>
              <a:ext cx="69762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임시저장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56" name="Rectangle 100"/>
            <p:cNvSpPr/>
            <p:nvPr/>
          </p:nvSpPr>
          <p:spPr>
            <a:xfrm>
              <a:off x="5638800" y="4114800"/>
              <a:ext cx="939800" cy="279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5852861" y="4159766"/>
              <a:ext cx="5116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445064"/>
                  </a:solidFill>
                  <a:latin typeface="+mn-ea"/>
                </a:rPr>
                <a:t>취  소</a:t>
              </a:r>
            </a:p>
          </p:txBody>
        </p:sp>
      </p:grpSp>
      <p:grpSp>
        <p:nvGrpSpPr>
          <p:cNvPr id="258" name="그룹 257"/>
          <p:cNvGrpSpPr/>
          <p:nvPr/>
        </p:nvGrpSpPr>
        <p:grpSpPr>
          <a:xfrm>
            <a:off x="1513781" y="1233612"/>
            <a:ext cx="216000" cy="216000"/>
            <a:chOff x="3966029" y="6357600"/>
            <a:chExt cx="216000" cy="216000"/>
          </a:xfrm>
        </p:grpSpPr>
        <p:sp>
          <p:nvSpPr>
            <p:cNvPr id="259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61" name="TextBox 260"/>
          <p:cNvSpPr txBox="1"/>
          <p:nvPr/>
        </p:nvSpPr>
        <p:spPr>
          <a:xfrm>
            <a:off x="385407" y="5416629"/>
            <a:ext cx="358303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A1A1A"/>
                </a:solidFill>
                <a:latin typeface="+mn-ea"/>
              </a:rPr>
              <a:t>[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등록</a:t>
            </a:r>
            <a:r>
              <a:rPr sz="900" dirty="0">
                <a:solidFill>
                  <a:srgbClr val="1A1A1A"/>
                </a:solidFill>
                <a:latin typeface="+mn-ea"/>
              </a:rPr>
              <a:t>]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클릭</a:t>
            </a:r>
            <a:r>
              <a:rPr sz="900" dirty="0">
                <a:solidFill>
                  <a:srgbClr val="1A1A1A"/>
                </a:solidFill>
                <a:latin typeface="+mn-ea"/>
              </a:rPr>
              <a:t> →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유효성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검사</a:t>
            </a:r>
            <a:r>
              <a:rPr sz="900" dirty="0">
                <a:solidFill>
                  <a:srgbClr val="1A1A1A"/>
                </a:solidFill>
                <a:latin typeface="+mn-ea"/>
              </a:rPr>
              <a:t> 후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등록</a:t>
            </a:r>
            <a:r>
              <a:rPr sz="900" dirty="0">
                <a:solidFill>
                  <a:srgbClr val="1A1A1A"/>
                </a:solidFill>
                <a:latin typeface="+mn-ea"/>
              </a:rPr>
              <a:t>; [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임시저장</a:t>
            </a:r>
            <a:r>
              <a:rPr sz="900" dirty="0">
                <a:solidFill>
                  <a:srgbClr val="1A1A1A"/>
                </a:solidFill>
                <a:latin typeface="+mn-ea"/>
              </a:rPr>
              <a:t>] →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미완성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저장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가능</a:t>
            </a:r>
            <a:endParaRPr sz="900" dirty="0">
              <a:solidFill>
                <a:srgbClr val="1A1A1A"/>
              </a:solidFill>
              <a:latin typeface="+mn-ea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6435179" y="5416629"/>
            <a:ext cx="115929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E2D45"/>
                </a:solidFill>
                <a:latin typeface="+mn-ea"/>
              </a:rPr>
              <a:t>버튼 클릭 (Submit)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640492" y="5416629"/>
            <a:ext cx="1781257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>
                <a:latin typeface="+mn-ea"/>
              </a:rPr>
              <a:t>임시저장 목록에서 이어서 작성</a:t>
            </a:r>
          </a:p>
        </p:txBody>
      </p:sp>
      <p:grpSp>
        <p:nvGrpSpPr>
          <p:cNvPr id="264" name="그룹 263"/>
          <p:cNvGrpSpPr/>
          <p:nvPr/>
        </p:nvGrpSpPr>
        <p:grpSpPr>
          <a:xfrm>
            <a:off x="3433410" y="4233344"/>
            <a:ext cx="216000" cy="216000"/>
            <a:chOff x="3966029" y="6357600"/>
            <a:chExt cx="216000" cy="216000"/>
          </a:xfrm>
        </p:grpSpPr>
        <p:sp>
          <p:nvSpPr>
            <p:cNvPr id="265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7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67" name="TextBox 266"/>
          <p:cNvSpPr txBox="1"/>
          <p:nvPr/>
        </p:nvSpPr>
        <p:spPr>
          <a:xfrm>
            <a:off x="37984" y="5217411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2E4470"/>
                </a:solidFill>
                <a:latin typeface="+mn-ea"/>
              </a:rPr>
              <a:t>⑥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7994" y="5415191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solidFill>
                  <a:srgbClr val="2E4470"/>
                </a:solidFill>
                <a:latin typeface="+mn-ea"/>
              </a:rPr>
              <a:t>⑦</a:t>
            </a:r>
            <a:endParaRPr sz="1000" dirty="0">
              <a:solidFill>
                <a:srgbClr val="2E4470"/>
              </a:solidFill>
              <a:latin typeface="+mn-ea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1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b="1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b="1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b="1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580" name="Rectangle 579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TextBox 580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8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0F314F-08AF-761E-5BDA-ED873AF2F549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4881EB-F318-9E04-AC34-9FBEC7E3E196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63D6AA-EF26-E92C-ED13-D8555521205E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5CEA46B-C921-FDA0-00C2-7A46DD1B8310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88153B-90C8-4B58-4A08-6E9664F9F708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1D2A5D-0790-CF4E-B031-36DF1F1C031C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04DC01F-1559-9ED1-B91E-BB9FDE336A8D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199FE5-A06F-D251-DAFB-AFB46E5C3AC4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AC9099D8-9BC7-BBD9-4AC8-3AA7668E6834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E4833D04-E141-FAF5-4827-1E9FE26DDDEC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DADEA22E-510B-6D82-6FA4-F7FD73E1DD82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353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대상 기관 선택 UI (수정)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8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등급 프리셋 옵션 삭제 · 가독성 개선 · 선택 초기화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552459" cy="540000"/>
          </a:xfrm>
          <a:prstGeom prst="rect">
            <a:avLst/>
          </a:prstGeom>
          <a:solidFill>
            <a:srgbClr val="FBEE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54000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전 (AS-IS)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B5341F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장관급/차관급 등 ‘등급별 일괄선택’ 프리셋 제공 → 사용자가 부처 등급을 몰라 혼란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059" y="1152000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2E4470"/>
                </a:solidFill>
                <a:latin typeface="Noto Sans K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059" y="972000"/>
            <a:ext cx="5552459" cy="540000"/>
          </a:xfrm>
          <a:prstGeom prst="rect">
            <a:avLst/>
          </a:prstGeom>
          <a:solidFill>
            <a:srgbClr val="EAF3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0059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0059" y="972000"/>
            <a:ext cx="43200" cy="5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405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후 (TO-BE)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2059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프리셋 삭제, 기존 개별 체크 방식 유지 + 가독성(그룹·간격·정렬) 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00" y="1692000"/>
            <a:ext cx="11680919" cy="72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5600" y="1692000"/>
            <a:ext cx="1168091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5600" y="1692000"/>
            <a:ext cx="43200" cy="72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9" y="1692000"/>
            <a:ext cx="1146491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추가 조치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0" y="20340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전체 선택 해제용 ‘선택 초기화’ 버튼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600" y="22356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체크박스 라벨·정렬·여백 정리로 스캔 용이성 확보 (기능 변경 없음, 디자인만)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/>
          <p:cNvGrpSpPr/>
          <p:nvPr/>
        </p:nvGrpSpPr>
        <p:grpSpPr>
          <a:xfrm>
            <a:off x="-28541" y="2745"/>
            <a:ext cx="12220541" cy="6865210"/>
            <a:chOff x="-28541" y="-7210"/>
            <a:chExt cx="12220541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1" y="5011111"/>
              <a:ext cx="12220541" cy="1575435"/>
              <a:chOff x="525572" y="5015865"/>
              <a:chExt cx="11666428" cy="1575435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2" y="501586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6" y="501586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3" y="501586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1586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26947"/>
              <a:ext cx="2501900" cy="4384796"/>
              <a:chOff x="9690100" y="625460"/>
              <a:chExt cx="2501900" cy="439104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2546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45629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22028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사용 컴포넌트</a:t>
                </a: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10457602" y="6642100"/>
            <a:ext cx="1696298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SCR-NEW-203  | 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자료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제출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화면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74" name="그룹 73"/>
          <p:cNvGrpSpPr/>
          <p:nvPr/>
        </p:nvGrpSpPr>
        <p:grpSpPr>
          <a:xfrm>
            <a:off x="37412" y="362466"/>
            <a:ext cx="12116495" cy="264755"/>
            <a:chOff x="702407" y="362466"/>
            <a:chExt cx="11451493" cy="264755"/>
          </a:xfrm>
        </p:grpSpPr>
        <p:sp>
          <p:nvSpPr>
            <p:cNvPr id="72" name="TextBox 71"/>
            <p:cNvSpPr txBox="1"/>
            <p:nvPr/>
          </p:nvSpPr>
          <p:spPr>
            <a:xfrm>
              <a:off x="702407" y="362466"/>
              <a:ext cx="180318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자료요청  &gt;  자료 제출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170430" y="381000"/>
              <a:ext cx="19834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b="1" dirty="0">
                  <a:solidFill>
                    <a:srgbClr val="AABBCC"/>
                  </a:solidFill>
                  <a:latin typeface="+mn-ea"/>
                </a:rPr>
                <a:t>홈  &gt;  자료요청  &gt;  자료 제출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9779000" y="1092200"/>
            <a:ext cx="2324100" cy="2453332"/>
            <a:chOff x="9779000" y="1092200"/>
            <a:chExt cx="2324100" cy="2453332"/>
          </a:xfrm>
        </p:grpSpPr>
        <p:sp>
          <p:nvSpPr>
            <p:cNvPr id="91" name="TextBox 90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SCR-NEW-203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자료 제출 화면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일반 사용자 (기관 담당자)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자료요청 &gt; 자료 제출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779000" y="2552700"/>
              <a:ext cx="15824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자료요청 요약 (읽기 전용)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779000" y="27051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파일업로드 — 제출 파일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779000" y="2857500"/>
              <a:ext cx="17123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Progress Bar — 업로드 진행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779000" y="30099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텍스트박스 — 제출 메모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779000" y="3162300"/>
              <a:ext cx="15824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표(리스트) — 기관별 현황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9779000" y="3314700"/>
              <a:ext cx="13324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 — 최종 제출</a:t>
              </a: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365452" y="5238829"/>
            <a:ext cx="9292286" cy="1246832"/>
            <a:chOff x="927100" y="5275897"/>
            <a:chExt cx="8850042" cy="1246832"/>
          </a:xfrm>
        </p:grpSpPr>
        <p:sp>
          <p:nvSpPr>
            <p:cNvPr id="102" name="TextBox 101"/>
            <p:cNvSpPr txBox="1"/>
            <p:nvPr/>
          </p:nvSpPr>
          <p:spPr>
            <a:xfrm>
              <a:off x="927100" y="5275897"/>
              <a:ext cx="47437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요약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영역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요청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제목·기관·마감일·D-Day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읽기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전용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표시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; D-Day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임박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시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빨간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강조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809566" y="5275897"/>
              <a:ext cx="884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2E4470"/>
                  </a:solidFill>
                  <a:latin typeface="+mn-ea"/>
                </a:rPr>
                <a:t>표시</a:t>
              </a:r>
              <a:r>
                <a:rPr sz="900" b="1" dirty="0">
                  <a:solidFill>
                    <a:srgbClr val="2E4470"/>
                  </a:solidFill>
                  <a:latin typeface="+mn-ea"/>
                </a:rPr>
                <a:t> (Display)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848600" y="5275897"/>
              <a:ext cx="18125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시 SCR-NEW-</a:t>
              </a:r>
              <a:r>
                <a:rPr lang="en-US" sz="900" dirty="0">
                  <a:latin typeface="+mn-ea"/>
                </a:rPr>
                <a:t>103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상세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이동</a:t>
              </a:r>
              <a:endParaRPr sz="900" dirty="0">
                <a:latin typeface="+mn-ea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27100" y="5479097"/>
              <a:ext cx="36995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제출 파일 선택 — 파일 선택 버튼 클릭 → OS 파일 선택 다이얼로그 오픈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690482" y="5479097"/>
              <a:ext cx="11224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+mn-ea"/>
                </a:rPr>
                <a:t>파일 선택 (Upload)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848600" y="5479097"/>
              <a:ext cx="133617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최대 3개 / 파일당 50MB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27100" y="5682297"/>
              <a:ext cx="32903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업로드 Progress Bar — 파일 선택 후 업로드 진행률 실시간 표시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809566" y="5682297"/>
              <a:ext cx="884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2E4470"/>
                  </a:solidFill>
                  <a:latin typeface="+mn-ea"/>
                </a:rPr>
                <a:t>표시</a:t>
              </a:r>
              <a:r>
                <a:rPr sz="900" b="1" dirty="0">
                  <a:solidFill>
                    <a:srgbClr val="2E4470"/>
                  </a:solidFill>
                  <a:latin typeface="+mn-ea"/>
                </a:rPr>
                <a:t> (Display)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848600" y="5682297"/>
              <a:ext cx="175755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업로드 완료 시 체크 아이콘 변경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27100" y="5885497"/>
              <a:ext cx="36262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제출 메모 입력 — 담당자에게 전달할 추가 내용 선택 입력 (최대 300자)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873687" y="5885497"/>
              <a:ext cx="75602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+mn-ea"/>
                </a:rPr>
                <a:t>텍스트 입력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848600" y="5885497"/>
              <a:ext cx="11835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선택 입력 (Optional)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27100" y="6088697"/>
              <a:ext cx="34796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기관별 제출 현황 — 동일 자료요청에 대한 기관 제출 상태 현황 표시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809566" y="6088697"/>
              <a:ext cx="884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848600" y="6088697"/>
              <a:ext cx="16476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타 기관 파일 내용은 열람 불가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27100" y="6291897"/>
              <a:ext cx="38216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[최종 제출] 클릭 → 제출 완료 처리; 요청 기관 관리자에게 알림톡 자동 발송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690484" y="6291897"/>
              <a:ext cx="11224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+mn-ea"/>
                </a:rPr>
                <a:t>버튼 클릭 (Submit)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848600" y="6291897"/>
              <a:ext cx="19285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제출 후 수정 불가; 관리자 취소 가능</a:t>
              </a: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53252" y="1604870"/>
            <a:ext cx="1524000" cy="1101804"/>
            <a:chOff x="800100" y="1625600"/>
            <a:chExt cx="1524000" cy="1101804"/>
          </a:xfrm>
        </p:grpSpPr>
        <p:sp>
          <p:nvSpPr>
            <p:cNvPr id="133" name="Rectangle 33"/>
            <p:cNvSpPr/>
            <p:nvPr/>
          </p:nvSpPr>
          <p:spPr>
            <a:xfrm>
              <a:off x="800100" y="1625600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838200" y="16891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파일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981200" y="1663700"/>
              <a:ext cx="31290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44" name="Rectangle 47"/>
            <p:cNvSpPr/>
            <p:nvPr/>
          </p:nvSpPr>
          <p:spPr>
            <a:xfrm>
              <a:off x="800100" y="2448004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838200" y="2486792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제출 메모</a:t>
              </a: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1651729" y="1613284"/>
            <a:ext cx="6734639" cy="853103"/>
            <a:chOff x="1536794" y="1544704"/>
            <a:chExt cx="6734639" cy="853103"/>
          </a:xfrm>
        </p:grpSpPr>
        <p:grpSp>
          <p:nvGrpSpPr>
            <p:cNvPr id="154" name="그룹 153"/>
            <p:cNvGrpSpPr/>
            <p:nvPr/>
          </p:nvGrpSpPr>
          <p:grpSpPr>
            <a:xfrm>
              <a:off x="1539970" y="1544704"/>
              <a:ext cx="5778500" cy="635000"/>
              <a:chOff x="1527270" y="1544704"/>
              <a:chExt cx="5778500" cy="635000"/>
            </a:xfrm>
          </p:grpSpPr>
          <p:grpSp>
            <p:nvGrpSpPr>
              <p:cNvPr id="150" name="그룹 149"/>
              <p:cNvGrpSpPr/>
              <p:nvPr/>
            </p:nvGrpSpPr>
            <p:grpSpPr>
              <a:xfrm>
                <a:off x="1527270" y="1544704"/>
                <a:ext cx="5778500" cy="635000"/>
                <a:chOff x="2324100" y="1651000"/>
                <a:chExt cx="5778500" cy="635000"/>
              </a:xfrm>
            </p:grpSpPr>
            <p:sp>
              <p:nvSpPr>
                <p:cNvPr id="148" name="Rectangle 36"/>
                <p:cNvSpPr/>
                <p:nvPr/>
              </p:nvSpPr>
              <p:spPr>
                <a:xfrm>
                  <a:off x="2324100" y="1651000"/>
                  <a:ext cx="5778500" cy="635000"/>
                </a:xfrm>
                <a:prstGeom prst="rect">
                  <a:avLst/>
                </a:prstGeom>
                <a:solidFill>
                  <a:srgbClr val="F8F9FA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36" name="Rectangle 37"/>
                <p:cNvSpPr/>
                <p:nvPr/>
              </p:nvSpPr>
              <p:spPr>
                <a:xfrm>
                  <a:off x="2349500" y="1676400"/>
                  <a:ext cx="1016000" cy="228600"/>
                </a:xfrm>
                <a:prstGeom prst="rect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37" name="TextBox 136"/>
                <p:cNvSpPr txBox="1"/>
                <p:nvPr/>
              </p:nvSpPr>
              <p:spPr>
                <a:xfrm>
                  <a:off x="2518305" y="1701800"/>
                  <a:ext cx="678391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파일 선택</a:t>
                  </a:r>
                </a:p>
              </p:txBody>
            </p:sp>
            <p:sp>
              <p:nvSpPr>
                <p:cNvPr id="138" name="TextBox 137"/>
                <p:cNvSpPr txBox="1"/>
                <p:nvPr/>
              </p:nvSpPr>
              <p:spPr>
                <a:xfrm>
                  <a:off x="3429000" y="1701800"/>
                  <a:ext cx="241604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AAAAAA"/>
                      </a:solidFill>
                      <a:latin typeface="+mn-ea"/>
                    </a:rPr>
                    <a:t>선택된 파일 없음  (최대 3개 / 파일당 50MB)</a:t>
                  </a:r>
                </a:p>
              </p:txBody>
            </p:sp>
          </p:grpSp>
          <p:grpSp>
            <p:nvGrpSpPr>
              <p:cNvPr id="151" name="그룹 150"/>
              <p:cNvGrpSpPr/>
              <p:nvPr/>
            </p:nvGrpSpPr>
            <p:grpSpPr>
              <a:xfrm>
                <a:off x="1551982" y="1871643"/>
                <a:ext cx="5588000" cy="268932"/>
                <a:chOff x="2349500" y="1955800"/>
                <a:chExt cx="5588000" cy="268932"/>
              </a:xfrm>
            </p:grpSpPr>
            <p:sp>
              <p:nvSpPr>
                <p:cNvPr id="139" name="Rectangle 40"/>
                <p:cNvSpPr/>
                <p:nvPr/>
              </p:nvSpPr>
              <p:spPr>
                <a:xfrm>
                  <a:off x="2349500" y="1955800"/>
                  <a:ext cx="5588000" cy="254000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40" name="TextBox 139"/>
                <p:cNvSpPr txBox="1"/>
                <p:nvPr/>
              </p:nvSpPr>
              <p:spPr>
                <a:xfrm>
                  <a:off x="2387600" y="1993900"/>
                  <a:ext cx="263886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>
                      <a:solidFill>
                        <a:srgbClr val="1A1A1A"/>
                      </a:solidFill>
                      <a:latin typeface="+mn-ea"/>
                    </a:rPr>
                    <a:t>📎 </a:t>
                  </a:r>
                  <a:r>
                    <a:rPr lang="en-US" sz="900" dirty="0">
                      <a:solidFill>
                        <a:srgbClr val="1A1A1A"/>
                      </a:solidFill>
                      <a:latin typeface="+mn-ea"/>
                    </a:rPr>
                    <a:t>   </a:t>
                  </a:r>
                  <a:r>
                    <a:rPr sz="900" dirty="0" err="1">
                      <a:solidFill>
                        <a:srgbClr val="1A1A1A"/>
                      </a:solidFill>
                      <a:latin typeface="+mn-ea"/>
                    </a:rPr>
                    <a:t>홍보계획서_○○부처.hwp</a:t>
                  </a:r>
                  <a:r>
                    <a:rPr sz="900" dirty="0">
                      <a:solidFill>
                        <a:srgbClr val="1A1A1A"/>
                      </a:solidFill>
                      <a:latin typeface="+mn-ea"/>
                    </a:rPr>
                    <a:t>  (2.3MB)</a:t>
                  </a:r>
                </a:p>
              </p:txBody>
            </p:sp>
          </p:grpSp>
        </p:grpSp>
        <p:grpSp>
          <p:nvGrpSpPr>
            <p:cNvPr id="152" name="그룹 151"/>
            <p:cNvGrpSpPr/>
            <p:nvPr/>
          </p:nvGrpSpPr>
          <p:grpSpPr>
            <a:xfrm>
              <a:off x="1536794" y="2182363"/>
              <a:ext cx="6734639" cy="215444"/>
              <a:chOff x="2349500" y="2219325"/>
              <a:chExt cx="6576203" cy="215444"/>
            </a:xfrm>
          </p:grpSpPr>
          <p:sp>
            <p:nvSpPr>
              <p:cNvPr id="141" name="Rectangle 42"/>
              <p:cNvSpPr/>
              <p:nvPr/>
            </p:nvSpPr>
            <p:spPr>
              <a:xfrm>
                <a:off x="2356941" y="2235200"/>
                <a:ext cx="5642557" cy="127000"/>
              </a:xfrm>
              <a:prstGeom prst="rect">
                <a:avLst/>
              </a:prstGeom>
              <a:solidFill>
                <a:srgbClr val="E0E8F0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2" name="Rectangle 43"/>
              <p:cNvSpPr/>
              <p:nvPr/>
            </p:nvSpPr>
            <p:spPr>
              <a:xfrm>
                <a:off x="2349500" y="2235200"/>
                <a:ext cx="3911600" cy="127000"/>
              </a:xfrm>
              <a:prstGeom prst="rect">
                <a:avLst/>
              </a:prstGeom>
              <a:solidFill>
                <a:srgbClr val="2E805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8001867" y="2219325"/>
                <a:ext cx="923836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2E8050"/>
                    </a:solidFill>
                    <a:latin typeface="+mn-ea"/>
                  </a:rPr>
                  <a:t>업로드</a:t>
                </a:r>
                <a:r>
                  <a:rPr sz="800" dirty="0">
                    <a:solidFill>
                      <a:srgbClr val="2E8050"/>
                    </a:solidFill>
                    <a:latin typeface="+mn-ea"/>
                  </a:rPr>
                  <a:t> 중... 70%</a:t>
                </a:r>
              </a:p>
            </p:txBody>
          </p:sp>
        </p:grpSp>
      </p:grpSp>
      <p:grpSp>
        <p:nvGrpSpPr>
          <p:cNvPr id="153" name="그룹 152"/>
          <p:cNvGrpSpPr/>
          <p:nvPr/>
        </p:nvGrpSpPr>
        <p:grpSpPr>
          <a:xfrm>
            <a:off x="1643421" y="2457410"/>
            <a:ext cx="5782364" cy="558800"/>
            <a:chOff x="2324100" y="2362200"/>
            <a:chExt cx="5778500" cy="558800"/>
          </a:xfrm>
        </p:grpSpPr>
        <p:sp>
          <p:nvSpPr>
            <p:cNvPr id="146" name="Rectangle 49"/>
            <p:cNvSpPr/>
            <p:nvPr/>
          </p:nvSpPr>
          <p:spPr>
            <a:xfrm>
              <a:off x="2324100" y="2362200"/>
              <a:ext cx="5778500" cy="558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374900" y="2400300"/>
              <a:ext cx="55880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AAAAAA"/>
                  </a:solidFill>
                  <a:latin typeface="+mn-ea"/>
                </a:rPr>
                <a:t>첨부파일에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대한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간단한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설명이나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담당자에게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전달할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내용을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입력하세요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.</a:t>
              </a:r>
            </a:p>
          </p:txBody>
        </p:sp>
      </p:grpSp>
      <p:grpSp>
        <p:nvGrpSpPr>
          <p:cNvPr id="159" name="그룹 158"/>
          <p:cNvGrpSpPr/>
          <p:nvPr/>
        </p:nvGrpSpPr>
        <p:grpSpPr>
          <a:xfrm>
            <a:off x="3302000" y="4533900"/>
            <a:ext cx="3251200" cy="279400"/>
            <a:chOff x="3302000" y="4343400"/>
            <a:chExt cx="3251200" cy="279400"/>
          </a:xfrm>
        </p:grpSpPr>
        <p:sp>
          <p:nvSpPr>
            <p:cNvPr id="160" name="Rectangle 90"/>
            <p:cNvSpPr/>
            <p:nvPr/>
          </p:nvSpPr>
          <p:spPr>
            <a:xfrm>
              <a:off x="3302000" y="4343400"/>
              <a:ext cx="1016000" cy="2794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443554" y="4366904"/>
              <a:ext cx="73289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최종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제출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62" name="Rectangle 92"/>
            <p:cNvSpPr/>
            <p:nvPr/>
          </p:nvSpPr>
          <p:spPr>
            <a:xfrm>
              <a:off x="4419600" y="4343400"/>
              <a:ext cx="1016000" cy="2794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578786" y="4366904"/>
              <a:ext cx="69762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FFFFFF"/>
                  </a:solidFill>
                  <a:latin typeface="+mn-ea"/>
                </a:rPr>
                <a:t>임시저장</a:t>
              </a:r>
            </a:p>
          </p:txBody>
        </p:sp>
        <p:sp>
          <p:nvSpPr>
            <p:cNvPr id="164" name="Rectangle 94"/>
            <p:cNvSpPr/>
            <p:nvPr/>
          </p:nvSpPr>
          <p:spPr>
            <a:xfrm>
              <a:off x="5537200" y="4343400"/>
              <a:ext cx="1016000" cy="279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789361" y="4366904"/>
              <a:ext cx="5116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445064"/>
                  </a:solidFill>
                  <a:latin typeface="+mn-ea"/>
                </a:rPr>
                <a:t>취  소</a:t>
              </a:r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1636817" y="1519740"/>
            <a:ext cx="216000" cy="216000"/>
            <a:chOff x="3966029" y="6357600"/>
            <a:chExt cx="216000" cy="216000"/>
          </a:xfrm>
        </p:grpSpPr>
        <p:sp>
          <p:nvSpPr>
            <p:cNvPr id="23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33" name="그룹 232"/>
          <p:cNvGrpSpPr/>
          <p:nvPr/>
        </p:nvGrpSpPr>
        <p:grpSpPr>
          <a:xfrm>
            <a:off x="1386809" y="2148900"/>
            <a:ext cx="216000" cy="216000"/>
            <a:chOff x="3966029" y="6357600"/>
            <a:chExt cx="216000" cy="216000"/>
          </a:xfrm>
        </p:grpSpPr>
        <p:sp>
          <p:nvSpPr>
            <p:cNvPr id="23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36" name="그룹 235"/>
          <p:cNvGrpSpPr/>
          <p:nvPr/>
        </p:nvGrpSpPr>
        <p:grpSpPr>
          <a:xfrm>
            <a:off x="1386809" y="2458974"/>
            <a:ext cx="216000" cy="216000"/>
            <a:chOff x="3966029" y="6357600"/>
            <a:chExt cx="216000" cy="216000"/>
          </a:xfrm>
        </p:grpSpPr>
        <p:sp>
          <p:nvSpPr>
            <p:cNvPr id="23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39" name="그룹 238"/>
          <p:cNvGrpSpPr/>
          <p:nvPr/>
        </p:nvGrpSpPr>
        <p:grpSpPr>
          <a:xfrm>
            <a:off x="106556" y="2885502"/>
            <a:ext cx="216000" cy="216000"/>
            <a:chOff x="3966029" y="6357600"/>
            <a:chExt cx="216000" cy="216000"/>
          </a:xfrm>
        </p:grpSpPr>
        <p:sp>
          <p:nvSpPr>
            <p:cNvPr id="24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42" name="그룹 241"/>
          <p:cNvGrpSpPr/>
          <p:nvPr/>
        </p:nvGrpSpPr>
        <p:grpSpPr>
          <a:xfrm>
            <a:off x="3175931" y="4425900"/>
            <a:ext cx="216000" cy="216000"/>
            <a:chOff x="3966029" y="6357600"/>
            <a:chExt cx="216000" cy="216000"/>
          </a:xfrm>
        </p:grpSpPr>
        <p:sp>
          <p:nvSpPr>
            <p:cNvPr id="24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45" name="Rectangle 244"/>
          <p:cNvSpPr/>
          <p:nvPr/>
        </p:nvSpPr>
        <p:spPr>
          <a:xfrm>
            <a:off x="9720000" y="6611778"/>
            <a:ext cx="2473200" cy="246222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29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DB46F80-BFDF-FF30-C0D6-95B647B9FBCA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29B4791-BF6A-F51E-FB93-7E267956E969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44F69B-4335-FF69-5207-42062D34D10C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930AE31-005F-492D-D66C-81ECDB45C535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D1AA171-E00A-FCBA-55BC-40CFED206117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6ED9A5E0-9BA7-25D0-A95D-88425C3DE5C7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0E1AEF6-105F-71BE-BE9C-E6E4C2E604AA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7F6A5C07-86EB-F995-966E-037D6B73CC43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EBB5AE47-E728-193C-4160-CE5F3678AA84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A9D2106-9657-8726-784E-C3F89E4A0734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C5F717B-AD0F-02F4-EBEF-132AA841098F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B69F1119-2BFB-1171-1BC0-FB9DD93D5799}"/>
              </a:ext>
            </a:extLst>
          </p:cNvPr>
          <p:cNvGrpSpPr/>
          <p:nvPr/>
        </p:nvGrpSpPr>
        <p:grpSpPr>
          <a:xfrm>
            <a:off x="-8170" y="5251087"/>
            <a:ext cx="388800" cy="1180038"/>
            <a:chOff x="-8170" y="5251087"/>
            <a:chExt cx="388800" cy="1180038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D9FAD122-CDB4-2AE4-C2F2-8FAD571DB66F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65600"/>
              <a:chOff x="-6196500" y="784788"/>
              <a:chExt cx="388800" cy="165600"/>
            </a:xfrm>
          </p:grpSpPr>
          <p:sp>
            <p:nvSpPr>
              <p:cNvPr id="226" name="Oval 468">
                <a:extLst>
                  <a:ext uri="{FF2B5EF4-FFF2-40B4-BE49-F238E27FC236}">
                    <a16:creationId xmlns:a16="http://schemas.microsoft.com/office/drawing/2014/main" id="{223ECA8A-A682-A2EA-AB92-FF728F584F49}"/>
                  </a:ext>
                </a:extLst>
              </p:cNvPr>
              <p:cNvSpPr/>
              <p:nvPr/>
            </p:nvSpPr>
            <p:spPr>
              <a:xfrm>
                <a:off x="-6084900" y="784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B46501EA-8D6D-8B9E-312F-30FB48DB897C}"/>
                  </a:ext>
                </a:extLst>
              </p:cNvPr>
              <p:cNvSpPr txBox="1"/>
              <p:nvPr/>
            </p:nvSpPr>
            <p:spPr>
              <a:xfrm>
                <a:off x="-6196500" y="7847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1</a:t>
                </a:r>
              </a:p>
            </p:txBody>
          </p:sp>
        </p:grp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C18F8D05-E6FA-2F6A-CF5E-A034CEF0F28C}"/>
                </a:ext>
              </a:extLst>
            </p:cNvPr>
            <p:cNvGrpSpPr/>
            <p:nvPr/>
          </p:nvGrpSpPr>
          <p:grpSpPr>
            <a:xfrm>
              <a:off x="-8170" y="5456570"/>
              <a:ext cx="388800" cy="165600"/>
              <a:chOff x="-6196500" y="1051188"/>
              <a:chExt cx="388800" cy="165600"/>
            </a:xfrm>
          </p:grpSpPr>
          <p:sp>
            <p:nvSpPr>
              <p:cNvPr id="224" name="Oval 474">
                <a:extLst>
                  <a:ext uri="{FF2B5EF4-FFF2-40B4-BE49-F238E27FC236}">
                    <a16:creationId xmlns:a16="http://schemas.microsoft.com/office/drawing/2014/main" id="{DE36FAC4-A85D-C0DA-02B8-07B2EC6CD56A}"/>
                  </a:ext>
                </a:extLst>
              </p:cNvPr>
              <p:cNvSpPr/>
              <p:nvPr/>
            </p:nvSpPr>
            <p:spPr>
              <a:xfrm>
                <a:off x="-6084900" y="10511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F590C111-80DC-88C6-33CB-F3BEAC5ED554}"/>
                  </a:ext>
                </a:extLst>
              </p:cNvPr>
              <p:cNvSpPr txBox="1"/>
              <p:nvPr/>
            </p:nvSpPr>
            <p:spPr>
              <a:xfrm>
                <a:off x="-6196500" y="10511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2</a:t>
                </a:r>
              </a:p>
            </p:txBody>
          </p:sp>
        </p:grp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8B48B536-92D5-B6B7-B53E-53919B9DB5D2}"/>
                </a:ext>
              </a:extLst>
            </p:cNvPr>
            <p:cNvGrpSpPr/>
            <p:nvPr/>
          </p:nvGrpSpPr>
          <p:grpSpPr>
            <a:xfrm>
              <a:off x="-8170" y="5655503"/>
              <a:ext cx="388800" cy="165600"/>
              <a:chOff x="-6196500" y="1317588"/>
              <a:chExt cx="388800" cy="165600"/>
            </a:xfrm>
          </p:grpSpPr>
          <p:sp>
            <p:nvSpPr>
              <p:cNvPr id="222" name="Oval 480">
                <a:extLst>
                  <a:ext uri="{FF2B5EF4-FFF2-40B4-BE49-F238E27FC236}">
                    <a16:creationId xmlns:a16="http://schemas.microsoft.com/office/drawing/2014/main" id="{085969C7-F33D-BBCE-FA2B-8B85694AA28E}"/>
                  </a:ext>
                </a:extLst>
              </p:cNvPr>
              <p:cNvSpPr/>
              <p:nvPr/>
            </p:nvSpPr>
            <p:spPr>
              <a:xfrm>
                <a:off x="-6084900" y="13175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6B6FEC7-BB3C-61A9-1A65-1B2EA5F244B1}"/>
                  </a:ext>
                </a:extLst>
              </p:cNvPr>
              <p:cNvSpPr txBox="1"/>
              <p:nvPr/>
            </p:nvSpPr>
            <p:spPr>
              <a:xfrm>
                <a:off x="-6196500" y="13175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3</a:t>
                </a:r>
              </a:p>
            </p:txBody>
          </p:sp>
        </p:grp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7D71204-79BC-9A0D-40E1-84E17B29A608}"/>
                </a:ext>
              </a:extLst>
            </p:cNvPr>
            <p:cNvGrpSpPr/>
            <p:nvPr/>
          </p:nvGrpSpPr>
          <p:grpSpPr>
            <a:xfrm>
              <a:off x="-8170" y="5862505"/>
              <a:ext cx="388800" cy="165600"/>
              <a:chOff x="-6196500" y="1583988"/>
              <a:chExt cx="388800" cy="165600"/>
            </a:xfrm>
          </p:grpSpPr>
          <p:sp>
            <p:nvSpPr>
              <p:cNvPr id="220" name="Oval 486">
                <a:extLst>
                  <a:ext uri="{FF2B5EF4-FFF2-40B4-BE49-F238E27FC236}">
                    <a16:creationId xmlns:a16="http://schemas.microsoft.com/office/drawing/2014/main" id="{6FC501D4-A953-6FC3-CED6-EE0B1F172925}"/>
                  </a:ext>
                </a:extLst>
              </p:cNvPr>
              <p:cNvSpPr/>
              <p:nvPr/>
            </p:nvSpPr>
            <p:spPr>
              <a:xfrm>
                <a:off x="-6084900" y="15839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096E841C-CEFB-4771-4AA7-684CE16EA64A}"/>
                  </a:ext>
                </a:extLst>
              </p:cNvPr>
              <p:cNvSpPr txBox="1"/>
              <p:nvPr/>
            </p:nvSpPr>
            <p:spPr>
              <a:xfrm>
                <a:off x="-6196500" y="15839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4</a:t>
                </a:r>
              </a:p>
            </p:txBody>
          </p:sp>
        </p:grpSp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9A106CCF-D156-8A31-6138-DD77F83B1810}"/>
                </a:ext>
              </a:extLst>
            </p:cNvPr>
            <p:cNvGrpSpPr/>
            <p:nvPr/>
          </p:nvGrpSpPr>
          <p:grpSpPr>
            <a:xfrm>
              <a:off x="-8170" y="6062807"/>
              <a:ext cx="388800" cy="165600"/>
              <a:chOff x="-6196500" y="1850388"/>
              <a:chExt cx="388800" cy="165600"/>
            </a:xfrm>
          </p:grpSpPr>
          <p:sp>
            <p:nvSpPr>
              <p:cNvPr id="218" name="Oval 492">
                <a:extLst>
                  <a:ext uri="{FF2B5EF4-FFF2-40B4-BE49-F238E27FC236}">
                    <a16:creationId xmlns:a16="http://schemas.microsoft.com/office/drawing/2014/main" id="{BB3C51AD-1A8E-322C-35B2-DF3F01048036}"/>
                  </a:ext>
                </a:extLst>
              </p:cNvPr>
              <p:cNvSpPr/>
              <p:nvPr/>
            </p:nvSpPr>
            <p:spPr>
              <a:xfrm>
                <a:off x="-6084900" y="18503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F9B93D8B-390B-4BB9-2896-A47CA0F96D4E}"/>
                  </a:ext>
                </a:extLst>
              </p:cNvPr>
              <p:cNvSpPr txBox="1"/>
              <p:nvPr/>
            </p:nvSpPr>
            <p:spPr>
              <a:xfrm>
                <a:off x="-6196500" y="18503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5</a:t>
                </a:r>
              </a:p>
            </p:txBody>
          </p:sp>
        </p:grp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57974EB6-C12E-98FF-2528-126859A69528}"/>
                </a:ext>
              </a:extLst>
            </p:cNvPr>
            <p:cNvGrpSpPr/>
            <p:nvPr/>
          </p:nvGrpSpPr>
          <p:grpSpPr>
            <a:xfrm>
              <a:off x="-8170" y="6265525"/>
              <a:ext cx="388800" cy="165600"/>
              <a:chOff x="-6201094" y="2116788"/>
              <a:chExt cx="388800" cy="165600"/>
            </a:xfrm>
          </p:grpSpPr>
          <p:sp>
            <p:nvSpPr>
              <p:cNvPr id="216" name="Oval 492">
                <a:extLst>
                  <a:ext uri="{FF2B5EF4-FFF2-40B4-BE49-F238E27FC236}">
                    <a16:creationId xmlns:a16="http://schemas.microsoft.com/office/drawing/2014/main" id="{2214A423-D126-4F23-7F53-189D0E07494F}"/>
                  </a:ext>
                </a:extLst>
              </p:cNvPr>
              <p:cNvSpPr/>
              <p:nvPr/>
            </p:nvSpPr>
            <p:spPr>
              <a:xfrm>
                <a:off x="-6089494" y="2116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161CA52D-AE24-B78F-1B7D-D877F788E60C}"/>
                  </a:ext>
                </a:extLst>
              </p:cNvPr>
              <p:cNvSpPr txBox="1"/>
              <p:nvPr/>
            </p:nvSpPr>
            <p:spPr>
              <a:xfrm>
                <a:off x="-6201094" y="2130338"/>
                <a:ext cx="388800" cy="138499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Noto Sans KR"/>
                  </a:rPr>
                  <a:t>6</a:t>
                </a:r>
                <a:endParaRPr sz="900" b="1" dirty="0">
                  <a:solidFill>
                    <a:srgbClr val="FFFFFF"/>
                  </a:solidFill>
                  <a:latin typeface="Noto Sans KR"/>
                </a:endParaRPr>
              </a:p>
            </p:txBody>
          </p:sp>
        </p:grp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82089C88-812B-D134-B1BF-364CA3B6925D}"/>
              </a:ext>
            </a:extLst>
          </p:cNvPr>
          <p:cNvGrpSpPr/>
          <p:nvPr/>
        </p:nvGrpSpPr>
        <p:grpSpPr>
          <a:xfrm>
            <a:off x="-8479" y="632623"/>
            <a:ext cx="9666217" cy="3749213"/>
            <a:chOff x="-8480" y="632623"/>
            <a:chExt cx="9677919" cy="3756511"/>
          </a:xfrm>
        </p:grpSpPr>
        <p:grpSp>
          <p:nvGrpSpPr>
            <p:cNvPr id="120" name="그룹 119"/>
            <p:cNvGrpSpPr/>
            <p:nvPr/>
          </p:nvGrpSpPr>
          <p:grpSpPr>
            <a:xfrm>
              <a:off x="2077" y="883510"/>
              <a:ext cx="9655662" cy="660400"/>
              <a:chOff x="546100" y="914400"/>
              <a:chExt cx="9144000" cy="660400"/>
            </a:xfrm>
          </p:grpSpPr>
          <p:sp>
            <p:nvSpPr>
              <p:cNvPr id="121" name="Rectangle 21"/>
              <p:cNvSpPr/>
              <p:nvPr/>
            </p:nvSpPr>
            <p:spPr>
              <a:xfrm>
                <a:off x="546100" y="914400"/>
                <a:ext cx="9144000" cy="660400"/>
              </a:xfrm>
              <a:prstGeom prst="rect">
                <a:avLst/>
              </a:prstGeom>
              <a:solidFill>
                <a:srgbClr val="F0F4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660400" y="939800"/>
                <a:ext cx="85816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 err="1">
                    <a:solidFill>
                      <a:srgbClr val="445064"/>
                    </a:solidFill>
                    <a:latin typeface="+mn-ea"/>
                  </a:rPr>
                  <a:t>자료요청</a:t>
                </a:r>
                <a:r>
                  <a:rPr sz="900" dirty="0">
                    <a:solidFill>
                      <a:srgbClr val="445064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445064"/>
                    </a:solidFill>
                    <a:latin typeface="+mn-ea"/>
                  </a:rPr>
                  <a:t>정보</a:t>
                </a:r>
                <a:endParaRPr sz="900" dirty="0">
                  <a:solidFill>
                    <a:srgbClr val="445064"/>
                  </a:solidFill>
                  <a:latin typeface="+mn-ea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660400" y="1092200"/>
                <a:ext cx="216841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dirty="0" err="1">
                    <a:solidFill>
                      <a:srgbClr val="1E2D45"/>
                    </a:solidFill>
                    <a:latin typeface="+mn-ea"/>
                  </a:rPr>
                  <a:t>요청</a:t>
                </a:r>
                <a:r>
                  <a:rPr sz="1000" dirty="0">
                    <a:solidFill>
                      <a:srgbClr val="1E2D45"/>
                    </a:solidFill>
                    <a:latin typeface="+mn-ea"/>
                  </a:rPr>
                  <a:t> </a:t>
                </a:r>
                <a:r>
                  <a:rPr sz="1000" dirty="0" err="1">
                    <a:solidFill>
                      <a:srgbClr val="1E2D45"/>
                    </a:solidFill>
                    <a:latin typeface="+mn-ea"/>
                  </a:rPr>
                  <a:t>제목</a:t>
                </a:r>
                <a:r>
                  <a:rPr sz="1000" dirty="0">
                    <a:solidFill>
                      <a:srgbClr val="1E2D45"/>
                    </a:solidFill>
                    <a:latin typeface="+mn-ea"/>
                  </a:rPr>
                  <a:t> : 6월 </a:t>
                </a:r>
                <a:r>
                  <a:rPr sz="1000" dirty="0" err="1">
                    <a:solidFill>
                      <a:srgbClr val="1E2D45"/>
                    </a:solidFill>
                    <a:latin typeface="+mn-ea"/>
                  </a:rPr>
                  <a:t>홍보계획서</a:t>
                </a:r>
                <a:r>
                  <a:rPr sz="1000" dirty="0">
                    <a:solidFill>
                      <a:srgbClr val="1E2D45"/>
                    </a:solidFill>
                    <a:latin typeface="+mn-ea"/>
                  </a:rPr>
                  <a:t> </a:t>
                </a:r>
                <a:r>
                  <a:rPr sz="1000" dirty="0" err="1">
                    <a:solidFill>
                      <a:srgbClr val="1E2D45"/>
                    </a:solidFill>
                    <a:latin typeface="+mn-ea"/>
                  </a:rPr>
                  <a:t>제출</a:t>
                </a:r>
                <a:r>
                  <a:rPr sz="1000" dirty="0">
                    <a:solidFill>
                      <a:srgbClr val="1E2D45"/>
                    </a:solidFill>
                    <a:latin typeface="+mn-ea"/>
                  </a:rPr>
                  <a:t> </a:t>
                </a:r>
                <a:r>
                  <a:rPr sz="1000" dirty="0" err="1">
                    <a:solidFill>
                      <a:srgbClr val="1E2D45"/>
                    </a:solidFill>
                    <a:latin typeface="+mn-ea"/>
                  </a:rPr>
                  <a:t>요청</a:t>
                </a:r>
                <a:endParaRPr sz="1000" dirty="0">
                  <a:solidFill>
                    <a:srgbClr val="1E2D45"/>
                  </a:solidFill>
                  <a:latin typeface="+mn-ea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660400" y="1244600"/>
                <a:ext cx="70081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요청 기관: </a:t>
                </a: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1295400" y="1244600"/>
                <a:ext cx="7189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소통협력과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2755900" y="1244600"/>
                <a:ext cx="67055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마감일시: 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3390900" y="1244600"/>
                <a:ext cx="101551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2026.06.15 18:00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4851400" y="1244600"/>
                <a:ext cx="55556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D-Day: 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5486400" y="1244600"/>
                <a:ext cx="41940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CC0000"/>
                    </a:solidFill>
                    <a:latin typeface="+mn-ea"/>
                  </a:rPr>
                  <a:t>D-18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6946900" y="1244600"/>
                <a:ext cx="45268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채널: 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7581900" y="1244600"/>
                <a:ext cx="61003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</p:grp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0A86DEB2-127B-86B0-3860-7994F5696A12}"/>
                </a:ext>
              </a:extLst>
            </p:cNvPr>
            <p:cNvGrpSpPr/>
            <p:nvPr/>
          </p:nvGrpSpPr>
          <p:grpSpPr>
            <a:xfrm>
              <a:off x="-8480" y="3052332"/>
              <a:ext cx="9664271" cy="1336802"/>
              <a:chOff x="-8480" y="3052332"/>
              <a:chExt cx="9698580" cy="1336802"/>
            </a:xfrm>
          </p:grpSpPr>
          <p:grpSp>
            <p:nvGrpSpPr>
              <p:cNvPr id="156" name="그룹 155"/>
              <p:cNvGrpSpPr/>
              <p:nvPr/>
            </p:nvGrpSpPr>
            <p:grpSpPr>
              <a:xfrm>
                <a:off x="2075" y="3052332"/>
                <a:ext cx="9688023" cy="297021"/>
                <a:chOff x="546100" y="2971800"/>
                <a:chExt cx="9144000" cy="297021"/>
              </a:xfrm>
            </p:grpSpPr>
            <p:sp>
              <p:nvSpPr>
                <p:cNvPr id="157" name="Rectangle 52"/>
                <p:cNvSpPr/>
                <p:nvPr/>
              </p:nvSpPr>
              <p:spPr>
                <a:xfrm>
                  <a:off x="546100" y="2971800"/>
                  <a:ext cx="9144000" cy="279400"/>
                </a:xfrm>
                <a:prstGeom prst="rect">
                  <a:avLst/>
                </a:prstGeom>
                <a:solidFill>
                  <a:srgbClr val="44506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58" name="TextBox 157"/>
                <p:cNvSpPr txBox="1"/>
                <p:nvPr/>
              </p:nvSpPr>
              <p:spPr>
                <a:xfrm>
                  <a:off x="660400" y="3022600"/>
                  <a:ext cx="1088141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1000" dirty="0" err="1">
                      <a:solidFill>
                        <a:srgbClr val="FFFFFF"/>
                      </a:solidFill>
                      <a:latin typeface="+mn-ea"/>
                    </a:rPr>
                    <a:t>기관별</a:t>
                  </a:r>
                  <a:r>
                    <a:rPr sz="1000" dirty="0">
                      <a:solidFill>
                        <a:srgbClr val="FFFFFF"/>
                      </a:solidFill>
                      <a:latin typeface="+mn-ea"/>
                    </a:rPr>
                    <a:t> </a:t>
                  </a:r>
                  <a:r>
                    <a:rPr sz="1000" dirty="0" err="1">
                      <a:solidFill>
                        <a:srgbClr val="FFFFFF"/>
                      </a:solidFill>
                      <a:latin typeface="+mn-ea"/>
                    </a:rPr>
                    <a:t>제출</a:t>
                  </a:r>
                  <a:r>
                    <a:rPr sz="1000" dirty="0">
                      <a:solidFill>
                        <a:srgbClr val="FFFFFF"/>
                      </a:solidFill>
                      <a:latin typeface="+mn-ea"/>
                    </a:rPr>
                    <a:t> </a:t>
                  </a:r>
                  <a:r>
                    <a:rPr sz="1000" dirty="0" err="1">
                      <a:solidFill>
                        <a:srgbClr val="FFFFFF"/>
                      </a:solidFill>
                      <a:latin typeface="+mn-ea"/>
                    </a:rPr>
                    <a:t>현황</a:t>
                  </a:r>
                  <a:endParaRPr sz="10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66" name="그룹 165"/>
              <p:cNvGrpSpPr/>
              <p:nvPr/>
            </p:nvGrpSpPr>
            <p:grpSpPr>
              <a:xfrm>
                <a:off x="6350" y="4158302"/>
                <a:ext cx="9683750" cy="230832"/>
                <a:chOff x="546100" y="4088452"/>
                <a:chExt cx="9144000" cy="230832"/>
              </a:xfrm>
            </p:grpSpPr>
            <p:sp>
              <p:nvSpPr>
                <p:cNvPr id="167" name="Rectangle 88"/>
                <p:cNvSpPr/>
                <p:nvPr/>
              </p:nvSpPr>
              <p:spPr>
                <a:xfrm>
                  <a:off x="546100" y="4089400"/>
                  <a:ext cx="9144000" cy="203200"/>
                </a:xfrm>
                <a:prstGeom prst="rect">
                  <a:avLst/>
                </a:prstGeom>
                <a:solidFill>
                  <a:srgbClr val="EEF8EE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660400" y="4088452"/>
                  <a:ext cx="33818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✅ 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제출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완료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시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요청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기관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관리자에게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알림톡이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자동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 </a:t>
                  </a:r>
                  <a:r>
                    <a:rPr sz="900" dirty="0" err="1">
                      <a:solidFill>
                        <a:srgbClr val="008040"/>
                      </a:solidFill>
                      <a:latin typeface="+mn-ea"/>
                    </a:rPr>
                    <a:t>발송됩니다</a:t>
                  </a:r>
                  <a:r>
                    <a:rPr sz="900" dirty="0">
                      <a:solidFill>
                        <a:srgbClr val="008040"/>
                      </a:solidFill>
                      <a:latin typeface="+mn-ea"/>
                    </a:rPr>
                    <a:t>.</a:t>
                  </a:r>
                </a:p>
              </p:txBody>
            </p:sp>
          </p:grpSp>
          <p:grpSp>
            <p:nvGrpSpPr>
              <p:cNvPr id="169" name="그룹 168"/>
              <p:cNvGrpSpPr/>
              <p:nvPr/>
            </p:nvGrpSpPr>
            <p:grpSpPr>
              <a:xfrm>
                <a:off x="-8480" y="3331732"/>
                <a:ext cx="9698580" cy="859482"/>
                <a:chOff x="546100" y="3251200"/>
                <a:chExt cx="9144000" cy="859482"/>
              </a:xfrm>
            </p:grpSpPr>
            <p:grpSp>
              <p:nvGrpSpPr>
                <p:cNvPr id="170" name="그룹 169"/>
                <p:cNvGrpSpPr/>
                <p:nvPr/>
              </p:nvGrpSpPr>
              <p:grpSpPr>
                <a:xfrm>
                  <a:off x="546100" y="3251200"/>
                  <a:ext cx="9144000" cy="245436"/>
                  <a:chOff x="546100" y="3251200"/>
                  <a:chExt cx="9144000" cy="245436"/>
                </a:xfrm>
              </p:grpSpPr>
              <p:sp>
                <p:nvSpPr>
                  <p:cNvPr id="193" name="Rectangle 55"/>
                  <p:cNvSpPr/>
                  <p:nvPr/>
                </p:nvSpPr>
                <p:spPr>
                  <a:xfrm>
                    <a:off x="546100" y="3251200"/>
                    <a:ext cx="2286000" cy="203200"/>
                  </a:xfrm>
                  <a:prstGeom prst="rect">
                    <a:avLst/>
                  </a:prstGeom>
                  <a:solidFill>
                    <a:srgbClr val="445064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94" name="TextBox 193"/>
                  <p:cNvSpPr txBox="1"/>
                  <p:nvPr/>
                </p:nvSpPr>
                <p:spPr>
                  <a:xfrm>
                    <a:off x="1438822" y="3265804"/>
                    <a:ext cx="500557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 dirty="0" err="1">
                        <a:solidFill>
                          <a:srgbClr val="FFFFFF"/>
                        </a:solidFill>
                        <a:latin typeface="+mn-ea"/>
                      </a:rPr>
                      <a:t>기관명</a:t>
                    </a:r>
                    <a:endParaRPr sz="900" dirty="0">
                      <a:solidFill>
                        <a:srgbClr val="FFFFFF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195" name="Rectangle 57"/>
                  <p:cNvSpPr/>
                  <p:nvPr/>
                </p:nvSpPr>
                <p:spPr>
                  <a:xfrm>
                    <a:off x="2832100" y="3251200"/>
                    <a:ext cx="2032000" cy="203200"/>
                  </a:xfrm>
                  <a:prstGeom prst="rect">
                    <a:avLst/>
                  </a:prstGeom>
                  <a:solidFill>
                    <a:srgbClr val="445064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96" name="TextBox 195"/>
                  <p:cNvSpPr txBox="1"/>
                  <p:nvPr/>
                </p:nvSpPr>
                <p:spPr>
                  <a:xfrm>
                    <a:off x="3528302" y="3265804"/>
                    <a:ext cx="639600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>
                        <a:solidFill>
                          <a:srgbClr val="FFFFFF"/>
                        </a:solidFill>
                        <a:latin typeface="+mn-ea"/>
                      </a:rPr>
                      <a:t>제출 파일</a:t>
                    </a:r>
                  </a:p>
                </p:txBody>
              </p:sp>
              <p:sp>
                <p:nvSpPr>
                  <p:cNvPr id="197" name="Rectangle 59"/>
                  <p:cNvSpPr/>
                  <p:nvPr/>
                </p:nvSpPr>
                <p:spPr>
                  <a:xfrm>
                    <a:off x="4864100" y="3251200"/>
                    <a:ext cx="1524000" cy="203200"/>
                  </a:xfrm>
                  <a:prstGeom prst="rect">
                    <a:avLst/>
                  </a:prstGeom>
                  <a:solidFill>
                    <a:srgbClr val="445064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98" name="TextBox 197"/>
                  <p:cNvSpPr txBox="1"/>
                  <p:nvPr/>
                </p:nvSpPr>
                <p:spPr>
                  <a:xfrm>
                    <a:off x="5321414" y="3265804"/>
                    <a:ext cx="609373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>
                        <a:solidFill>
                          <a:srgbClr val="FFFFFF"/>
                        </a:solidFill>
                        <a:latin typeface="+mn-ea"/>
                      </a:rPr>
                      <a:t>제출일시</a:t>
                    </a:r>
                  </a:p>
                </p:txBody>
              </p:sp>
              <p:sp>
                <p:nvSpPr>
                  <p:cNvPr id="199" name="Rectangle 61"/>
                  <p:cNvSpPr/>
                  <p:nvPr/>
                </p:nvSpPr>
                <p:spPr>
                  <a:xfrm>
                    <a:off x="6388100" y="3251200"/>
                    <a:ext cx="1270000" cy="203200"/>
                  </a:xfrm>
                  <a:prstGeom prst="rect">
                    <a:avLst/>
                  </a:prstGeom>
                  <a:solidFill>
                    <a:srgbClr val="445064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200" name="TextBox 199"/>
                  <p:cNvSpPr txBox="1"/>
                  <p:nvPr/>
                </p:nvSpPr>
                <p:spPr>
                  <a:xfrm>
                    <a:off x="6827231" y="3265804"/>
                    <a:ext cx="391740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>
                        <a:solidFill>
                          <a:srgbClr val="FFFFFF"/>
                        </a:solidFill>
                        <a:latin typeface="+mn-ea"/>
                      </a:rPr>
                      <a:t>상태</a:t>
                    </a:r>
                  </a:p>
                </p:txBody>
              </p:sp>
              <p:sp>
                <p:nvSpPr>
                  <p:cNvPr id="201" name="Rectangle 63"/>
                  <p:cNvSpPr/>
                  <p:nvPr/>
                </p:nvSpPr>
                <p:spPr>
                  <a:xfrm>
                    <a:off x="7658100" y="3251200"/>
                    <a:ext cx="2032000" cy="203200"/>
                  </a:xfrm>
                  <a:prstGeom prst="rect">
                    <a:avLst/>
                  </a:prstGeom>
                  <a:solidFill>
                    <a:srgbClr val="445064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202" name="TextBox 201"/>
                  <p:cNvSpPr txBox="1"/>
                  <p:nvPr/>
                </p:nvSpPr>
                <p:spPr>
                  <a:xfrm>
                    <a:off x="8354302" y="3265804"/>
                    <a:ext cx="639600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>
                        <a:solidFill>
                          <a:srgbClr val="FFFFFF"/>
                        </a:solidFill>
                        <a:latin typeface="+mn-ea"/>
                      </a:rPr>
                      <a:t>기타 기관</a:t>
                    </a:r>
                  </a:p>
                </p:txBody>
              </p:sp>
            </p:grpSp>
            <p:sp>
              <p:nvSpPr>
                <p:cNvPr id="171" name="Rectangle 65"/>
                <p:cNvSpPr/>
                <p:nvPr/>
              </p:nvSpPr>
              <p:spPr>
                <a:xfrm>
                  <a:off x="546100" y="3454400"/>
                  <a:ext cx="2286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1221188" y="3472497"/>
                  <a:ext cx="93582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 dirty="0" err="1">
                      <a:solidFill>
                        <a:srgbClr val="2E4470"/>
                      </a:solidFill>
                      <a:latin typeface="+mn-ea"/>
                    </a:rPr>
                    <a:t>○○부처</a:t>
                  </a:r>
                  <a:endParaRPr sz="900" dirty="0">
                    <a:solidFill>
                      <a:srgbClr val="2E4470"/>
                    </a:solidFill>
                    <a:latin typeface="+mn-ea"/>
                  </a:endParaRPr>
                </a:p>
              </p:txBody>
            </p:sp>
            <p:sp>
              <p:nvSpPr>
                <p:cNvPr id="173" name="Rectangle 67"/>
                <p:cNvSpPr/>
                <p:nvPr/>
              </p:nvSpPr>
              <p:spPr>
                <a:xfrm>
                  <a:off x="2832100" y="3454400"/>
                  <a:ext cx="2032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3180693" y="3472497"/>
                  <a:ext cx="133481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홍보계획서_문체부.hwp</a:t>
                  </a:r>
                </a:p>
              </p:txBody>
            </p:sp>
            <p:sp>
              <p:nvSpPr>
                <p:cNvPr id="175" name="Rectangle 69"/>
                <p:cNvSpPr/>
                <p:nvPr/>
              </p:nvSpPr>
              <p:spPr>
                <a:xfrm>
                  <a:off x="4864100" y="3454400"/>
                  <a:ext cx="1524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5270030" y="3472497"/>
                  <a:ext cx="71214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(업로드 중)</a:t>
                  </a:r>
                </a:p>
              </p:txBody>
            </p:sp>
            <p:sp>
              <p:nvSpPr>
                <p:cNvPr id="177" name="Rectangle 71"/>
                <p:cNvSpPr/>
                <p:nvPr/>
              </p:nvSpPr>
              <p:spPr>
                <a:xfrm>
                  <a:off x="6388100" y="3454400"/>
                  <a:ext cx="1270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8" name="TextBox 177"/>
                <p:cNvSpPr txBox="1"/>
                <p:nvPr/>
              </p:nvSpPr>
              <p:spPr>
                <a:xfrm>
                  <a:off x="6757708" y="3472497"/>
                  <a:ext cx="53078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2E8050"/>
                      </a:solidFill>
                      <a:latin typeface="+mn-ea"/>
                    </a:rPr>
                    <a:t>제출 중</a:t>
                  </a:r>
                </a:p>
              </p:txBody>
            </p:sp>
            <p:sp>
              <p:nvSpPr>
                <p:cNvPr id="179" name="Rectangle 73"/>
                <p:cNvSpPr/>
                <p:nvPr/>
              </p:nvSpPr>
              <p:spPr>
                <a:xfrm>
                  <a:off x="7658100" y="3454400"/>
                  <a:ext cx="2032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80" name="TextBox 179"/>
                <p:cNvSpPr txBox="1"/>
                <p:nvPr/>
              </p:nvSpPr>
              <p:spPr>
                <a:xfrm>
                  <a:off x="8532640" y="3510597"/>
                  <a:ext cx="28292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—</a:t>
                  </a:r>
                </a:p>
              </p:txBody>
            </p:sp>
            <p:sp>
              <p:nvSpPr>
                <p:cNvPr id="181" name="Rectangle 75"/>
                <p:cNvSpPr/>
                <p:nvPr/>
              </p:nvSpPr>
              <p:spPr>
                <a:xfrm>
                  <a:off x="546100" y="3657600"/>
                  <a:ext cx="2286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82" name="TextBox 181"/>
                <p:cNvSpPr txBox="1"/>
                <p:nvPr/>
              </p:nvSpPr>
              <p:spPr>
                <a:xfrm>
                  <a:off x="1330006" y="3675697"/>
                  <a:ext cx="71819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2E4470"/>
                      </a:solidFill>
                      <a:latin typeface="+mn-ea"/>
                    </a:rPr>
                    <a:t>행정안전부</a:t>
                  </a:r>
                </a:p>
              </p:txBody>
            </p:sp>
            <p:sp>
              <p:nvSpPr>
                <p:cNvPr id="183" name="Rectangle 77"/>
                <p:cNvSpPr/>
                <p:nvPr/>
              </p:nvSpPr>
              <p:spPr>
                <a:xfrm>
                  <a:off x="2832100" y="3657600"/>
                  <a:ext cx="2032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84" name="TextBox 183"/>
                <p:cNvSpPr txBox="1"/>
                <p:nvPr/>
              </p:nvSpPr>
              <p:spPr>
                <a:xfrm>
                  <a:off x="3706640" y="3713797"/>
                  <a:ext cx="28292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—</a:t>
                  </a:r>
                </a:p>
              </p:txBody>
            </p:sp>
            <p:sp>
              <p:nvSpPr>
                <p:cNvPr id="185" name="Rectangle 79"/>
                <p:cNvSpPr/>
                <p:nvPr/>
              </p:nvSpPr>
              <p:spPr>
                <a:xfrm>
                  <a:off x="4864100" y="3657600"/>
                  <a:ext cx="1524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86" name="TextBox 185"/>
                <p:cNvSpPr txBox="1"/>
                <p:nvPr/>
              </p:nvSpPr>
              <p:spPr>
                <a:xfrm>
                  <a:off x="5484640" y="3713797"/>
                  <a:ext cx="28292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—</a:t>
                  </a:r>
                </a:p>
              </p:txBody>
            </p:sp>
            <p:sp>
              <p:nvSpPr>
                <p:cNvPr id="187" name="Rectangle 81"/>
                <p:cNvSpPr/>
                <p:nvPr/>
              </p:nvSpPr>
              <p:spPr>
                <a:xfrm>
                  <a:off x="6388100" y="3657600"/>
                  <a:ext cx="1270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88" name="TextBox 187"/>
                <p:cNvSpPr txBox="1"/>
                <p:nvPr/>
              </p:nvSpPr>
              <p:spPr>
                <a:xfrm>
                  <a:off x="6772822" y="3675697"/>
                  <a:ext cx="50055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CC0000"/>
                      </a:solidFill>
                      <a:latin typeface="+mn-ea"/>
                    </a:rPr>
                    <a:t>미제출</a:t>
                  </a:r>
                </a:p>
              </p:txBody>
            </p:sp>
            <p:sp>
              <p:nvSpPr>
                <p:cNvPr id="189" name="Rectangle 83"/>
                <p:cNvSpPr/>
                <p:nvPr/>
              </p:nvSpPr>
              <p:spPr>
                <a:xfrm>
                  <a:off x="7658100" y="3657600"/>
                  <a:ext cx="2032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90" name="TextBox 189"/>
                <p:cNvSpPr txBox="1"/>
                <p:nvPr/>
              </p:nvSpPr>
              <p:spPr>
                <a:xfrm>
                  <a:off x="8532640" y="3713797"/>
                  <a:ext cx="28292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—</a:t>
                  </a:r>
                </a:p>
              </p:txBody>
            </p:sp>
            <p:sp>
              <p:nvSpPr>
                <p:cNvPr id="191" name="Rectangle 85"/>
                <p:cNvSpPr/>
                <p:nvPr/>
              </p:nvSpPr>
              <p:spPr>
                <a:xfrm>
                  <a:off x="546100" y="3860800"/>
                  <a:ext cx="9144000" cy="203200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92" name="TextBox 191"/>
                <p:cNvSpPr txBox="1"/>
                <p:nvPr/>
              </p:nvSpPr>
              <p:spPr>
                <a:xfrm>
                  <a:off x="4206859" y="3879850"/>
                  <a:ext cx="7302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 dirty="0">
                      <a:solidFill>
                        <a:srgbClr val="AAAAAA"/>
                      </a:solidFill>
                      <a:latin typeface="+mn-ea"/>
                    </a:rPr>
                    <a:t>···  </a:t>
                  </a:r>
                  <a:r>
                    <a:rPr sz="900" dirty="0" err="1">
                      <a:solidFill>
                        <a:srgbClr val="AAAAAA"/>
                      </a:solidFill>
                      <a:latin typeface="+mn-ea"/>
                    </a:rPr>
                    <a:t>중략</a:t>
                  </a:r>
                  <a:r>
                    <a:rPr sz="900" dirty="0">
                      <a:solidFill>
                        <a:srgbClr val="AAAAAA"/>
                      </a:solidFill>
                      <a:latin typeface="+mn-ea"/>
                    </a:rPr>
                    <a:t>  ···</a:t>
                  </a:r>
                </a:p>
              </p:txBody>
            </p:sp>
          </p:grpSp>
        </p:grp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58A33360-D694-FEFF-3F6F-AAE5E3888D83}"/>
                </a:ext>
              </a:extLst>
            </p:cNvPr>
            <p:cNvGrpSpPr/>
            <p:nvPr/>
          </p:nvGrpSpPr>
          <p:grpSpPr>
            <a:xfrm>
              <a:off x="-6824" y="632623"/>
              <a:ext cx="9676263" cy="271851"/>
              <a:chOff x="0" y="-513789"/>
              <a:chExt cx="9630880" cy="271851"/>
            </a:xfrm>
          </p:grpSpPr>
          <p:sp>
            <p:nvSpPr>
              <p:cNvPr id="249" name="Rectangle 18">
                <a:extLst>
                  <a:ext uri="{FF2B5EF4-FFF2-40B4-BE49-F238E27FC236}">
                    <a16:creationId xmlns:a16="http://schemas.microsoft.com/office/drawing/2014/main" id="{DBB92AC1-36A3-60FD-A931-5ACF2BD58B5A}"/>
                  </a:ext>
                </a:extLst>
              </p:cNvPr>
              <p:cNvSpPr/>
              <p:nvPr/>
            </p:nvSpPr>
            <p:spPr>
              <a:xfrm>
                <a:off x="0" y="-513789"/>
                <a:ext cx="9630880" cy="250311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68" name="그룹 67"/>
              <p:cNvGrpSpPr/>
              <p:nvPr/>
            </p:nvGrpSpPr>
            <p:grpSpPr>
              <a:xfrm>
                <a:off x="0" y="-513789"/>
                <a:ext cx="9535519" cy="271851"/>
                <a:chOff x="660400" y="632081"/>
                <a:chExt cx="8991600" cy="271851"/>
              </a:xfrm>
            </p:grpSpPr>
            <p:sp>
              <p:nvSpPr>
                <p:cNvPr id="70" name="TextBox 69"/>
                <p:cNvSpPr txBox="1"/>
                <p:nvPr/>
              </p:nvSpPr>
              <p:spPr>
                <a:xfrm>
                  <a:off x="660400" y="632081"/>
                  <a:ext cx="69108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1000" dirty="0" err="1">
                      <a:solidFill>
                        <a:srgbClr val="FFFFFF"/>
                      </a:solidFill>
                      <a:latin typeface="+mn-ea"/>
                    </a:rPr>
                    <a:t>자료</a:t>
                  </a:r>
                  <a:r>
                    <a:rPr sz="1000" dirty="0">
                      <a:solidFill>
                        <a:srgbClr val="FFFFFF"/>
                      </a:solidFill>
                      <a:latin typeface="+mn-ea"/>
                    </a:rPr>
                    <a:t> </a:t>
                  </a:r>
                  <a:r>
                    <a:rPr sz="1000" dirty="0" err="1">
                      <a:solidFill>
                        <a:srgbClr val="FFFFFF"/>
                      </a:solidFill>
                      <a:latin typeface="+mn-ea"/>
                    </a:rPr>
                    <a:t>제출</a:t>
                  </a:r>
                  <a:endParaRPr sz="10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8625344" y="673100"/>
                  <a:ext cx="102665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sz="900">
                      <a:solidFill>
                        <a:srgbClr val="FFCCCC"/>
                      </a:solidFill>
                      <a:latin typeface="+mn-ea"/>
                    </a:rPr>
                    <a:t>＊ 필수 입력 항목</a:t>
                  </a:r>
                </a:p>
              </p:txBody>
            </p:sp>
          </p:grpSp>
        </p:grpSp>
      </p:grpSp>
      <p:grpSp>
        <p:nvGrpSpPr>
          <p:cNvPr id="227" name="그룹 226"/>
          <p:cNvGrpSpPr/>
          <p:nvPr/>
        </p:nvGrpSpPr>
        <p:grpSpPr>
          <a:xfrm>
            <a:off x="755233" y="741597"/>
            <a:ext cx="216000" cy="216000"/>
            <a:chOff x="3966029" y="6357600"/>
            <a:chExt cx="216000" cy="216000"/>
          </a:xfrm>
        </p:grpSpPr>
        <p:sp>
          <p:nvSpPr>
            <p:cNvPr id="228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7646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8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79000" y="654812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페이지 정보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15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79000" y="2331212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60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53642" y="1848280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C00000"/>
                </a:solidFill>
                <a:latin typeface="+mn-ea"/>
              </a:rPr>
              <a:t>④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16409" y="361950"/>
            <a:ext cx="12144634" cy="265271"/>
            <a:chOff x="660400" y="361950"/>
            <a:chExt cx="11493500" cy="265271"/>
          </a:xfrm>
        </p:grpSpPr>
        <p:sp>
          <p:nvSpPr>
            <p:cNvPr id="76" name="TextBox 75"/>
            <p:cNvSpPr txBox="1"/>
            <p:nvPr/>
          </p:nvSpPr>
          <p:spPr>
            <a:xfrm>
              <a:off x="660400" y="361950"/>
              <a:ext cx="239725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자료요청  &gt;  취합 현황 대시보드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73207" y="381000"/>
              <a:ext cx="248069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자료요청  &gt;  취합현황 대시보드</a:t>
              </a: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-3177" y="646271"/>
            <a:ext cx="9682958" cy="4377660"/>
            <a:chOff x="-19565" y="614522"/>
            <a:chExt cx="9684010" cy="4394732"/>
          </a:xfrm>
        </p:grpSpPr>
        <p:sp>
          <p:nvSpPr>
            <p:cNvPr id="79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-18771" y="614522"/>
              <a:ext cx="9631926" cy="254808"/>
              <a:chOff x="544502" y="637301"/>
              <a:chExt cx="9085403" cy="254808"/>
            </a:xfrm>
          </p:grpSpPr>
          <p:sp>
            <p:nvSpPr>
              <p:cNvPr id="83" name="Rectangle 18"/>
              <p:cNvSpPr/>
              <p:nvPr/>
            </p:nvSpPr>
            <p:spPr>
              <a:xfrm>
                <a:off x="544502" y="637301"/>
                <a:ext cx="9085403" cy="251287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660400" y="645698"/>
                <a:ext cx="1183858" cy="246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ko-KR" altLang="en-US" sz="1000" dirty="0">
                    <a:solidFill>
                      <a:srgbClr val="FFFFFF"/>
                    </a:solidFill>
                    <a:latin typeface="+mn-ea"/>
                  </a:rPr>
                  <a:t>취합현황 대시보드</a:t>
                </a:r>
                <a:endParaRPr sz="1000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166" name="TextBox 165"/>
          <p:cNvSpPr txBox="1"/>
          <p:nvPr/>
        </p:nvSpPr>
        <p:spPr>
          <a:xfrm>
            <a:off x="10039218" y="6642100"/>
            <a:ext cx="2114682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SCR-NEW-901  |  자료요청 대시보드</a:t>
            </a:r>
          </a:p>
        </p:txBody>
      </p:sp>
      <p:grpSp>
        <p:nvGrpSpPr>
          <p:cNvPr id="181" name="그룹 180"/>
          <p:cNvGrpSpPr/>
          <p:nvPr/>
        </p:nvGrpSpPr>
        <p:grpSpPr>
          <a:xfrm>
            <a:off x="9779000" y="1092200"/>
            <a:ext cx="2324100" cy="2148532"/>
            <a:chOff x="9779000" y="1092200"/>
            <a:chExt cx="2324100" cy="2148532"/>
          </a:xfrm>
        </p:grpSpPr>
        <p:sp>
          <p:nvSpPr>
            <p:cNvPr id="182" name="TextBox 181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9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779000" y="1435100"/>
              <a:ext cx="23241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취합 현황 대시 보드 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관리자(과) / 기관 관리자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&gt; 취합 현황 대시보드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9779000" y="2552700"/>
              <a:ext cx="133562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KPI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카드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4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종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9779000" y="2705100"/>
              <a:ext cx="11817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표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리스트 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목록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9779000" y="2857500"/>
              <a:ext cx="14558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상태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badge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진행상황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9779000" y="3009900"/>
              <a:ext cx="17700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등록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검색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197" name="그룹 196"/>
          <p:cNvGrpSpPr/>
          <p:nvPr/>
        </p:nvGrpSpPr>
        <p:grpSpPr>
          <a:xfrm>
            <a:off x="19860" y="953976"/>
            <a:ext cx="9605252" cy="3564796"/>
            <a:chOff x="216000" y="756000"/>
            <a:chExt cx="11736000" cy="3679799"/>
          </a:xfrm>
        </p:grpSpPr>
        <p:sp>
          <p:nvSpPr>
            <p:cNvPr id="198" name="Rounded Rectangle 21"/>
            <p:cNvSpPr/>
            <p:nvPr/>
          </p:nvSpPr>
          <p:spPr>
            <a:xfrm>
              <a:off x="21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9" name="Rectangle 22"/>
            <p:cNvSpPr/>
            <p:nvPr/>
          </p:nvSpPr>
          <p:spPr>
            <a:xfrm>
              <a:off x="216000" y="756000"/>
              <a:ext cx="2826000" cy="576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360000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진행 중 자료요청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360000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2E4470"/>
                  </a:solidFill>
                  <a:latin typeface="+mn-ea"/>
                </a:rPr>
                <a:t>8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건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404000" y="1422000"/>
              <a:ext cx="1494000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이번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주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신규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3건</a:t>
              </a:r>
            </a:p>
          </p:txBody>
        </p:sp>
        <p:sp>
          <p:nvSpPr>
            <p:cNvPr id="203" name="Rounded Rectangle 26"/>
            <p:cNvSpPr/>
            <p:nvPr/>
          </p:nvSpPr>
          <p:spPr>
            <a:xfrm>
              <a:off x="318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4" name="Rectangle 27"/>
            <p:cNvSpPr/>
            <p:nvPr/>
          </p:nvSpPr>
          <p:spPr>
            <a:xfrm>
              <a:off x="3186000" y="756000"/>
              <a:ext cx="2826000" cy="576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3330000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금일 마감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3330000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C62828"/>
                  </a:solidFill>
                  <a:latin typeface="+mn-ea"/>
                </a:rPr>
                <a:t>2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4392001" y="1422000"/>
              <a:ext cx="1475999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제출률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점검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필요</a:t>
              </a:r>
              <a:endParaRPr sz="1000" dirty="0">
                <a:solidFill>
                  <a:srgbClr val="8B95A1"/>
                </a:solidFill>
                <a:latin typeface="+mn-ea"/>
              </a:endParaRPr>
            </a:p>
          </p:txBody>
        </p:sp>
        <p:sp>
          <p:nvSpPr>
            <p:cNvPr id="208" name="Rounded Rectangle 31"/>
            <p:cNvSpPr/>
            <p:nvPr/>
          </p:nvSpPr>
          <p:spPr>
            <a:xfrm>
              <a:off x="615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9" name="Rectangle 32"/>
            <p:cNvSpPr/>
            <p:nvPr/>
          </p:nvSpPr>
          <p:spPr>
            <a:xfrm>
              <a:off x="6156000" y="756000"/>
              <a:ext cx="2826000" cy="57600"/>
            </a:xfrm>
            <a:prstGeom prst="rect">
              <a:avLst/>
            </a:prstGeom>
            <a:solidFill>
              <a:srgbClr val="E882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6299999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마감 임박 (D-3 이내)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6299999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E8821C"/>
                  </a:solidFill>
                  <a:latin typeface="+mn-ea"/>
                </a:rPr>
                <a:t>3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건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7118307" y="1422000"/>
              <a:ext cx="1719692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미제출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기관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독촉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권장</a:t>
              </a:r>
              <a:endParaRPr sz="1000" dirty="0">
                <a:solidFill>
                  <a:srgbClr val="8B95A1"/>
                </a:solidFill>
                <a:latin typeface="+mn-ea"/>
              </a:endParaRPr>
            </a:p>
          </p:txBody>
        </p:sp>
        <p:sp>
          <p:nvSpPr>
            <p:cNvPr id="213" name="Rounded Rectangle 36"/>
            <p:cNvSpPr/>
            <p:nvPr/>
          </p:nvSpPr>
          <p:spPr>
            <a:xfrm>
              <a:off x="912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4" name="Rectangle 37"/>
            <p:cNvSpPr/>
            <p:nvPr/>
          </p:nvSpPr>
          <p:spPr>
            <a:xfrm>
              <a:off x="9126000" y="756000"/>
              <a:ext cx="2826000" cy="576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9270000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평균 제출률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9270000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2E7D32"/>
                  </a:solidFill>
                  <a:latin typeface="+mn-ea"/>
                </a:rPr>
                <a:t>78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%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10368001" y="1422000"/>
              <a:ext cx="1439999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전주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대비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+6%p</a:t>
              </a:r>
            </a:p>
          </p:txBody>
        </p:sp>
        <p:sp>
          <p:nvSpPr>
            <p:cNvPr id="218" name="Rectangle 41"/>
            <p:cNvSpPr/>
            <p:nvPr/>
          </p:nvSpPr>
          <p:spPr>
            <a:xfrm>
              <a:off x="216000" y="1782000"/>
              <a:ext cx="11736000" cy="288000"/>
            </a:xfrm>
            <a:prstGeom prst="rect">
              <a:avLst/>
            </a:prstGeom>
            <a:solidFill>
              <a:srgbClr val="F7F8FA"/>
            </a:solidFill>
            <a:ln w="9525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9" name="Rectangle 42"/>
            <p:cNvSpPr/>
            <p:nvPr/>
          </p:nvSpPr>
          <p:spPr>
            <a:xfrm>
              <a:off x="306000" y="1839600"/>
              <a:ext cx="1296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395999" y="1838632"/>
              <a:ext cx="1087448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상태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: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진행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중</a:t>
              </a: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1404000" y="1846575"/>
              <a:ext cx="144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222" name="Rectangle 45"/>
            <p:cNvSpPr/>
            <p:nvPr/>
          </p:nvSpPr>
          <p:spPr>
            <a:xfrm>
              <a:off x="1692000" y="1839600"/>
              <a:ext cx="1512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782000" y="1838632"/>
              <a:ext cx="1206000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마감일: 이번 달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3006000" y="1846575"/>
              <a:ext cx="144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225" name="Rectangle 48"/>
            <p:cNvSpPr/>
            <p:nvPr/>
          </p:nvSpPr>
          <p:spPr>
            <a:xfrm>
              <a:off x="3294000" y="1839600"/>
              <a:ext cx="1152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3383999" y="1838632"/>
              <a:ext cx="954001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요청자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전체</a:t>
              </a:r>
              <a:endParaRPr sz="11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248000" y="1846575"/>
              <a:ext cx="144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228" name="Rectangle 51"/>
            <p:cNvSpPr/>
            <p:nvPr/>
          </p:nvSpPr>
          <p:spPr>
            <a:xfrm>
              <a:off x="4536000" y="1839600"/>
              <a:ext cx="2160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4626000" y="1838632"/>
              <a:ext cx="1980000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A6AEB8"/>
                  </a:solidFill>
                  <a:latin typeface="+mn-ea"/>
                </a:rPr>
                <a:t>제목 검색</a:t>
              </a:r>
            </a:p>
          </p:txBody>
        </p:sp>
        <p:sp>
          <p:nvSpPr>
            <p:cNvPr id="230" name="Rectangle 53"/>
            <p:cNvSpPr/>
            <p:nvPr/>
          </p:nvSpPr>
          <p:spPr>
            <a:xfrm>
              <a:off x="6804000" y="1832400"/>
              <a:ext cx="1159496" cy="198948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6631494" y="1833218"/>
              <a:ext cx="1310190" cy="19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dirty="0">
                  <a:solidFill>
                    <a:srgbClr val="FFFFFF"/>
                  </a:solidFill>
                  <a:latin typeface="+mn-ea"/>
                </a:rPr>
                <a:t>🔍 </a:t>
              </a:r>
              <a:r>
                <a:rPr lang="en-US"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검색</a:t>
              </a:r>
              <a:endParaRPr sz="12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2" name="Rectangle 55"/>
            <p:cNvSpPr/>
            <p:nvPr/>
          </p:nvSpPr>
          <p:spPr>
            <a:xfrm>
              <a:off x="10872000" y="1832400"/>
              <a:ext cx="1007999" cy="187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10872000" y="1854516"/>
              <a:ext cx="1007999" cy="1429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+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등록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4" name="Rectangle 57"/>
            <p:cNvSpPr/>
            <p:nvPr/>
          </p:nvSpPr>
          <p:spPr>
            <a:xfrm>
              <a:off x="216000" y="2178000"/>
              <a:ext cx="11736000" cy="22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306000" y="2206203"/>
              <a:ext cx="3456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FFFFFF"/>
                  </a:solidFill>
                  <a:latin typeface="+mn-ea"/>
                </a:rPr>
                <a:t>제목</a:t>
              </a: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671999" y="2206203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요청자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679999" y="2206203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대상 기관</a:t>
              </a: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5976000" y="2206203"/>
              <a:ext cx="2592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제출 현황</a:t>
              </a: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8568000" y="2206203"/>
              <a:ext cx="936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상태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9504000" y="2206203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마감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10368001" y="2098977"/>
              <a:ext cx="864000" cy="3812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2" name="Rectangle 65"/>
            <p:cNvSpPr/>
            <p:nvPr/>
          </p:nvSpPr>
          <p:spPr>
            <a:xfrm>
              <a:off x="216000" y="2401200"/>
              <a:ext cx="11736000" cy="295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306000" y="24654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(~6.11.목) 중앙부처 디지털소통 인력 현황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671999" y="24654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홍○지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4679999" y="24654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전기관 (52)</a:t>
              </a:r>
            </a:p>
          </p:txBody>
        </p:sp>
        <p:sp>
          <p:nvSpPr>
            <p:cNvPr id="246" name="Rounded Rectangle 69"/>
            <p:cNvSpPr/>
            <p:nvPr/>
          </p:nvSpPr>
          <p:spPr>
            <a:xfrm>
              <a:off x="6066000" y="24732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7" name="Rounded Rectangle 70"/>
            <p:cNvSpPr/>
            <p:nvPr/>
          </p:nvSpPr>
          <p:spPr>
            <a:xfrm>
              <a:off x="6066000" y="2473200"/>
              <a:ext cx="1052307" cy="151200"/>
            </a:xfrm>
            <a:prstGeom prst="roundRect">
              <a:avLst>
                <a:gd name="adj" fmla="val 50000"/>
              </a:avLst>
            </a:prstGeom>
            <a:solidFill>
              <a:srgbClr val="E882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7596000" y="24693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38/52 (73%)</a:t>
              </a:r>
            </a:p>
          </p:txBody>
        </p:sp>
        <p:sp>
          <p:nvSpPr>
            <p:cNvPr id="249" name="Rounded Rectangle 72"/>
            <p:cNvSpPr/>
            <p:nvPr/>
          </p:nvSpPr>
          <p:spPr>
            <a:xfrm>
              <a:off x="8766000" y="24588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8766000" y="2469374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9504000" y="24654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E8821C"/>
                  </a:solidFill>
                  <a:latin typeface="+mn-ea"/>
                </a:rPr>
                <a:t>D-2</a:t>
              </a:r>
            </a:p>
          </p:txBody>
        </p:sp>
        <p:sp>
          <p:nvSpPr>
            <p:cNvPr id="252" name="Rectangle 75"/>
            <p:cNvSpPr/>
            <p:nvPr/>
          </p:nvSpPr>
          <p:spPr>
            <a:xfrm>
              <a:off x="10476000" y="24588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10476000" y="2437603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254" name="Rectangle 77"/>
            <p:cNvSpPr/>
            <p:nvPr/>
          </p:nvSpPr>
          <p:spPr>
            <a:xfrm>
              <a:off x="216000" y="2696400"/>
              <a:ext cx="11736000" cy="295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306000" y="2760603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(~6.10.화) SNS 운영 현황 점검</a:t>
              </a:r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3671999" y="2760603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박○민</a:t>
              </a: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4679999" y="2760603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전기관 (52)</a:t>
              </a:r>
            </a:p>
          </p:txBody>
        </p:sp>
        <p:sp>
          <p:nvSpPr>
            <p:cNvPr id="258" name="Rounded Rectangle 81"/>
            <p:cNvSpPr/>
            <p:nvPr/>
          </p:nvSpPr>
          <p:spPr>
            <a:xfrm>
              <a:off x="6066000" y="27684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9" name="Rounded Rectangle 82"/>
            <p:cNvSpPr/>
            <p:nvPr/>
          </p:nvSpPr>
          <p:spPr>
            <a:xfrm>
              <a:off x="6066000" y="2768400"/>
              <a:ext cx="1384615" cy="1512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7596000" y="27645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50/52 (96%)</a:t>
              </a:r>
            </a:p>
          </p:txBody>
        </p:sp>
        <p:sp>
          <p:nvSpPr>
            <p:cNvPr id="261" name="Rounded Rectangle 84"/>
            <p:cNvSpPr/>
            <p:nvPr/>
          </p:nvSpPr>
          <p:spPr>
            <a:xfrm>
              <a:off x="8712000" y="27540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FC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8712000" y="2764574"/>
              <a:ext cx="647999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E8821C"/>
                  </a:solidFill>
                  <a:latin typeface="+mn-ea"/>
                </a:rPr>
                <a:t>마감임박</a:t>
              </a: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9504000" y="2760603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C62828"/>
                  </a:solidFill>
                  <a:latin typeface="+mn-ea"/>
                </a:rPr>
                <a:t>D-1</a:t>
              </a:r>
            </a:p>
          </p:txBody>
        </p:sp>
        <p:sp>
          <p:nvSpPr>
            <p:cNvPr id="264" name="Rectangle 87"/>
            <p:cNvSpPr/>
            <p:nvPr/>
          </p:nvSpPr>
          <p:spPr>
            <a:xfrm>
              <a:off x="10476000" y="27540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476000" y="2732803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266" name="Rectangle 89"/>
            <p:cNvSpPr/>
            <p:nvPr/>
          </p:nvSpPr>
          <p:spPr>
            <a:xfrm>
              <a:off x="216000" y="2991600"/>
              <a:ext cx="11736000" cy="295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306000" y="30558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(~6.13.토) 우수사례 후보 추천</a:t>
              </a: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3671999" y="30558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이○사</a:t>
              </a: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4679999" y="30558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장관급 (18)</a:t>
              </a:r>
            </a:p>
          </p:txBody>
        </p:sp>
        <p:sp>
          <p:nvSpPr>
            <p:cNvPr id="270" name="Rounded Rectangle 93"/>
            <p:cNvSpPr/>
            <p:nvPr/>
          </p:nvSpPr>
          <p:spPr>
            <a:xfrm>
              <a:off x="6066000" y="30636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1" name="Rounded Rectangle 94"/>
            <p:cNvSpPr/>
            <p:nvPr/>
          </p:nvSpPr>
          <p:spPr>
            <a:xfrm>
              <a:off x="6066000" y="3063600"/>
              <a:ext cx="560000" cy="1512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7596000" y="3059772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7/18 (39%)</a:t>
              </a:r>
            </a:p>
          </p:txBody>
        </p:sp>
        <p:sp>
          <p:nvSpPr>
            <p:cNvPr id="273" name="Rounded Rectangle 96"/>
            <p:cNvSpPr/>
            <p:nvPr/>
          </p:nvSpPr>
          <p:spPr>
            <a:xfrm>
              <a:off x="8766000" y="30492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8766000" y="3059775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9504000" y="30558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E8821C"/>
                  </a:solidFill>
                  <a:latin typeface="+mn-ea"/>
                </a:rPr>
                <a:t>D-3</a:t>
              </a:r>
            </a:p>
          </p:txBody>
        </p:sp>
        <p:sp>
          <p:nvSpPr>
            <p:cNvPr id="276" name="Rectangle 99"/>
            <p:cNvSpPr/>
            <p:nvPr/>
          </p:nvSpPr>
          <p:spPr>
            <a:xfrm>
              <a:off x="10476000" y="30492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10476000" y="3028004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243241"/>
                  </a:solidFill>
                  <a:latin typeface="+mn-ea"/>
                </a:rPr>
                <a:t>상세 ▸</a:t>
              </a:r>
            </a:p>
          </p:txBody>
        </p:sp>
        <p:sp>
          <p:nvSpPr>
            <p:cNvPr id="278" name="Rectangle 101"/>
            <p:cNvSpPr/>
            <p:nvPr/>
          </p:nvSpPr>
          <p:spPr>
            <a:xfrm>
              <a:off x="216000" y="3286800"/>
              <a:ext cx="11736000" cy="295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306000" y="33510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(~6.15.월) 뉴스레터 구독 현황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671999" y="33510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최○윤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4679999" y="33510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차관급 (20)</a:t>
              </a:r>
            </a:p>
          </p:txBody>
        </p:sp>
        <p:sp>
          <p:nvSpPr>
            <p:cNvPr id="282" name="Rounded Rectangle 105"/>
            <p:cNvSpPr/>
            <p:nvPr/>
          </p:nvSpPr>
          <p:spPr>
            <a:xfrm>
              <a:off x="6066000" y="33588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3" name="Rounded Rectangle 106"/>
            <p:cNvSpPr/>
            <p:nvPr/>
          </p:nvSpPr>
          <p:spPr>
            <a:xfrm>
              <a:off x="6066000" y="3358800"/>
              <a:ext cx="216000" cy="1512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7596000" y="33549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3/20 (15%)</a:t>
              </a:r>
            </a:p>
          </p:txBody>
        </p:sp>
        <p:sp>
          <p:nvSpPr>
            <p:cNvPr id="285" name="Rounded Rectangle 108"/>
            <p:cNvSpPr/>
            <p:nvPr/>
          </p:nvSpPr>
          <p:spPr>
            <a:xfrm>
              <a:off x="8766000" y="33444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8766000" y="3354974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9504000" y="33510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D-4</a:t>
              </a:r>
            </a:p>
          </p:txBody>
        </p:sp>
        <p:sp>
          <p:nvSpPr>
            <p:cNvPr id="288" name="Rectangle 111"/>
            <p:cNvSpPr/>
            <p:nvPr/>
          </p:nvSpPr>
          <p:spPr>
            <a:xfrm>
              <a:off x="10476000" y="33444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10475999" y="3323204"/>
              <a:ext cx="937484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290" name="Rectangle 113"/>
            <p:cNvSpPr/>
            <p:nvPr/>
          </p:nvSpPr>
          <p:spPr>
            <a:xfrm>
              <a:off x="216000" y="3582000"/>
              <a:ext cx="11736000" cy="295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306000" y="3646203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(~6.09.월) 6월 정책광고 집행 실적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671999" y="3646203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김○주</a:t>
              </a: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4679999" y="3646203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개별 (15)</a:t>
              </a:r>
            </a:p>
          </p:txBody>
        </p:sp>
        <p:sp>
          <p:nvSpPr>
            <p:cNvPr id="294" name="Rounded Rectangle 117"/>
            <p:cNvSpPr/>
            <p:nvPr/>
          </p:nvSpPr>
          <p:spPr>
            <a:xfrm>
              <a:off x="6066000" y="36540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5" name="Rounded Rectangle 118"/>
            <p:cNvSpPr/>
            <p:nvPr/>
          </p:nvSpPr>
          <p:spPr>
            <a:xfrm>
              <a:off x="6066000" y="36540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7596000" y="36501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15/15 (100%)</a:t>
              </a:r>
            </a:p>
          </p:txBody>
        </p:sp>
        <p:sp>
          <p:nvSpPr>
            <p:cNvPr id="297" name="Rounded Rectangle 120"/>
            <p:cNvSpPr/>
            <p:nvPr/>
          </p:nvSpPr>
          <p:spPr>
            <a:xfrm>
              <a:off x="8712000" y="36396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8712000" y="3650174"/>
              <a:ext cx="647999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마감완료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9504000" y="3646203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완료</a:t>
              </a:r>
            </a:p>
          </p:txBody>
        </p:sp>
        <p:sp>
          <p:nvSpPr>
            <p:cNvPr id="300" name="Rectangle 123"/>
            <p:cNvSpPr/>
            <p:nvPr/>
          </p:nvSpPr>
          <p:spPr>
            <a:xfrm>
              <a:off x="10476000" y="36396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0476000" y="3618403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302" name="Rectangle 125"/>
            <p:cNvSpPr/>
            <p:nvPr/>
          </p:nvSpPr>
          <p:spPr>
            <a:xfrm>
              <a:off x="216000" y="3877200"/>
              <a:ext cx="11736000" cy="295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306000" y="39414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(~6.16.화) 홍보물 제작 수요 조사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3671999" y="39414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정○현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4679999" y="39414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전기관 (52)</a:t>
              </a:r>
            </a:p>
          </p:txBody>
        </p:sp>
        <p:sp>
          <p:nvSpPr>
            <p:cNvPr id="306" name="Rounded Rectangle 129"/>
            <p:cNvSpPr/>
            <p:nvPr/>
          </p:nvSpPr>
          <p:spPr>
            <a:xfrm>
              <a:off x="6066000" y="39492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7" name="Rounded Rectangle 130"/>
            <p:cNvSpPr/>
            <p:nvPr/>
          </p:nvSpPr>
          <p:spPr>
            <a:xfrm>
              <a:off x="6066000" y="3949200"/>
              <a:ext cx="581538" cy="1512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7596000" y="3945374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21/52 (40%)</a:t>
              </a:r>
            </a:p>
          </p:txBody>
        </p:sp>
        <p:sp>
          <p:nvSpPr>
            <p:cNvPr id="309" name="Rounded Rectangle 132"/>
            <p:cNvSpPr/>
            <p:nvPr/>
          </p:nvSpPr>
          <p:spPr>
            <a:xfrm>
              <a:off x="8766000" y="39348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8766000" y="3945375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9504000" y="39414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D-5</a:t>
              </a:r>
            </a:p>
          </p:txBody>
        </p:sp>
        <p:sp>
          <p:nvSpPr>
            <p:cNvPr id="312" name="Rectangle 135"/>
            <p:cNvSpPr/>
            <p:nvPr/>
          </p:nvSpPr>
          <p:spPr>
            <a:xfrm>
              <a:off x="10476000" y="39348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10475999" y="3913603"/>
              <a:ext cx="937486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216000" y="4269003"/>
              <a:ext cx="7200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팁: </a:t>
              </a:r>
              <a:r>
                <a:rPr sz="1050">
                  <a:solidFill>
                    <a:srgbClr val="8B95A1"/>
                  </a:solidFill>
                  <a:latin typeface="+mn-ea"/>
                </a:rPr>
                <a:t>행을 클릭하면 기관별 제출 매트릭스로 이동 · 미제출 기관 일괄 독촉 가능</a:t>
              </a:r>
            </a:p>
          </p:txBody>
        </p:sp>
      </p:grpSp>
      <p:sp>
        <p:nvSpPr>
          <p:cNvPr id="319" name="모서리가 둥근 직사각형 318"/>
          <p:cNvSpPr/>
          <p:nvPr/>
        </p:nvSpPr>
        <p:spPr>
          <a:xfrm>
            <a:off x="6943545" y="2517198"/>
            <a:ext cx="1229993" cy="169758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320" name="모서리가 둥근 직사각형 319"/>
          <p:cNvSpPr/>
          <p:nvPr/>
        </p:nvSpPr>
        <p:spPr>
          <a:xfrm>
            <a:off x="4683115" y="2567509"/>
            <a:ext cx="2124735" cy="169758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22" name="그룹 321"/>
          <p:cNvGrpSpPr/>
          <p:nvPr/>
        </p:nvGrpSpPr>
        <p:grpSpPr>
          <a:xfrm>
            <a:off x="4654096" y="2364801"/>
            <a:ext cx="216000" cy="216000"/>
            <a:chOff x="3966029" y="6357600"/>
            <a:chExt cx="216000" cy="216000"/>
          </a:xfrm>
        </p:grpSpPr>
        <p:sp>
          <p:nvSpPr>
            <p:cNvPr id="32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326" name="그룹 325"/>
          <p:cNvGrpSpPr/>
          <p:nvPr/>
        </p:nvGrpSpPr>
        <p:grpSpPr>
          <a:xfrm>
            <a:off x="6866221" y="2249325"/>
            <a:ext cx="216000" cy="216000"/>
            <a:chOff x="3966029" y="6357600"/>
            <a:chExt cx="216000" cy="216000"/>
          </a:xfrm>
        </p:grpSpPr>
        <p:sp>
          <p:nvSpPr>
            <p:cNvPr id="32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29" name="그룹 328"/>
          <p:cNvGrpSpPr/>
          <p:nvPr/>
        </p:nvGrpSpPr>
        <p:grpSpPr>
          <a:xfrm>
            <a:off x="2023963" y="726523"/>
            <a:ext cx="216000" cy="216000"/>
            <a:chOff x="3966029" y="6357600"/>
            <a:chExt cx="216000" cy="216000"/>
          </a:xfrm>
        </p:grpSpPr>
        <p:sp>
          <p:nvSpPr>
            <p:cNvPr id="33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32" name="모서리가 둥근 직사각형 331"/>
          <p:cNvSpPr/>
          <p:nvPr/>
        </p:nvSpPr>
        <p:spPr>
          <a:xfrm>
            <a:off x="8309233" y="2562320"/>
            <a:ext cx="707099" cy="271414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33" name="그룹 332"/>
          <p:cNvGrpSpPr/>
          <p:nvPr/>
        </p:nvGrpSpPr>
        <p:grpSpPr>
          <a:xfrm>
            <a:off x="8386840" y="2302673"/>
            <a:ext cx="216000" cy="216000"/>
            <a:chOff x="3966029" y="6357600"/>
            <a:chExt cx="216000" cy="216000"/>
          </a:xfrm>
        </p:grpSpPr>
        <p:sp>
          <p:nvSpPr>
            <p:cNvPr id="33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73" name="Rectangle 372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0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DAD8655-C99F-A957-226F-7006E4F9D75D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4B5600-0B85-88A1-0701-0A93D96DA56C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B43D13C-E512-CA37-A4F6-27D859D26CE5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988C717-1287-8B80-86E5-CBB5F52A4895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E9E25E4-6685-0C59-7780-B42C53A7370E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C0E0A70-C992-452E-1B91-2AFE01C5E277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5670E9D-A08C-F035-BF11-2CDFB37B7F70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C1E0809-64B0-B2A0-AEBA-C2B5A10DA296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6251C0-CC9F-E209-36A0-61EE29800536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3931FDE-6301-6B2C-478F-E5EF4339DE5A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581C7FA-E73E-8944-909D-9CB8CA3E5620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41C714B5-8959-F73F-2D21-9569B502F83F}"/>
              </a:ext>
            </a:extLst>
          </p:cNvPr>
          <p:cNvGrpSpPr/>
          <p:nvPr/>
        </p:nvGrpSpPr>
        <p:grpSpPr>
          <a:xfrm>
            <a:off x="-37475" y="5022960"/>
            <a:ext cx="12220541" cy="1579670"/>
            <a:chOff x="-28541" y="7308909"/>
            <a:chExt cx="12220541" cy="1579670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1A521C6E-1B52-1AE3-E8CE-FC5ED40BFD49}"/>
                </a:ext>
              </a:extLst>
            </p:cNvPr>
            <p:cNvGrpSpPr/>
            <p:nvPr/>
          </p:nvGrpSpPr>
          <p:grpSpPr>
            <a:xfrm>
              <a:off x="-28541" y="7308909"/>
              <a:ext cx="12220541" cy="1579670"/>
              <a:chOff x="525572" y="5011630"/>
              <a:chExt cx="11666428" cy="1579670"/>
            </a:xfrm>
          </p:grpSpPr>
          <p:sp>
            <p:nvSpPr>
              <p:cNvPr id="93" name="Rectangle 215">
                <a:extLst>
                  <a:ext uri="{FF2B5EF4-FFF2-40B4-BE49-F238E27FC236}">
                    <a16:creationId xmlns:a16="http://schemas.microsoft.com/office/drawing/2014/main" id="{628451C6-88A8-43EE-6C17-3B279DBC90A6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4" name="Rectangle 216">
                <a:extLst>
                  <a:ext uri="{FF2B5EF4-FFF2-40B4-BE49-F238E27FC236}">
                    <a16:creationId xmlns:a16="http://schemas.microsoft.com/office/drawing/2014/main" id="{CBC0C3B0-AAEB-20B9-0078-9C770D382B13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719C720-044F-3009-42FD-C67531575192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96" name="Rectangle 218">
                <a:extLst>
                  <a:ext uri="{FF2B5EF4-FFF2-40B4-BE49-F238E27FC236}">
                    <a16:creationId xmlns:a16="http://schemas.microsoft.com/office/drawing/2014/main" id="{DEE99131-0665-674E-C309-A2935312D7DC}"/>
                  </a:ext>
                </a:extLst>
              </p:cNvPr>
              <p:cNvSpPr/>
              <p:nvPr/>
            </p:nvSpPr>
            <p:spPr>
              <a:xfrm>
                <a:off x="901700" y="5016499"/>
                <a:ext cx="4888750" cy="235101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E77C253-4923-E8FE-AF66-8BBC069D736B}"/>
                  </a:ext>
                </a:extLst>
              </p:cNvPr>
              <p:cNvSpPr txBox="1"/>
              <p:nvPr/>
            </p:nvSpPr>
            <p:spPr>
              <a:xfrm>
                <a:off x="3067351" y="5011630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98" name="Rectangle 220">
                <a:extLst>
                  <a:ext uri="{FF2B5EF4-FFF2-40B4-BE49-F238E27FC236}">
                    <a16:creationId xmlns:a16="http://schemas.microsoft.com/office/drawing/2014/main" id="{2C494DFB-C4CB-5B05-6792-B681A5EA5EA0}"/>
                  </a:ext>
                </a:extLst>
              </p:cNvPr>
              <p:cNvSpPr/>
              <p:nvPr/>
            </p:nvSpPr>
            <p:spPr>
              <a:xfrm>
                <a:off x="5797725" y="5016500"/>
                <a:ext cx="2025474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545E9A2-A5CE-E9D8-D41F-06004B537AC8}"/>
                  </a:ext>
                </a:extLst>
              </p:cNvPr>
              <p:cNvSpPr txBox="1"/>
              <p:nvPr/>
            </p:nvSpPr>
            <p:spPr>
              <a:xfrm>
                <a:off x="5993502" y="5015865"/>
                <a:ext cx="163739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이벤트</a:t>
                </a:r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타입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00" name="Rectangle 222">
                <a:extLst>
                  <a:ext uri="{FF2B5EF4-FFF2-40B4-BE49-F238E27FC236}">
                    <a16:creationId xmlns:a16="http://schemas.microsoft.com/office/drawing/2014/main" id="{47C6614B-EBDA-ADD1-21F3-C6D3ED3F1E90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AD9150F-8162-6181-0631-6A8AEE0228B9}"/>
                  </a:ext>
                </a:extLst>
              </p:cNvPr>
              <p:cNvSpPr txBox="1"/>
              <p:nvPr/>
            </p:nvSpPr>
            <p:spPr>
              <a:xfrm>
                <a:off x="9778665" y="501586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02" name="Rectangle 224">
                <a:extLst>
                  <a:ext uri="{FF2B5EF4-FFF2-40B4-BE49-F238E27FC236}">
                    <a16:creationId xmlns:a16="http://schemas.microsoft.com/office/drawing/2014/main" id="{A4910606-4B25-2A2A-E654-3C2AD608FA04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3" name="Rectangle 226">
                <a:extLst>
                  <a:ext uri="{FF2B5EF4-FFF2-40B4-BE49-F238E27FC236}">
                    <a16:creationId xmlns:a16="http://schemas.microsoft.com/office/drawing/2014/main" id="{FCD60343-8994-ED49-EB8F-78E45C3092F0}"/>
                  </a:ext>
                </a:extLst>
              </p:cNvPr>
              <p:cNvSpPr/>
              <p:nvPr/>
            </p:nvSpPr>
            <p:spPr>
              <a:xfrm>
                <a:off x="901700" y="52196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4" name="Rectangle 228">
                <a:extLst>
                  <a:ext uri="{FF2B5EF4-FFF2-40B4-BE49-F238E27FC236}">
                    <a16:creationId xmlns:a16="http://schemas.microsoft.com/office/drawing/2014/main" id="{61974867-B528-8112-A12F-A1DF460B57CD}"/>
                  </a:ext>
                </a:extLst>
              </p:cNvPr>
              <p:cNvSpPr/>
              <p:nvPr/>
            </p:nvSpPr>
            <p:spPr>
              <a:xfrm>
                <a:off x="5793481" y="52197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5" name="Rectangle 230">
                <a:extLst>
                  <a:ext uri="{FF2B5EF4-FFF2-40B4-BE49-F238E27FC236}">
                    <a16:creationId xmlns:a16="http://schemas.microsoft.com/office/drawing/2014/main" id="{1DCD5B89-2516-C265-BCF2-F4D6E278FB72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6" name="Rectangle 232">
                <a:extLst>
                  <a:ext uri="{FF2B5EF4-FFF2-40B4-BE49-F238E27FC236}">
                    <a16:creationId xmlns:a16="http://schemas.microsoft.com/office/drawing/2014/main" id="{5741E73F-4651-B7D0-CC12-510A783C945A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7" name="Rectangle 234">
                <a:extLst>
                  <a:ext uri="{FF2B5EF4-FFF2-40B4-BE49-F238E27FC236}">
                    <a16:creationId xmlns:a16="http://schemas.microsoft.com/office/drawing/2014/main" id="{8A2833E6-6D1C-E9E9-FD66-4B3DFF6B5464}"/>
                  </a:ext>
                </a:extLst>
              </p:cNvPr>
              <p:cNvSpPr/>
              <p:nvPr/>
            </p:nvSpPr>
            <p:spPr>
              <a:xfrm>
                <a:off x="901700" y="54228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8" name="Rectangle 236">
                <a:extLst>
                  <a:ext uri="{FF2B5EF4-FFF2-40B4-BE49-F238E27FC236}">
                    <a16:creationId xmlns:a16="http://schemas.microsoft.com/office/drawing/2014/main" id="{5771E476-44CE-DF02-279E-21E8A9E2F175}"/>
                  </a:ext>
                </a:extLst>
              </p:cNvPr>
              <p:cNvSpPr/>
              <p:nvPr/>
            </p:nvSpPr>
            <p:spPr>
              <a:xfrm>
                <a:off x="5793481" y="54229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9" name="Rectangle 238">
                <a:extLst>
                  <a:ext uri="{FF2B5EF4-FFF2-40B4-BE49-F238E27FC236}">
                    <a16:creationId xmlns:a16="http://schemas.microsoft.com/office/drawing/2014/main" id="{59B25945-6B1B-3787-A088-A335753123D9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0" name="Rectangle 240">
                <a:extLst>
                  <a:ext uri="{FF2B5EF4-FFF2-40B4-BE49-F238E27FC236}">
                    <a16:creationId xmlns:a16="http://schemas.microsoft.com/office/drawing/2014/main" id="{A16F6274-B6E9-52BA-46CB-18EE546520E9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1" name="Rectangle 242">
                <a:extLst>
                  <a:ext uri="{FF2B5EF4-FFF2-40B4-BE49-F238E27FC236}">
                    <a16:creationId xmlns:a16="http://schemas.microsoft.com/office/drawing/2014/main" id="{F4DBB959-01F6-2229-15B5-5A8DC0236443}"/>
                  </a:ext>
                </a:extLst>
              </p:cNvPr>
              <p:cNvSpPr/>
              <p:nvPr/>
            </p:nvSpPr>
            <p:spPr>
              <a:xfrm>
                <a:off x="901700" y="56260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2" name="Rectangle 244">
                <a:extLst>
                  <a:ext uri="{FF2B5EF4-FFF2-40B4-BE49-F238E27FC236}">
                    <a16:creationId xmlns:a16="http://schemas.microsoft.com/office/drawing/2014/main" id="{B50DD20C-2021-2F2F-78AD-1F945D79A879}"/>
                  </a:ext>
                </a:extLst>
              </p:cNvPr>
              <p:cNvSpPr/>
              <p:nvPr/>
            </p:nvSpPr>
            <p:spPr>
              <a:xfrm>
                <a:off x="5793481" y="56261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3" name="Rectangle 246">
                <a:extLst>
                  <a:ext uri="{FF2B5EF4-FFF2-40B4-BE49-F238E27FC236}">
                    <a16:creationId xmlns:a16="http://schemas.microsoft.com/office/drawing/2014/main" id="{42D727C7-5196-7929-38E3-60C5B6E2FEDB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4" name="Rectangle 248">
                <a:extLst>
                  <a:ext uri="{FF2B5EF4-FFF2-40B4-BE49-F238E27FC236}">
                    <a16:creationId xmlns:a16="http://schemas.microsoft.com/office/drawing/2014/main" id="{7727C3C4-2F03-4BA5-A76E-DAD7639DB42B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5" name="Rectangle 250">
                <a:extLst>
                  <a:ext uri="{FF2B5EF4-FFF2-40B4-BE49-F238E27FC236}">
                    <a16:creationId xmlns:a16="http://schemas.microsoft.com/office/drawing/2014/main" id="{E1CDB110-69A4-2BA8-FDB9-91956276CA94}"/>
                  </a:ext>
                </a:extLst>
              </p:cNvPr>
              <p:cNvSpPr/>
              <p:nvPr/>
            </p:nvSpPr>
            <p:spPr>
              <a:xfrm>
                <a:off x="901700" y="58292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6" name="Rectangle 252">
                <a:extLst>
                  <a:ext uri="{FF2B5EF4-FFF2-40B4-BE49-F238E27FC236}">
                    <a16:creationId xmlns:a16="http://schemas.microsoft.com/office/drawing/2014/main" id="{3A546FAF-9525-7BBE-6044-39B06D65B417}"/>
                  </a:ext>
                </a:extLst>
              </p:cNvPr>
              <p:cNvSpPr/>
              <p:nvPr/>
            </p:nvSpPr>
            <p:spPr>
              <a:xfrm>
                <a:off x="5793481" y="58293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7" name="Rectangle 254">
                <a:extLst>
                  <a:ext uri="{FF2B5EF4-FFF2-40B4-BE49-F238E27FC236}">
                    <a16:creationId xmlns:a16="http://schemas.microsoft.com/office/drawing/2014/main" id="{31C27914-29C4-8A1C-5C6F-BA19C8396A05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8" name="Rectangle 256">
                <a:extLst>
                  <a:ext uri="{FF2B5EF4-FFF2-40B4-BE49-F238E27FC236}">
                    <a16:creationId xmlns:a16="http://schemas.microsoft.com/office/drawing/2014/main" id="{999BC87B-6DAA-2DF8-D5BF-8E61610553E0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9" name="Rectangle 258">
                <a:extLst>
                  <a:ext uri="{FF2B5EF4-FFF2-40B4-BE49-F238E27FC236}">
                    <a16:creationId xmlns:a16="http://schemas.microsoft.com/office/drawing/2014/main" id="{DCA9F65F-C76A-F3EF-A291-24A45CC1B980}"/>
                  </a:ext>
                </a:extLst>
              </p:cNvPr>
              <p:cNvSpPr/>
              <p:nvPr/>
            </p:nvSpPr>
            <p:spPr>
              <a:xfrm>
                <a:off x="901700" y="60324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0" name="Rectangle 260">
                <a:extLst>
                  <a:ext uri="{FF2B5EF4-FFF2-40B4-BE49-F238E27FC236}">
                    <a16:creationId xmlns:a16="http://schemas.microsoft.com/office/drawing/2014/main" id="{74269AC4-8D7D-B488-425A-DB09F5102242}"/>
                  </a:ext>
                </a:extLst>
              </p:cNvPr>
              <p:cNvSpPr/>
              <p:nvPr/>
            </p:nvSpPr>
            <p:spPr>
              <a:xfrm>
                <a:off x="5793481" y="60325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1" name="Rectangle 262">
                <a:extLst>
                  <a:ext uri="{FF2B5EF4-FFF2-40B4-BE49-F238E27FC236}">
                    <a16:creationId xmlns:a16="http://schemas.microsoft.com/office/drawing/2014/main" id="{A1E62EF8-A5DB-9AE0-6430-387D2E07BD49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2" name="Rectangle 264">
                <a:extLst>
                  <a:ext uri="{FF2B5EF4-FFF2-40B4-BE49-F238E27FC236}">
                    <a16:creationId xmlns:a16="http://schemas.microsoft.com/office/drawing/2014/main" id="{925D3F01-B6CC-3969-782A-EEADEBEAA012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3" name="Rectangle 266">
                <a:extLst>
                  <a:ext uri="{FF2B5EF4-FFF2-40B4-BE49-F238E27FC236}">
                    <a16:creationId xmlns:a16="http://schemas.microsoft.com/office/drawing/2014/main" id="{285B0104-F424-1F11-DBEC-3926A2D8F7E3}"/>
                  </a:ext>
                </a:extLst>
              </p:cNvPr>
              <p:cNvSpPr/>
              <p:nvPr/>
            </p:nvSpPr>
            <p:spPr>
              <a:xfrm>
                <a:off x="901700" y="6235699"/>
                <a:ext cx="4888750" cy="207287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4" name="Rectangle 268">
                <a:extLst>
                  <a:ext uri="{FF2B5EF4-FFF2-40B4-BE49-F238E27FC236}">
                    <a16:creationId xmlns:a16="http://schemas.microsoft.com/office/drawing/2014/main" id="{68C57679-3837-500F-ED18-2A2DFD9FEE9A}"/>
                  </a:ext>
                </a:extLst>
              </p:cNvPr>
              <p:cNvSpPr/>
              <p:nvPr/>
            </p:nvSpPr>
            <p:spPr>
              <a:xfrm>
                <a:off x="5793481" y="62357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5" name="Rectangle 270">
                <a:extLst>
                  <a:ext uri="{FF2B5EF4-FFF2-40B4-BE49-F238E27FC236}">
                    <a16:creationId xmlns:a16="http://schemas.microsoft.com/office/drawing/2014/main" id="{705F0C44-6EF3-4092-5E51-D226E09E933B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F82B50C4-DE30-475E-1D9D-55A9F4D0D7D3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10220029" cy="1092209"/>
                <a:chOff x="635723" y="5227320"/>
                <a:chExt cx="10220029" cy="1092209"/>
              </a:xfrm>
            </p:grpSpPr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7A59CED-103F-FBBA-CB07-EDEA3ECA654D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78F8EC29-09F4-AADC-FBF2-DAE1F0E003C6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408931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진행 중 자료요청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금일 마감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 임박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(D-3)·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평균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제출률을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상단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KPI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카드로 요약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F6A435C8-2CF5-9776-CB85-21BB6A820785}"/>
                    </a:ext>
                  </a:extLst>
                </p:cNvPr>
                <p:cNvSpPr txBox="1"/>
                <p:nvPr/>
              </p:nvSpPr>
              <p:spPr>
                <a:xfrm>
                  <a:off x="5807092" y="5252480"/>
                  <a:ext cx="202420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조회 시 자동 집계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카드 클릭 시 필터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BC951B37-33CB-80B5-B786-9DE4D72A7F18}"/>
                    </a:ext>
                  </a:extLst>
                </p:cNvPr>
                <p:cNvSpPr txBox="1"/>
                <p:nvPr/>
              </p:nvSpPr>
              <p:spPr>
                <a:xfrm>
                  <a:off x="7842250" y="5252082"/>
                  <a:ext cx="280844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미제출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등 위험 지표는 색상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빨강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으로 강조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6B93256C-446D-284F-D213-E61BFE5FC971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274110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요청별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제출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대상 비율을 막대그래프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+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퍼센트로 표시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37EDEA93-6B6D-AE22-4C3A-C0B593762BF8}"/>
                    </a:ext>
                  </a:extLst>
                </p:cNvPr>
                <p:cNvSpPr txBox="1"/>
                <p:nvPr/>
              </p:nvSpPr>
              <p:spPr>
                <a:xfrm>
                  <a:off x="6224514" y="5454129"/>
                  <a:ext cx="118936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 전용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자동 계산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)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25850328-FB7E-414C-F4D2-699880A3F2F4}"/>
                    </a:ext>
                  </a:extLst>
                </p:cNvPr>
                <p:cNvSpPr txBox="1"/>
                <p:nvPr/>
              </p:nvSpPr>
              <p:spPr>
                <a:xfrm>
                  <a:off x="7842250" y="5455282"/>
                  <a:ext cx="301350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제출률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구간별 색상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— &lt;50%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빨강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·&lt;85%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·≥85%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초록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2EB7869-80DD-D9EE-8CAA-C1FFA2D92236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268448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진행중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마감임박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마감완료 상태 배지와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D-day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표기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C9536873-6948-5C31-C7EC-68F7B0E9CD73}"/>
                    </a:ext>
                  </a:extLst>
                </p:cNvPr>
                <p:cNvSpPr txBox="1"/>
                <p:nvPr/>
              </p:nvSpPr>
              <p:spPr>
                <a:xfrm>
                  <a:off x="6498441" y="5666422"/>
                  <a:ext cx="64151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 전용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5F000EF-4AA0-65F1-87E7-1A407B7192BF}"/>
                    </a:ext>
                  </a:extLst>
                </p:cNvPr>
                <p:cNvSpPr txBox="1"/>
                <p:nvPr/>
              </p:nvSpPr>
              <p:spPr>
                <a:xfrm>
                  <a:off x="7842250" y="5658482"/>
                  <a:ext cx="221161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마감임박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=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완료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=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초록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D-1·D-2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강조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04C87E14-E523-84DD-D8D8-30308D8DAE0B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327365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상세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 또는 행 클릭 시 해당 요청의 기관별 취합 상세로 이동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C5DAE622-AF42-DD3B-4BD2-586F715E107C}"/>
                    </a:ext>
                  </a:extLst>
                </p:cNvPr>
                <p:cNvSpPr txBox="1"/>
                <p:nvPr/>
              </p:nvSpPr>
              <p:spPr>
                <a:xfrm>
                  <a:off x="6086785" y="5866156"/>
                  <a:ext cx="14648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클릭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(click) →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페이지 이동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3DEE3F8F-20A4-7EDC-1C38-C78B64A65D2F}"/>
                    </a:ext>
                  </a:extLst>
                </p:cNvPr>
                <p:cNvSpPr txBox="1"/>
                <p:nvPr/>
              </p:nvSpPr>
              <p:spPr>
                <a:xfrm>
                  <a:off x="7842250" y="5861682"/>
                  <a:ext cx="256665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SCR-NEW-902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취합상세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이동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행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 동일 동작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1C476960-A0D0-850D-49DF-18E0A92E127F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33532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상태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마감일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요청자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검색어로 목록 필터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[+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자료요청 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3BC413D4-EB79-41D1-4F18-39E00DF467AC}"/>
                    </a:ext>
                  </a:extLst>
                </p:cNvPr>
                <p:cNvSpPr txBox="1"/>
                <p:nvPr/>
              </p:nvSpPr>
              <p:spPr>
                <a:xfrm>
                  <a:off x="5828047" y="6055506"/>
                  <a:ext cx="19822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선택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·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검색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버튼 클릭 → 페이지 이동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491C93C-8131-213F-FFB2-B8BEF54803F8}"/>
                    </a:ext>
                  </a:extLst>
                </p:cNvPr>
                <p:cNvSpPr txBox="1"/>
                <p:nvPr/>
              </p:nvSpPr>
              <p:spPr>
                <a:xfrm>
                  <a:off x="7842250" y="6064882"/>
                  <a:ext cx="258501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→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자료요청 등록 화면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(SCR-NEW-202)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이동</a:t>
                  </a:r>
                </a:p>
              </p:txBody>
            </p:sp>
          </p:grp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75137FA7-21E8-CBCA-64F6-AF4B81C95992}"/>
                </a:ext>
              </a:extLst>
            </p:cNvPr>
            <p:cNvGrpSpPr/>
            <p:nvPr/>
          </p:nvGrpSpPr>
          <p:grpSpPr>
            <a:xfrm>
              <a:off x="0" y="7537742"/>
              <a:ext cx="388800" cy="977320"/>
              <a:chOff x="-8170" y="5251087"/>
              <a:chExt cx="388800" cy="977320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3C7C50D4-1441-98FB-7B2B-C95D220AA834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173" name="Oval 468">
                  <a:extLst>
                    <a:ext uri="{FF2B5EF4-FFF2-40B4-BE49-F238E27FC236}">
                      <a16:creationId xmlns:a16="http://schemas.microsoft.com/office/drawing/2014/main" id="{F251EEF0-065B-89E9-3DFF-D848F9F6CDC5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2B66ECF6-0115-3576-051B-635AE2F32D3E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1A15AD0C-63F3-B60F-B0D5-B536213FD185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171" name="Oval 474">
                  <a:extLst>
                    <a:ext uri="{FF2B5EF4-FFF2-40B4-BE49-F238E27FC236}">
                      <a16:creationId xmlns:a16="http://schemas.microsoft.com/office/drawing/2014/main" id="{BCE1ECF0-8DF7-E73B-4719-B3240E04A215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5D4CB5B-7740-DBCA-4DEF-574C73DE4D0C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157" name="그룹 156">
                <a:extLst>
                  <a:ext uri="{FF2B5EF4-FFF2-40B4-BE49-F238E27FC236}">
                    <a16:creationId xmlns:a16="http://schemas.microsoft.com/office/drawing/2014/main" id="{5AE949BE-3DF7-B6EE-89D7-CBBAEC17506C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169" name="Oval 480">
                  <a:extLst>
                    <a:ext uri="{FF2B5EF4-FFF2-40B4-BE49-F238E27FC236}">
                      <a16:creationId xmlns:a16="http://schemas.microsoft.com/office/drawing/2014/main" id="{551D2B50-0A8C-0635-7FB2-86781830F3EC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452D43F7-5AFD-7B4A-29BF-888080F06FB1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159" name="그룹 158">
                <a:extLst>
                  <a:ext uri="{FF2B5EF4-FFF2-40B4-BE49-F238E27FC236}">
                    <a16:creationId xmlns:a16="http://schemas.microsoft.com/office/drawing/2014/main" id="{1F91A916-6EF3-2945-DEC2-C262A714FBF0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167" name="Oval 486">
                  <a:extLst>
                    <a:ext uri="{FF2B5EF4-FFF2-40B4-BE49-F238E27FC236}">
                      <a16:creationId xmlns:a16="http://schemas.microsoft.com/office/drawing/2014/main" id="{B5072575-AD6D-CF45-EC8C-B2A7F8A7FCE4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3D24F30-8856-9D0C-341F-4C9327B4E3F6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015ADF84-577F-E06A-FABF-18FC72AC6887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164" name="Oval 492">
                  <a:extLst>
                    <a:ext uri="{FF2B5EF4-FFF2-40B4-BE49-F238E27FC236}">
                      <a16:creationId xmlns:a16="http://schemas.microsoft.com/office/drawing/2014/main" id="{09C99557-0C50-0F1A-7B7E-D0A7FCF8680D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4DDDD31-B505-BB40-2DEC-AD5C7D4B1E1B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91191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SCR-NEW-901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자료요청 취합 대시보드 — 운영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7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취합 대시보드 권한 범위 및 첨부 다운로드 방식 결정 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750459" cy="144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144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권한 범위 (택1)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(안) 취합 대시보드를 관리자 권한 전용 페이지로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(안) 모든 권한 페이지에서 대시보드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취합은 관리자 업무 → 관리자 페이지 분리에 무게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059" y="972000"/>
            <a:ext cx="5750459" cy="144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6059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59" y="972000"/>
            <a:ext cx="43200" cy="14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05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첨부 다운로드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059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관리자 핵심 니즈 = 첨부파일 일괄 다운로드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59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첨부파일만 목록으로 분리 제공 + 부서 단건 다운로드 병행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059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취합자 입장에선 단건만 보고 싶은 경우도 고려(토글)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8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79000" y="654812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15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79000" y="2331212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60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53642" y="1848280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C00000"/>
                </a:solidFill>
                <a:latin typeface="+mn-ea"/>
              </a:rPr>
              <a:t>④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9266" y="368300"/>
            <a:ext cx="12144634" cy="261610"/>
            <a:chOff x="660400" y="368300"/>
            <a:chExt cx="11493500" cy="261610"/>
          </a:xfrm>
        </p:grpSpPr>
        <p:sp>
          <p:nvSpPr>
            <p:cNvPr id="76" name="TextBox 75"/>
            <p:cNvSpPr txBox="1"/>
            <p:nvPr/>
          </p:nvSpPr>
          <p:spPr>
            <a:xfrm>
              <a:off x="660400" y="368300"/>
              <a:ext cx="181622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자료요청  &gt;  취합 상세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73207" y="381000"/>
              <a:ext cx="248069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자료요청  &gt;  취합현황 대시보드</a:t>
              </a: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-3177" y="632599"/>
            <a:ext cx="9687098" cy="4391332"/>
            <a:chOff x="-19565" y="614522"/>
            <a:chExt cx="9684010" cy="4394732"/>
          </a:xfrm>
        </p:grpSpPr>
        <p:sp>
          <p:nvSpPr>
            <p:cNvPr id="79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-17076" y="618399"/>
              <a:ext cx="9632935" cy="260031"/>
              <a:chOff x="546101" y="641178"/>
              <a:chExt cx="9086356" cy="260031"/>
            </a:xfrm>
          </p:grpSpPr>
          <p:sp>
            <p:nvSpPr>
              <p:cNvPr id="83" name="Rectangle 18"/>
              <p:cNvSpPr/>
              <p:nvPr/>
            </p:nvSpPr>
            <p:spPr>
              <a:xfrm>
                <a:off x="546101" y="641178"/>
                <a:ext cx="9086356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660400" y="654798"/>
                <a:ext cx="657833" cy="246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ko-KR" altLang="en-US" sz="1000" dirty="0">
                    <a:solidFill>
                      <a:srgbClr val="FFFFFF"/>
                    </a:solidFill>
                    <a:latin typeface="+mn-ea"/>
                  </a:rPr>
                  <a:t>취합상세</a:t>
                </a:r>
                <a:endParaRPr sz="1000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166" name="TextBox 165"/>
          <p:cNvSpPr txBox="1"/>
          <p:nvPr/>
        </p:nvSpPr>
        <p:spPr>
          <a:xfrm>
            <a:off x="10039218" y="6642100"/>
            <a:ext cx="2114682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SCR-NEW-902  |  자료요청 취합상세</a:t>
            </a:r>
          </a:p>
        </p:txBody>
      </p:sp>
      <p:grpSp>
        <p:nvGrpSpPr>
          <p:cNvPr id="181" name="그룹 180"/>
          <p:cNvGrpSpPr/>
          <p:nvPr/>
        </p:nvGrpSpPr>
        <p:grpSpPr>
          <a:xfrm>
            <a:off x="9779000" y="1092200"/>
            <a:ext cx="2324100" cy="2148532"/>
            <a:chOff x="9779000" y="1092200"/>
            <a:chExt cx="2324100" cy="2148532"/>
          </a:xfrm>
        </p:grpSpPr>
        <p:sp>
          <p:nvSpPr>
            <p:cNvPr id="182" name="TextBox 181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9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02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취합 상세화면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관리자(과) / 기관 관리자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&gt; 취합 상세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9779000" y="2552700"/>
              <a:ext cx="208582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진행 바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요약배지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공개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9779000" y="2705100"/>
              <a:ext cx="15888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파일다운로드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첨부파일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9779000" y="2857500"/>
              <a:ext cx="14606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 err="1">
                  <a:solidFill>
                    <a:srgbClr val="1E2D45"/>
                  </a:solidFill>
                  <a:latin typeface="+mn-ea"/>
                </a:rPr>
                <a:t>알림톡전송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— 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SMS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발송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9779000" y="3009900"/>
              <a:ext cx="17235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lang="ko-KR" altLang="en-US" sz="900" dirty="0" err="1">
                  <a:solidFill>
                    <a:srgbClr val="1E2D45"/>
                  </a:solidFill>
                  <a:latin typeface="+mn-ea"/>
                </a:rPr>
                <a:t>필터토글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315" name="그룹 314"/>
          <p:cNvGrpSpPr/>
          <p:nvPr/>
        </p:nvGrpSpPr>
        <p:grpSpPr>
          <a:xfrm>
            <a:off x="12916" y="906150"/>
            <a:ext cx="9626383" cy="3511301"/>
            <a:chOff x="216000" y="737999"/>
            <a:chExt cx="11736000" cy="3810069"/>
          </a:xfrm>
        </p:grpSpPr>
        <p:sp>
          <p:nvSpPr>
            <p:cNvPr id="316" name="Rectangle 21"/>
            <p:cNvSpPr/>
            <p:nvPr/>
          </p:nvSpPr>
          <p:spPr>
            <a:xfrm>
              <a:off x="216000" y="737999"/>
              <a:ext cx="11736000" cy="216000"/>
            </a:xfrm>
            <a:prstGeom prst="rect">
              <a:avLst/>
            </a:prstGeom>
            <a:solidFill>
              <a:srgbClr val="3C4A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324000" y="745809"/>
              <a:ext cx="11520000" cy="2003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dirty="0">
                  <a:solidFill>
                    <a:srgbClr val="FFFFFF"/>
                  </a:solidFill>
                  <a:latin typeface="+mn-ea"/>
                </a:rPr>
                <a:t>(~6.11.목)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중앙부처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디지털소통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인력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현황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 — 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취합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현황</a:t>
              </a:r>
              <a:endParaRPr sz="12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18" name="Rectangle 23"/>
            <p:cNvSpPr/>
            <p:nvPr/>
          </p:nvSpPr>
          <p:spPr>
            <a:xfrm>
              <a:off x="216000" y="1026000"/>
              <a:ext cx="11736000" cy="792000"/>
            </a:xfrm>
            <a:prstGeom prst="rect">
              <a:avLst/>
            </a:prstGeom>
            <a:solidFill>
              <a:srgbClr val="FCFCFD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360000" y="1152000"/>
              <a:ext cx="1728001" cy="175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>
                  <a:solidFill>
                    <a:srgbClr val="8B95A1"/>
                  </a:solidFill>
                  <a:latin typeface="+mn-ea"/>
                </a:rPr>
                <a:t>자료취합마감일</a:t>
              </a:r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360000" y="1296000"/>
              <a:ext cx="1728001" cy="1836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2026-06-12  (D-2)</a:t>
              </a: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2160000" y="1152000"/>
              <a:ext cx="1728001" cy="175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>
                  <a:solidFill>
                    <a:srgbClr val="8B95A1"/>
                  </a:solidFill>
                  <a:latin typeface="+mn-ea"/>
                </a:rPr>
                <a:t>상태</a:t>
              </a:r>
            </a:p>
          </p:txBody>
        </p:sp>
        <p:sp>
          <p:nvSpPr>
            <p:cNvPr id="322" name="TextBox 321"/>
            <p:cNvSpPr txBox="1"/>
            <p:nvPr/>
          </p:nvSpPr>
          <p:spPr>
            <a:xfrm>
              <a:off x="2160000" y="1296000"/>
              <a:ext cx="1728001" cy="1836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진행 중</a:t>
              </a:r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3960000" y="1152000"/>
              <a:ext cx="1728001" cy="175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>
                  <a:solidFill>
                    <a:srgbClr val="8B95A1"/>
                  </a:solidFill>
                  <a:latin typeface="+mn-ea"/>
                </a:rPr>
                <a:t>제출대상</a:t>
              </a: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3960000" y="1296000"/>
              <a:ext cx="1728001" cy="1836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전기관 52</a:t>
              </a:r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5759999" y="1152000"/>
              <a:ext cx="1728001" cy="175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>
                  <a:solidFill>
                    <a:srgbClr val="8B95A1"/>
                  </a:solidFill>
                  <a:latin typeface="+mn-ea"/>
                </a:rPr>
                <a:t>요청자</a:t>
              </a: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5759999" y="1296000"/>
              <a:ext cx="2777956" cy="1836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홍○지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/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문체부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디지털소통정책과</a:t>
              </a:r>
              <a:endParaRPr sz="11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360000" y="1532334"/>
              <a:ext cx="216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제출 현황</a:t>
              </a:r>
            </a:p>
          </p:txBody>
        </p:sp>
        <p:sp>
          <p:nvSpPr>
            <p:cNvPr id="328" name="Rounded Rectangle 33"/>
            <p:cNvSpPr/>
            <p:nvPr/>
          </p:nvSpPr>
          <p:spPr>
            <a:xfrm>
              <a:off x="1655999" y="1558800"/>
              <a:ext cx="5040000" cy="1800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9" name="Rounded Rectangle 34"/>
            <p:cNvSpPr/>
            <p:nvPr/>
          </p:nvSpPr>
          <p:spPr>
            <a:xfrm>
              <a:off x="1655999" y="1558800"/>
              <a:ext cx="3683076" cy="180000"/>
            </a:xfrm>
            <a:prstGeom prst="roundRect">
              <a:avLst>
                <a:gd name="adj" fmla="val 50000"/>
              </a:avLst>
            </a:prstGeom>
            <a:solidFill>
              <a:srgbClr val="E882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6786000" y="1565309"/>
              <a:ext cx="1079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38/52 (73%)</a:t>
              </a:r>
            </a:p>
          </p:txBody>
        </p:sp>
        <p:sp>
          <p:nvSpPr>
            <p:cNvPr id="331" name="Rounded Rectangle 36"/>
            <p:cNvSpPr/>
            <p:nvPr/>
          </p:nvSpPr>
          <p:spPr>
            <a:xfrm>
              <a:off x="8136000" y="1548000"/>
              <a:ext cx="756000" cy="198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8136000" y="1555160"/>
              <a:ext cx="755999" cy="183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7D32"/>
                  </a:solidFill>
                  <a:latin typeface="+mn-ea"/>
                </a:rPr>
                <a:t>제출 38</a:t>
              </a:r>
            </a:p>
          </p:txBody>
        </p:sp>
        <p:sp>
          <p:nvSpPr>
            <p:cNvPr id="333" name="Rounded Rectangle 38"/>
            <p:cNvSpPr/>
            <p:nvPr/>
          </p:nvSpPr>
          <p:spPr>
            <a:xfrm>
              <a:off x="9288000" y="1548000"/>
              <a:ext cx="864000" cy="198000"/>
            </a:xfrm>
            <a:prstGeom prst="roundRect">
              <a:avLst>
                <a:gd name="adj" fmla="val 50000"/>
              </a:avLst>
            </a:prstGeom>
            <a:solidFill>
              <a:srgbClr val="FBE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9288000" y="1555160"/>
              <a:ext cx="864000" cy="183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C62828"/>
                  </a:solidFill>
                  <a:latin typeface="+mn-ea"/>
                </a:rPr>
                <a:t>미제출 14</a:t>
              </a:r>
            </a:p>
          </p:txBody>
        </p:sp>
        <p:sp>
          <p:nvSpPr>
            <p:cNvPr id="335" name="Rounded Rectangle 40"/>
            <p:cNvSpPr/>
            <p:nvPr/>
          </p:nvSpPr>
          <p:spPr>
            <a:xfrm>
              <a:off x="10512000" y="1548000"/>
              <a:ext cx="756000" cy="198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10512000" y="1555160"/>
              <a:ext cx="755999" cy="183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1565C0"/>
                  </a:solidFill>
                  <a:latin typeface="+mn-ea"/>
                </a:rPr>
                <a:t>읽음 49</a:t>
              </a:r>
            </a:p>
          </p:txBody>
        </p:sp>
        <p:sp>
          <p:nvSpPr>
            <p:cNvPr id="337" name="Rectangle 42"/>
            <p:cNvSpPr/>
            <p:nvPr/>
          </p:nvSpPr>
          <p:spPr>
            <a:xfrm>
              <a:off x="216000" y="1925999"/>
              <a:ext cx="2512800" cy="22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216000" y="1945758"/>
              <a:ext cx="2512800" cy="183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 err="1">
                  <a:solidFill>
                    <a:srgbClr val="FFFFFF"/>
                  </a:solidFill>
                  <a:latin typeface="+mn-ea"/>
                </a:rPr>
                <a:t>미제출</a:t>
              </a:r>
              <a:r>
                <a:rPr sz="11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FFFFFF"/>
                  </a:solidFill>
                  <a:latin typeface="+mn-ea"/>
                </a:rPr>
                <a:t>기관</a:t>
              </a:r>
              <a:r>
                <a:rPr sz="11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FFFFFF"/>
                  </a:solidFill>
                  <a:latin typeface="+mn-ea"/>
                </a:rPr>
                <a:t>일괄</a:t>
              </a:r>
              <a:r>
                <a:rPr sz="11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FFFFFF"/>
                  </a:solidFill>
                  <a:latin typeface="+mn-ea"/>
                </a:rPr>
                <a:t>독촉</a:t>
              </a:r>
              <a:r>
                <a:rPr sz="1100" dirty="0">
                  <a:solidFill>
                    <a:srgbClr val="FFFFFF"/>
                  </a:solidFill>
                  <a:latin typeface="+mn-ea"/>
                </a:rPr>
                <a:t>(</a:t>
              </a:r>
              <a:r>
                <a:rPr sz="1100" dirty="0" err="1">
                  <a:solidFill>
                    <a:srgbClr val="FFFFFF"/>
                  </a:solidFill>
                  <a:latin typeface="+mn-ea"/>
                </a:rPr>
                <a:t>알림톡</a:t>
              </a:r>
              <a:r>
                <a:rPr sz="1100" dirty="0">
                  <a:solidFill>
                    <a:srgbClr val="FFFFFF"/>
                  </a:solidFill>
                  <a:latin typeface="+mn-ea"/>
                </a:rPr>
                <a:t>)</a:t>
              </a:r>
            </a:p>
          </p:txBody>
        </p:sp>
        <p:sp>
          <p:nvSpPr>
            <p:cNvPr id="339" name="Rectangle 44"/>
            <p:cNvSpPr/>
            <p:nvPr/>
          </p:nvSpPr>
          <p:spPr>
            <a:xfrm>
              <a:off x="2836800" y="1925999"/>
              <a:ext cx="1656000" cy="22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2836800" y="1945758"/>
              <a:ext cx="1656000" cy="183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엑셀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취합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다운로드</a:t>
              </a:r>
              <a:endParaRPr sz="11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41" name="Rectangle 46"/>
            <p:cNvSpPr/>
            <p:nvPr/>
          </p:nvSpPr>
          <p:spPr>
            <a:xfrm>
              <a:off x="4600800" y="1925999"/>
              <a:ext cx="1900800" cy="22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4522764" y="1945758"/>
              <a:ext cx="2028868" cy="183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첨부파일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일괄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다운로드</a:t>
              </a:r>
              <a:endParaRPr sz="11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43" name="Rounded Rectangle 48"/>
            <p:cNvSpPr/>
            <p:nvPr/>
          </p:nvSpPr>
          <p:spPr>
            <a:xfrm>
              <a:off x="7812000" y="1925999"/>
              <a:ext cx="698400" cy="223200"/>
            </a:xfrm>
            <a:prstGeom prst="roundRect">
              <a:avLst>
                <a:gd name="adj" fmla="val 30000"/>
              </a:avLst>
            </a:prstGeom>
            <a:solidFill>
              <a:srgbClr val="2E4470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7812000" y="1949933"/>
              <a:ext cx="6984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전체</a:t>
              </a:r>
            </a:p>
          </p:txBody>
        </p:sp>
        <p:sp>
          <p:nvSpPr>
            <p:cNvPr id="345" name="Rounded Rectangle 50"/>
            <p:cNvSpPr/>
            <p:nvPr/>
          </p:nvSpPr>
          <p:spPr>
            <a:xfrm>
              <a:off x="8582400" y="1925999"/>
              <a:ext cx="928800" cy="2232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8582400" y="1949933"/>
              <a:ext cx="9288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E4470"/>
                  </a:solidFill>
                  <a:latin typeface="+mn-ea"/>
                </a:rPr>
                <a:t>제출완료</a:t>
              </a:r>
            </a:p>
          </p:txBody>
        </p:sp>
        <p:sp>
          <p:nvSpPr>
            <p:cNvPr id="347" name="Rounded Rectangle 52"/>
            <p:cNvSpPr/>
            <p:nvPr/>
          </p:nvSpPr>
          <p:spPr>
            <a:xfrm>
              <a:off x="9583200" y="1925999"/>
              <a:ext cx="813599" cy="2232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8" name="TextBox 347"/>
            <p:cNvSpPr txBox="1"/>
            <p:nvPr/>
          </p:nvSpPr>
          <p:spPr>
            <a:xfrm>
              <a:off x="9583200" y="1949933"/>
              <a:ext cx="813599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E4470"/>
                  </a:solidFill>
                  <a:latin typeface="+mn-ea"/>
                </a:rPr>
                <a:t>미제출</a:t>
              </a:r>
            </a:p>
          </p:txBody>
        </p:sp>
        <p:sp>
          <p:nvSpPr>
            <p:cNvPr id="349" name="Rectangle 54"/>
            <p:cNvSpPr/>
            <p:nvPr/>
          </p:nvSpPr>
          <p:spPr>
            <a:xfrm>
              <a:off x="10540800" y="1925999"/>
              <a:ext cx="1411199" cy="22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10630800" y="1962457"/>
              <a:ext cx="1231200" cy="1502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dirty="0">
                  <a:solidFill>
                    <a:srgbClr val="A6AEB8"/>
                  </a:solidFill>
                  <a:latin typeface="+mn-ea"/>
                </a:rPr>
                <a:t>🔍 </a:t>
              </a:r>
              <a:r>
                <a:rPr lang="en-US" sz="900" dirty="0">
                  <a:solidFill>
                    <a:srgbClr val="A6AEB8"/>
                  </a:solidFill>
                  <a:latin typeface="+mn-ea"/>
                </a:rPr>
                <a:t>    </a:t>
              </a:r>
              <a:r>
                <a:rPr sz="900" dirty="0" err="1">
                  <a:solidFill>
                    <a:srgbClr val="A6AEB8"/>
                  </a:solidFill>
                  <a:latin typeface="+mn-ea"/>
                </a:rPr>
                <a:t>기관명</a:t>
              </a:r>
              <a:r>
                <a:rPr sz="900" dirty="0">
                  <a:solidFill>
                    <a:srgbClr val="A6AEB8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6AEB8"/>
                  </a:solidFill>
                  <a:latin typeface="+mn-ea"/>
                </a:rPr>
                <a:t>검색</a:t>
              </a:r>
              <a:endParaRPr sz="900" dirty="0">
                <a:solidFill>
                  <a:srgbClr val="A6AEB8"/>
                </a:solidFill>
                <a:latin typeface="+mn-ea"/>
              </a:endParaRPr>
            </a:p>
          </p:txBody>
        </p:sp>
        <p:sp>
          <p:nvSpPr>
            <p:cNvPr id="351" name="Rectangle 56"/>
            <p:cNvSpPr/>
            <p:nvPr/>
          </p:nvSpPr>
          <p:spPr>
            <a:xfrm>
              <a:off x="216000" y="2268000"/>
              <a:ext cx="11736000" cy="216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2" name="TextBox 351"/>
            <p:cNvSpPr txBox="1"/>
            <p:nvPr/>
          </p:nvSpPr>
          <p:spPr>
            <a:xfrm>
              <a:off x="306000" y="2288334"/>
              <a:ext cx="216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FFFFFF"/>
                  </a:solidFill>
                  <a:latin typeface="+mn-ea"/>
                </a:rPr>
                <a:t>기관명</a:t>
              </a:r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2376000" y="2288334"/>
              <a:ext cx="1224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제출 상태</a:t>
              </a: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3600001" y="2288334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제출 일시</a:t>
              </a: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5562000" y="2288334"/>
              <a:ext cx="342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FFFFFF"/>
                  </a:solidFill>
                  <a:latin typeface="+mn-ea"/>
                </a:rPr>
                <a:t>첨부파일</a:t>
              </a: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8892001" y="2288334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담당자</a:t>
              </a:r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10332000" y="2175622"/>
              <a:ext cx="1620000" cy="40075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8" name="Rectangle 63"/>
            <p:cNvSpPr/>
            <p:nvPr/>
          </p:nvSpPr>
          <p:spPr>
            <a:xfrm>
              <a:off x="216000" y="2484000"/>
              <a:ext cx="11736000" cy="259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306000" y="2525935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행복청</a:t>
              </a:r>
            </a:p>
          </p:txBody>
        </p:sp>
        <p:sp>
          <p:nvSpPr>
            <p:cNvPr id="360" name="Rounded Rectangle 65"/>
            <p:cNvSpPr/>
            <p:nvPr/>
          </p:nvSpPr>
          <p:spPr>
            <a:xfrm>
              <a:off x="2664000" y="25236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1" name="TextBox 360"/>
            <p:cNvSpPr txBox="1"/>
            <p:nvPr/>
          </p:nvSpPr>
          <p:spPr>
            <a:xfrm>
              <a:off x="2664000" y="2530109"/>
              <a:ext cx="647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제출완료</a:t>
              </a: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3600001" y="2525936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06-10 09:04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5562000" y="2530109"/>
              <a:ext cx="4021200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43241"/>
                  </a:solidFill>
                  <a:latin typeface="+mn-ea"/>
                </a:rPr>
                <a:t>📄 </a:t>
              </a:r>
              <a:r>
                <a:rPr lang="en-US" sz="1000" dirty="0">
                  <a:solidFill>
                    <a:srgbClr val="243241"/>
                  </a:solidFill>
                  <a:latin typeface="+mn-ea"/>
                </a:rPr>
                <a:t>   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(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행복청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) 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중앙부처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디지털소통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인력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 현황(26.6).xlsx</a:t>
              </a:r>
            </a:p>
          </p:txBody>
        </p:sp>
        <p:sp>
          <p:nvSpPr>
            <p:cNvPr id="364" name="TextBox 363"/>
            <p:cNvSpPr txBox="1"/>
            <p:nvPr/>
          </p:nvSpPr>
          <p:spPr>
            <a:xfrm>
              <a:off x="8892001" y="2525936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이○빈</a:t>
              </a: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10332000" y="2525936"/>
              <a:ext cx="162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1F5CBF"/>
                  </a:solidFill>
                  <a:latin typeface="+mn-ea"/>
                </a:rPr>
                <a:t>다운로드 ▾</a:t>
              </a:r>
            </a:p>
          </p:txBody>
        </p:sp>
        <p:sp>
          <p:nvSpPr>
            <p:cNvPr id="366" name="Rectangle 71"/>
            <p:cNvSpPr/>
            <p:nvPr/>
          </p:nvSpPr>
          <p:spPr>
            <a:xfrm>
              <a:off x="216000" y="2743199"/>
              <a:ext cx="11736000" cy="259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306000" y="2785133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행안부</a:t>
              </a:r>
            </a:p>
          </p:txBody>
        </p:sp>
        <p:sp>
          <p:nvSpPr>
            <p:cNvPr id="368" name="Rounded Rectangle 73"/>
            <p:cNvSpPr/>
            <p:nvPr/>
          </p:nvSpPr>
          <p:spPr>
            <a:xfrm>
              <a:off x="2664000" y="27828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9" name="TextBox 368"/>
            <p:cNvSpPr txBox="1"/>
            <p:nvPr/>
          </p:nvSpPr>
          <p:spPr>
            <a:xfrm>
              <a:off x="2664000" y="2789310"/>
              <a:ext cx="647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제출완료</a:t>
              </a:r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3600001" y="2785134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06-10 09:10</a:t>
              </a:r>
            </a:p>
          </p:txBody>
        </p:sp>
        <p:sp>
          <p:nvSpPr>
            <p:cNvPr id="371" name="TextBox 370"/>
            <p:cNvSpPr txBox="1"/>
            <p:nvPr/>
          </p:nvSpPr>
          <p:spPr>
            <a:xfrm>
              <a:off x="5562000" y="2789308"/>
              <a:ext cx="3311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43241"/>
                  </a:solidFill>
                  <a:latin typeface="+mn-ea"/>
                </a:rPr>
                <a:t>📄 </a:t>
              </a:r>
              <a:r>
                <a:rPr lang="en-US" sz="1000" dirty="0">
                  <a:solidFill>
                    <a:srgbClr val="243241"/>
                  </a:solidFill>
                  <a:latin typeface="+mn-ea"/>
                </a:rPr>
                <a:t>   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(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행안부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) 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인력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 현황(26.6).xlsx</a:t>
              </a:r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8892001" y="2785134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김선</a:t>
              </a: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10332000" y="2785134"/>
              <a:ext cx="162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1F5CBF"/>
                  </a:solidFill>
                  <a:latin typeface="+mn-ea"/>
                </a:rPr>
                <a:t>다운로드 ▾</a:t>
              </a:r>
            </a:p>
          </p:txBody>
        </p:sp>
        <p:sp>
          <p:nvSpPr>
            <p:cNvPr id="374" name="Rectangle 79"/>
            <p:cNvSpPr/>
            <p:nvPr/>
          </p:nvSpPr>
          <p:spPr>
            <a:xfrm>
              <a:off x="216000" y="3002400"/>
              <a:ext cx="11736000" cy="259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306000" y="3044334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권익위</a:t>
              </a:r>
            </a:p>
          </p:txBody>
        </p:sp>
        <p:sp>
          <p:nvSpPr>
            <p:cNvPr id="376" name="Rounded Rectangle 81"/>
            <p:cNvSpPr/>
            <p:nvPr/>
          </p:nvSpPr>
          <p:spPr>
            <a:xfrm>
              <a:off x="2664000" y="3041999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2664000" y="3048509"/>
              <a:ext cx="647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제출완료</a:t>
              </a: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3600001" y="3044336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06-10 09:12</a:t>
              </a: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5562000" y="3048510"/>
              <a:ext cx="3311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43241"/>
                  </a:solidFill>
                  <a:latin typeface="+mn-ea"/>
                </a:rPr>
                <a:t>📄 </a:t>
              </a:r>
              <a:r>
                <a:rPr lang="en-US" sz="1000" dirty="0">
                  <a:solidFill>
                    <a:srgbClr val="243241"/>
                  </a:solidFill>
                  <a:latin typeface="+mn-ea"/>
                </a:rPr>
                <a:t>   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(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권익위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) 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인력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 현황(26.6).xlsx</a:t>
              </a: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8892001" y="3044336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조○수</a:t>
              </a:r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10332000" y="3044336"/>
              <a:ext cx="162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1F5CBF"/>
                  </a:solidFill>
                  <a:latin typeface="+mn-ea"/>
                </a:rPr>
                <a:t>다운로드 ▾</a:t>
              </a:r>
            </a:p>
          </p:txBody>
        </p:sp>
        <p:sp>
          <p:nvSpPr>
            <p:cNvPr id="382" name="Rectangle 87"/>
            <p:cNvSpPr/>
            <p:nvPr/>
          </p:nvSpPr>
          <p:spPr>
            <a:xfrm>
              <a:off x="216000" y="3261600"/>
              <a:ext cx="11736000" cy="259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306000" y="3303535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데이터처</a:t>
              </a:r>
            </a:p>
          </p:txBody>
        </p:sp>
        <p:sp>
          <p:nvSpPr>
            <p:cNvPr id="384" name="Rounded Rectangle 89"/>
            <p:cNvSpPr/>
            <p:nvPr/>
          </p:nvSpPr>
          <p:spPr>
            <a:xfrm>
              <a:off x="2664000" y="33012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2664000" y="3307710"/>
              <a:ext cx="647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제출완료</a:t>
              </a:r>
            </a:p>
          </p:txBody>
        </p:sp>
        <p:sp>
          <p:nvSpPr>
            <p:cNvPr id="386" name="TextBox 385"/>
            <p:cNvSpPr txBox="1"/>
            <p:nvPr/>
          </p:nvSpPr>
          <p:spPr>
            <a:xfrm>
              <a:off x="3600001" y="3303536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06-10 09:13</a:t>
              </a:r>
            </a:p>
          </p:txBody>
        </p:sp>
        <p:sp>
          <p:nvSpPr>
            <p:cNvPr id="387" name="TextBox 386"/>
            <p:cNvSpPr txBox="1"/>
            <p:nvPr/>
          </p:nvSpPr>
          <p:spPr>
            <a:xfrm>
              <a:off x="5562000" y="3307710"/>
              <a:ext cx="3311999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43241"/>
                  </a:solidFill>
                  <a:latin typeface="+mn-ea"/>
                </a:rPr>
                <a:t>📄 </a:t>
              </a:r>
              <a:r>
                <a:rPr lang="en-US" sz="1000" dirty="0">
                  <a:solidFill>
                    <a:srgbClr val="243241"/>
                  </a:solidFill>
                  <a:latin typeface="+mn-ea"/>
                </a:rPr>
                <a:t>   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(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데이터처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) </a:t>
              </a:r>
              <a:r>
                <a:rPr sz="1000" dirty="0" err="1">
                  <a:solidFill>
                    <a:srgbClr val="1F5CBF"/>
                  </a:solidFill>
                  <a:latin typeface="+mn-ea"/>
                </a:rPr>
                <a:t>인력</a:t>
              </a:r>
              <a:r>
                <a:rPr sz="1000" dirty="0">
                  <a:solidFill>
                    <a:srgbClr val="1F5CBF"/>
                  </a:solidFill>
                  <a:latin typeface="+mn-ea"/>
                </a:rPr>
                <a:t> 현황(26.6).xlsx</a:t>
              </a:r>
            </a:p>
          </p:txBody>
        </p:sp>
        <p:sp>
          <p:nvSpPr>
            <p:cNvPr id="388" name="TextBox 387"/>
            <p:cNvSpPr txBox="1"/>
            <p:nvPr/>
          </p:nvSpPr>
          <p:spPr>
            <a:xfrm>
              <a:off x="8892001" y="3303536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봉○영</a:t>
              </a:r>
            </a:p>
          </p:txBody>
        </p:sp>
        <p:sp>
          <p:nvSpPr>
            <p:cNvPr id="389" name="TextBox 388"/>
            <p:cNvSpPr txBox="1"/>
            <p:nvPr/>
          </p:nvSpPr>
          <p:spPr>
            <a:xfrm>
              <a:off x="10332000" y="3303536"/>
              <a:ext cx="162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1F5CBF"/>
                  </a:solidFill>
                  <a:latin typeface="+mn-ea"/>
                </a:rPr>
                <a:t>다운로드 ▾</a:t>
              </a:r>
            </a:p>
          </p:txBody>
        </p:sp>
        <p:sp>
          <p:nvSpPr>
            <p:cNvPr id="390" name="Rectangle 95"/>
            <p:cNvSpPr/>
            <p:nvPr/>
          </p:nvSpPr>
          <p:spPr>
            <a:xfrm>
              <a:off x="216000" y="3520800"/>
              <a:ext cx="11736000" cy="259200"/>
            </a:xfrm>
            <a:prstGeom prst="rect">
              <a:avLst/>
            </a:prstGeom>
            <a:solidFill>
              <a:srgbClr val="FBE9E9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306000" y="3562734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외교부</a:t>
              </a:r>
            </a:p>
          </p:txBody>
        </p:sp>
        <p:sp>
          <p:nvSpPr>
            <p:cNvPr id="392" name="Rounded Rectangle 97"/>
            <p:cNvSpPr/>
            <p:nvPr/>
          </p:nvSpPr>
          <p:spPr>
            <a:xfrm>
              <a:off x="2718000" y="35604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FBE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2718000" y="3566909"/>
              <a:ext cx="540000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C62828"/>
                  </a:solidFill>
                  <a:latin typeface="+mn-ea"/>
                </a:rPr>
                <a:t>미제출</a:t>
              </a: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3600001" y="3562736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—</a:t>
              </a:r>
            </a:p>
          </p:txBody>
        </p:sp>
        <p:sp>
          <p:nvSpPr>
            <p:cNvPr id="395" name="Rectangle 100"/>
            <p:cNvSpPr/>
            <p:nvPr/>
          </p:nvSpPr>
          <p:spPr>
            <a:xfrm>
              <a:off x="5562000" y="3560400"/>
              <a:ext cx="1223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8892001" y="3562736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—</a:t>
              </a:r>
            </a:p>
          </p:txBody>
        </p:sp>
        <p:sp>
          <p:nvSpPr>
            <p:cNvPr id="398" name="Rectangle 103"/>
            <p:cNvSpPr/>
            <p:nvPr/>
          </p:nvSpPr>
          <p:spPr>
            <a:xfrm>
              <a:off x="216000" y="3780000"/>
              <a:ext cx="11736000" cy="259200"/>
            </a:xfrm>
            <a:prstGeom prst="rect">
              <a:avLst/>
            </a:prstGeom>
            <a:solidFill>
              <a:srgbClr val="FBE9E9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9" name="TextBox 398"/>
            <p:cNvSpPr txBox="1"/>
            <p:nvPr/>
          </p:nvSpPr>
          <p:spPr>
            <a:xfrm>
              <a:off x="306000" y="3821933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통일부</a:t>
              </a:r>
            </a:p>
          </p:txBody>
        </p:sp>
        <p:sp>
          <p:nvSpPr>
            <p:cNvPr id="400" name="Rounded Rectangle 105"/>
            <p:cNvSpPr/>
            <p:nvPr/>
          </p:nvSpPr>
          <p:spPr>
            <a:xfrm>
              <a:off x="2718000" y="38196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FBE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718000" y="3826110"/>
              <a:ext cx="540000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C62828"/>
                  </a:solidFill>
                  <a:latin typeface="+mn-ea"/>
                </a:rPr>
                <a:t>미제출</a:t>
              </a: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3600001" y="3821935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—</a:t>
              </a:r>
            </a:p>
          </p:txBody>
        </p:sp>
        <p:sp>
          <p:nvSpPr>
            <p:cNvPr id="403" name="Rectangle 108"/>
            <p:cNvSpPr/>
            <p:nvPr/>
          </p:nvSpPr>
          <p:spPr>
            <a:xfrm>
              <a:off x="5561999" y="3819600"/>
              <a:ext cx="1224000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4" name="TextBox 403"/>
            <p:cNvSpPr txBox="1"/>
            <p:nvPr/>
          </p:nvSpPr>
          <p:spPr>
            <a:xfrm>
              <a:off x="5561999" y="3821933"/>
              <a:ext cx="1250126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050" dirty="0" err="1">
                  <a:solidFill>
                    <a:srgbClr val="243241"/>
                  </a:solidFill>
                  <a:latin typeface="+mn-ea"/>
                </a:rPr>
                <a:t>제출알림</a:t>
              </a:r>
              <a:r>
                <a:rPr sz="105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lang="ko-KR" altLang="en-US" sz="1050" dirty="0">
                  <a:solidFill>
                    <a:srgbClr val="243241"/>
                  </a:solidFill>
                  <a:latin typeface="+mn-ea"/>
                </a:rPr>
                <a:t>발송</a:t>
              </a:r>
              <a:endParaRPr sz="105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8892001" y="3821935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—</a:t>
              </a:r>
            </a:p>
          </p:txBody>
        </p:sp>
        <p:sp>
          <p:nvSpPr>
            <p:cNvPr id="406" name="Rectangle 111"/>
            <p:cNvSpPr/>
            <p:nvPr/>
          </p:nvSpPr>
          <p:spPr>
            <a:xfrm>
              <a:off x="216000" y="4039200"/>
              <a:ext cx="11736000" cy="259200"/>
            </a:xfrm>
            <a:prstGeom prst="rect">
              <a:avLst/>
            </a:prstGeom>
            <a:solidFill>
              <a:srgbClr val="FBE9E9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306000" y="4081135"/>
              <a:ext cx="2052001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법무부</a:t>
              </a:r>
            </a:p>
          </p:txBody>
        </p:sp>
        <p:sp>
          <p:nvSpPr>
            <p:cNvPr id="408" name="Rounded Rectangle 113"/>
            <p:cNvSpPr/>
            <p:nvPr/>
          </p:nvSpPr>
          <p:spPr>
            <a:xfrm>
              <a:off x="2718000" y="40788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FBE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2718000" y="4085310"/>
              <a:ext cx="540000" cy="1669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C62828"/>
                  </a:solidFill>
                  <a:latin typeface="+mn-ea"/>
                </a:rPr>
                <a:t>미제출</a:t>
              </a: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3600001" y="4081136"/>
              <a:ext cx="1872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—</a:t>
              </a:r>
            </a:p>
          </p:txBody>
        </p:sp>
        <p:sp>
          <p:nvSpPr>
            <p:cNvPr id="411" name="Rectangle 116"/>
            <p:cNvSpPr/>
            <p:nvPr/>
          </p:nvSpPr>
          <p:spPr>
            <a:xfrm>
              <a:off x="5562000" y="4078800"/>
              <a:ext cx="1223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8892001" y="4081136"/>
              <a:ext cx="144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—</a:t>
              </a: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332124" y="4372736"/>
              <a:ext cx="6480000" cy="175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dirty="0">
                  <a:solidFill>
                    <a:srgbClr val="1F5CBF"/>
                  </a:solidFill>
                  <a:latin typeface="+mn-ea"/>
                </a:rPr>
                <a:t>… </a:t>
              </a:r>
              <a:r>
                <a:rPr sz="1050" dirty="0" err="1">
                  <a:solidFill>
                    <a:srgbClr val="1F5CBF"/>
                  </a:solidFill>
                  <a:latin typeface="+mn-ea"/>
                </a:rPr>
                <a:t>미제출</a:t>
              </a:r>
              <a:r>
                <a:rPr sz="1050" dirty="0">
                  <a:solidFill>
                    <a:srgbClr val="1F5CBF"/>
                  </a:solidFill>
                  <a:latin typeface="+mn-ea"/>
                </a:rPr>
                <a:t> 11개 </a:t>
              </a:r>
              <a:r>
                <a:rPr sz="1050" dirty="0" err="1">
                  <a:solidFill>
                    <a:srgbClr val="1F5CBF"/>
                  </a:solidFill>
                  <a:latin typeface="+mn-ea"/>
                </a:rPr>
                <a:t>기관</a:t>
              </a:r>
              <a:r>
                <a:rPr sz="1050" dirty="0">
                  <a:solidFill>
                    <a:srgbClr val="1F5CBF"/>
                  </a:solidFill>
                  <a:latin typeface="+mn-ea"/>
                </a:rPr>
                <a:t> 더 </a:t>
              </a:r>
              <a:r>
                <a:rPr sz="1050" dirty="0" err="1">
                  <a:solidFill>
                    <a:srgbClr val="1F5CBF"/>
                  </a:solidFill>
                  <a:latin typeface="+mn-ea"/>
                </a:rPr>
                <a:t>보기</a:t>
              </a:r>
              <a:endParaRPr sz="1050" dirty="0">
                <a:solidFill>
                  <a:srgbClr val="1F5CBF"/>
                </a:solidFill>
                <a:latin typeface="+mn-ea"/>
              </a:endParaRPr>
            </a:p>
          </p:txBody>
        </p:sp>
      </p:grpSp>
      <p:sp>
        <p:nvSpPr>
          <p:cNvPr id="415" name="TextBox 414"/>
          <p:cNvSpPr txBox="1"/>
          <p:nvPr/>
        </p:nvSpPr>
        <p:spPr>
          <a:xfrm>
            <a:off x="4397939" y="3986140"/>
            <a:ext cx="10254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50" dirty="0" err="1">
                <a:solidFill>
                  <a:srgbClr val="243241"/>
                </a:solidFill>
                <a:latin typeface="+mn-ea"/>
              </a:rPr>
              <a:t>제출알림</a:t>
            </a:r>
            <a:r>
              <a:rPr sz="1050" dirty="0">
                <a:solidFill>
                  <a:srgbClr val="243241"/>
                </a:solidFill>
                <a:latin typeface="+mn-ea"/>
              </a:rPr>
              <a:t> </a:t>
            </a:r>
            <a:r>
              <a:rPr lang="ko-KR" altLang="en-US" sz="1050" dirty="0">
                <a:solidFill>
                  <a:srgbClr val="243241"/>
                </a:solidFill>
                <a:latin typeface="+mn-ea"/>
              </a:rPr>
              <a:t>발송</a:t>
            </a:r>
            <a:endParaRPr sz="1050" dirty="0">
              <a:solidFill>
                <a:srgbClr val="243241"/>
              </a:solidFill>
              <a:latin typeface="+mn-ea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4397939" y="3508390"/>
            <a:ext cx="102540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50" dirty="0" err="1">
                <a:solidFill>
                  <a:srgbClr val="243241"/>
                </a:solidFill>
                <a:latin typeface="+mn-ea"/>
              </a:rPr>
              <a:t>제출알림</a:t>
            </a:r>
            <a:r>
              <a:rPr sz="1050" dirty="0">
                <a:solidFill>
                  <a:srgbClr val="243241"/>
                </a:solidFill>
                <a:latin typeface="+mn-ea"/>
              </a:rPr>
              <a:t> </a:t>
            </a:r>
            <a:r>
              <a:rPr lang="ko-KR" altLang="en-US" sz="1050" dirty="0">
                <a:solidFill>
                  <a:srgbClr val="243241"/>
                </a:solidFill>
                <a:latin typeface="+mn-ea"/>
              </a:rPr>
              <a:t>발송</a:t>
            </a:r>
            <a:endParaRPr sz="1050" dirty="0">
              <a:solidFill>
                <a:srgbClr val="243241"/>
              </a:solidFill>
              <a:latin typeface="+mn-ea"/>
            </a:endParaRPr>
          </a:p>
        </p:txBody>
      </p:sp>
      <p:grpSp>
        <p:nvGrpSpPr>
          <p:cNvPr id="418" name="그룹 417"/>
          <p:cNvGrpSpPr/>
          <p:nvPr/>
        </p:nvGrpSpPr>
        <p:grpSpPr>
          <a:xfrm>
            <a:off x="864601" y="1642681"/>
            <a:ext cx="216000" cy="216000"/>
            <a:chOff x="3966029" y="6357600"/>
            <a:chExt cx="216000" cy="216000"/>
          </a:xfrm>
        </p:grpSpPr>
        <p:sp>
          <p:nvSpPr>
            <p:cNvPr id="419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421" name="그룹 420"/>
          <p:cNvGrpSpPr/>
          <p:nvPr/>
        </p:nvGrpSpPr>
        <p:grpSpPr>
          <a:xfrm>
            <a:off x="23031" y="2100625"/>
            <a:ext cx="216000" cy="216000"/>
            <a:chOff x="3966029" y="6357600"/>
            <a:chExt cx="216000" cy="216000"/>
          </a:xfrm>
        </p:grpSpPr>
        <p:sp>
          <p:nvSpPr>
            <p:cNvPr id="422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424" name="그룹 423"/>
          <p:cNvGrpSpPr/>
          <p:nvPr/>
        </p:nvGrpSpPr>
        <p:grpSpPr>
          <a:xfrm>
            <a:off x="4190260" y="3457116"/>
            <a:ext cx="216000" cy="216000"/>
            <a:chOff x="3966029" y="6357600"/>
            <a:chExt cx="216000" cy="216000"/>
          </a:xfrm>
        </p:grpSpPr>
        <p:sp>
          <p:nvSpPr>
            <p:cNvPr id="425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76" name="Rectangle 475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TextBox 476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E26E100-5E96-A176-4152-B60D2D766313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C6F9AB-C60F-9847-7D1F-255B4BCCFE23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98E24B7-8BF4-F599-E8E4-FBA7F1A5DD9D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9C0D1B6B-7ECB-AA6D-3537-BAC4F13537B4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7BF2EE5E-052A-EFF4-7891-B71ACB0135D1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2236B2E9-A0E2-F84F-9A2D-1253E7F39B3A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F27DA2EF-778F-DDC9-50FB-B669B4CA748C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AB3BDC17-DC2D-7436-D6A0-08CD483FCEE6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65B4DA96-FF6B-5930-C066-484EA526157A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61989E87-57FC-AFB3-C21F-CD4A92A7725C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7986AA0D-984D-2962-A496-3150CFEB9A08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406B392-795F-47B2-C045-BCE748DBB782}"/>
              </a:ext>
            </a:extLst>
          </p:cNvPr>
          <p:cNvGrpSpPr/>
          <p:nvPr/>
        </p:nvGrpSpPr>
        <p:grpSpPr>
          <a:xfrm>
            <a:off x="-32394" y="5026981"/>
            <a:ext cx="12220541" cy="1579670"/>
            <a:chOff x="259929" y="7380976"/>
            <a:chExt cx="12220541" cy="1579670"/>
          </a:xfrm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A69D2A3C-0F9A-6C06-AF66-BBAE4E75CEAB}"/>
                </a:ext>
              </a:extLst>
            </p:cNvPr>
            <p:cNvGrpSpPr/>
            <p:nvPr/>
          </p:nvGrpSpPr>
          <p:grpSpPr>
            <a:xfrm>
              <a:off x="259929" y="7380976"/>
              <a:ext cx="12220541" cy="1579670"/>
              <a:chOff x="259929" y="7380976"/>
              <a:chExt cx="12220541" cy="1579670"/>
            </a:xfrm>
          </p:grpSpPr>
          <p:grpSp>
            <p:nvGrpSpPr>
              <p:cNvPr id="486" name="그룹 485">
                <a:extLst>
                  <a:ext uri="{FF2B5EF4-FFF2-40B4-BE49-F238E27FC236}">
                    <a16:creationId xmlns:a16="http://schemas.microsoft.com/office/drawing/2014/main" id="{FFECBF9D-1E1E-E742-0633-43F444197993}"/>
                  </a:ext>
                </a:extLst>
              </p:cNvPr>
              <p:cNvGrpSpPr/>
              <p:nvPr/>
            </p:nvGrpSpPr>
            <p:grpSpPr>
              <a:xfrm>
                <a:off x="259929" y="7380976"/>
                <a:ext cx="12220541" cy="1579670"/>
                <a:chOff x="-28541" y="7308909"/>
                <a:chExt cx="12220541" cy="1579670"/>
              </a:xfrm>
            </p:grpSpPr>
            <p:grpSp>
              <p:nvGrpSpPr>
                <p:cNvPr id="487" name="그룹 486">
                  <a:extLst>
                    <a:ext uri="{FF2B5EF4-FFF2-40B4-BE49-F238E27FC236}">
                      <a16:creationId xmlns:a16="http://schemas.microsoft.com/office/drawing/2014/main" id="{301C49B4-3817-4AB9-95E3-74A005D56570}"/>
                    </a:ext>
                  </a:extLst>
                </p:cNvPr>
                <p:cNvGrpSpPr/>
                <p:nvPr/>
              </p:nvGrpSpPr>
              <p:grpSpPr>
                <a:xfrm>
                  <a:off x="-28541" y="7308909"/>
                  <a:ext cx="12220541" cy="1579670"/>
                  <a:chOff x="525572" y="5011630"/>
                  <a:chExt cx="11666428" cy="1579670"/>
                </a:xfrm>
              </p:grpSpPr>
              <p:sp>
                <p:nvSpPr>
                  <p:cNvPr id="504" name="Rectangle 215">
                    <a:extLst>
                      <a:ext uri="{FF2B5EF4-FFF2-40B4-BE49-F238E27FC236}">
                        <a16:creationId xmlns:a16="http://schemas.microsoft.com/office/drawing/2014/main" id="{65BDEEA7-70AC-4FCB-5FE2-68B0F2AA2B83}"/>
                      </a:ext>
                    </a:extLst>
                  </p:cNvPr>
                  <p:cNvSpPr/>
                  <p:nvPr/>
                </p:nvSpPr>
                <p:spPr>
                  <a:xfrm>
                    <a:off x="546100" y="5016500"/>
                    <a:ext cx="11645900" cy="1574800"/>
                  </a:xfrm>
                  <a:prstGeom prst="rect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505" name="Rectangle 216">
                    <a:extLst>
                      <a:ext uri="{FF2B5EF4-FFF2-40B4-BE49-F238E27FC236}">
                        <a16:creationId xmlns:a16="http://schemas.microsoft.com/office/drawing/2014/main" id="{BE2752D7-037F-0C8E-22D4-0C7C524B408D}"/>
                      </a:ext>
                    </a:extLst>
                  </p:cNvPr>
                  <p:cNvSpPr/>
                  <p:nvPr/>
                </p:nvSpPr>
                <p:spPr>
                  <a:xfrm>
                    <a:off x="546100" y="5016500"/>
                    <a:ext cx="355600" cy="203200"/>
                  </a:xfrm>
                  <a:prstGeom prst="rect">
                    <a:avLst/>
                  </a:prstGeom>
                  <a:solidFill>
                    <a:srgbClr val="3C4A60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506" name="TextBox 505">
                    <a:extLst>
                      <a:ext uri="{FF2B5EF4-FFF2-40B4-BE49-F238E27FC236}">
                        <a16:creationId xmlns:a16="http://schemas.microsoft.com/office/drawing/2014/main" id="{AD481125-9FAC-E5EB-2BF2-17F289B22874}"/>
                      </a:ext>
                    </a:extLst>
                  </p:cNvPr>
                  <p:cNvSpPr txBox="1"/>
                  <p:nvPr/>
                </p:nvSpPr>
                <p:spPr>
                  <a:xfrm>
                    <a:off x="525572" y="5031105"/>
                    <a:ext cx="396659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 b="1" dirty="0" err="1">
                        <a:solidFill>
                          <a:srgbClr val="FFFFFF"/>
                        </a:solidFill>
                        <a:latin typeface="+mn-ea"/>
                      </a:rPr>
                      <a:t>번호</a:t>
                    </a:r>
                    <a:endParaRPr sz="900" b="1" dirty="0">
                      <a:solidFill>
                        <a:srgbClr val="FFFFFF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07" name="Rectangle 218">
                    <a:extLst>
                      <a:ext uri="{FF2B5EF4-FFF2-40B4-BE49-F238E27FC236}">
                        <a16:creationId xmlns:a16="http://schemas.microsoft.com/office/drawing/2014/main" id="{8354E93F-A958-036E-A5DB-642E7206D290}"/>
                      </a:ext>
                    </a:extLst>
                  </p:cNvPr>
                  <p:cNvSpPr/>
                  <p:nvPr/>
                </p:nvSpPr>
                <p:spPr>
                  <a:xfrm>
                    <a:off x="901700" y="5016499"/>
                    <a:ext cx="4888750" cy="235101"/>
                  </a:xfrm>
                  <a:prstGeom prst="rect">
                    <a:avLst/>
                  </a:prstGeom>
                  <a:solidFill>
                    <a:srgbClr val="3C4A60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508" name="TextBox 507">
                    <a:extLst>
                      <a:ext uri="{FF2B5EF4-FFF2-40B4-BE49-F238E27FC236}">
                        <a16:creationId xmlns:a16="http://schemas.microsoft.com/office/drawing/2014/main" id="{2294C840-9868-B0B6-9663-2954CA3E0750}"/>
                      </a:ext>
                    </a:extLst>
                  </p:cNvPr>
                  <p:cNvSpPr txBox="1"/>
                  <p:nvPr/>
                </p:nvSpPr>
                <p:spPr>
                  <a:xfrm>
                    <a:off x="3067351" y="5011630"/>
                    <a:ext cx="457872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 b="1" dirty="0">
                        <a:solidFill>
                          <a:srgbClr val="FFFFFF"/>
                        </a:solidFill>
                        <a:latin typeface="+mn-ea"/>
                      </a:rPr>
                      <a:t>설  명</a:t>
                    </a:r>
                  </a:p>
                </p:txBody>
              </p:sp>
              <p:sp>
                <p:nvSpPr>
                  <p:cNvPr id="509" name="Rectangle 220">
                    <a:extLst>
                      <a:ext uri="{FF2B5EF4-FFF2-40B4-BE49-F238E27FC236}">
                        <a16:creationId xmlns:a16="http://schemas.microsoft.com/office/drawing/2014/main" id="{8362D942-311C-DF84-887E-050FF9144085}"/>
                      </a:ext>
                    </a:extLst>
                  </p:cNvPr>
                  <p:cNvSpPr/>
                  <p:nvPr/>
                </p:nvSpPr>
                <p:spPr>
                  <a:xfrm>
                    <a:off x="5797725" y="5016500"/>
                    <a:ext cx="2025474" cy="203200"/>
                  </a:xfrm>
                  <a:prstGeom prst="rect">
                    <a:avLst/>
                  </a:prstGeom>
                  <a:solidFill>
                    <a:srgbClr val="3C4A60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510" name="TextBox 509">
                    <a:extLst>
                      <a:ext uri="{FF2B5EF4-FFF2-40B4-BE49-F238E27FC236}">
                        <a16:creationId xmlns:a16="http://schemas.microsoft.com/office/drawing/2014/main" id="{8E601C1E-63B9-A868-A882-5D8F2C231DC6}"/>
                      </a:ext>
                    </a:extLst>
                  </p:cNvPr>
                  <p:cNvSpPr txBox="1"/>
                  <p:nvPr/>
                </p:nvSpPr>
                <p:spPr>
                  <a:xfrm>
                    <a:off x="5993502" y="5015865"/>
                    <a:ext cx="1637394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sz="900" b="1" dirty="0" err="1">
                        <a:solidFill>
                          <a:srgbClr val="FFFFFF"/>
                        </a:solidFill>
                        <a:latin typeface="+mn-ea"/>
                      </a:rPr>
                      <a:t>이벤트</a:t>
                    </a:r>
                    <a:r>
                      <a:rPr sz="900" b="1" dirty="0">
                        <a:solidFill>
                          <a:srgbClr val="FFFFFF"/>
                        </a:solidFill>
                        <a:latin typeface="+mn-ea"/>
                      </a:rPr>
                      <a:t> </a:t>
                    </a:r>
                    <a:r>
                      <a:rPr sz="900" b="1" dirty="0" err="1">
                        <a:solidFill>
                          <a:srgbClr val="FFFFFF"/>
                        </a:solidFill>
                        <a:latin typeface="+mn-ea"/>
                      </a:rPr>
                      <a:t>타입</a:t>
                    </a:r>
                    <a:endParaRPr sz="900" b="1" dirty="0">
                      <a:solidFill>
                        <a:srgbClr val="FFFFFF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11" name="Rectangle 222">
                    <a:extLst>
                      <a:ext uri="{FF2B5EF4-FFF2-40B4-BE49-F238E27FC236}">
                        <a16:creationId xmlns:a16="http://schemas.microsoft.com/office/drawing/2014/main" id="{3DA001F8-A9F0-B476-C005-B6037BDB0772}"/>
                      </a:ext>
                    </a:extLst>
                  </p:cNvPr>
                  <p:cNvSpPr/>
                  <p:nvPr/>
                </p:nvSpPr>
                <p:spPr>
                  <a:xfrm>
                    <a:off x="7823200" y="5016500"/>
                    <a:ext cx="4368800" cy="203200"/>
                  </a:xfrm>
                  <a:prstGeom prst="rect">
                    <a:avLst/>
                  </a:prstGeom>
                  <a:solidFill>
                    <a:srgbClr val="3C4A60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0325FBC0-01E8-D8A2-BEF2-0CDEF6C5BDED}"/>
                      </a:ext>
                    </a:extLst>
                  </p:cNvPr>
                  <p:cNvSpPr txBox="1"/>
                  <p:nvPr/>
                </p:nvSpPr>
                <p:spPr>
                  <a:xfrm>
                    <a:off x="9778665" y="5015865"/>
                    <a:ext cx="457872" cy="2308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sz="900" b="1">
                        <a:solidFill>
                          <a:srgbClr val="FFFFFF"/>
                        </a:solidFill>
                        <a:latin typeface="+mn-ea"/>
                      </a:rPr>
                      <a:t>비  고</a:t>
                    </a:r>
                  </a:p>
                </p:txBody>
              </p:sp>
              <p:sp>
                <p:nvSpPr>
                  <p:cNvPr id="82" name="Rectangle 224">
                    <a:extLst>
                      <a:ext uri="{FF2B5EF4-FFF2-40B4-BE49-F238E27FC236}">
                        <a16:creationId xmlns:a16="http://schemas.microsoft.com/office/drawing/2014/main" id="{1AABE494-0B46-96E4-F7CA-7F4D0A50D160}"/>
                      </a:ext>
                    </a:extLst>
                  </p:cNvPr>
                  <p:cNvSpPr/>
                  <p:nvPr/>
                </p:nvSpPr>
                <p:spPr>
                  <a:xfrm>
                    <a:off x="546100" y="5219700"/>
                    <a:ext cx="3556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85" name="Rectangle 226">
                    <a:extLst>
                      <a:ext uri="{FF2B5EF4-FFF2-40B4-BE49-F238E27FC236}">
                        <a16:creationId xmlns:a16="http://schemas.microsoft.com/office/drawing/2014/main" id="{7D4B65E6-5684-B4AA-2879-F6AE2DB7084D}"/>
                      </a:ext>
                    </a:extLst>
                  </p:cNvPr>
                  <p:cNvSpPr/>
                  <p:nvPr/>
                </p:nvSpPr>
                <p:spPr>
                  <a:xfrm>
                    <a:off x="901700" y="5219699"/>
                    <a:ext cx="4888750" cy="235101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86" name="Rectangle 228">
                    <a:extLst>
                      <a:ext uri="{FF2B5EF4-FFF2-40B4-BE49-F238E27FC236}">
                        <a16:creationId xmlns:a16="http://schemas.microsoft.com/office/drawing/2014/main" id="{194C87ED-2D5A-651E-3078-E3A7C6AC16FC}"/>
                      </a:ext>
                    </a:extLst>
                  </p:cNvPr>
                  <p:cNvSpPr/>
                  <p:nvPr/>
                </p:nvSpPr>
                <p:spPr>
                  <a:xfrm>
                    <a:off x="5793481" y="5219700"/>
                    <a:ext cx="2029718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87" name="Rectangle 230">
                    <a:extLst>
                      <a:ext uri="{FF2B5EF4-FFF2-40B4-BE49-F238E27FC236}">
                        <a16:creationId xmlns:a16="http://schemas.microsoft.com/office/drawing/2014/main" id="{74E091A1-1D82-1548-5BE4-53E10E55B694}"/>
                      </a:ext>
                    </a:extLst>
                  </p:cNvPr>
                  <p:cNvSpPr/>
                  <p:nvPr/>
                </p:nvSpPr>
                <p:spPr>
                  <a:xfrm>
                    <a:off x="7823200" y="5219700"/>
                    <a:ext cx="43688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88" name="Rectangle 232">
                    <a:extLst>
                      <a:ext uri="{FF2B5EF4-FFF2-40B4-BE49-F238E27FC236}">
                        <a16:creationId xmlns:a16="http://schemas.microsoft.com/office/drawing/2014/main" id="{A81050CF-C0DB-D922-DF2C-074E015685D5}"/>
                      </a:ext>
                    </a:extLst>
                  </p:cNvPr>
                  <p:cNvSpPr/>
                  <p:nvPr/>
                </p:nvSpPr>
                <p:spPr>
                  <a:xfrm>
                    <a:off x="546100" y="5422900"/>
                    <a:ext cx="3556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89" name="Rectangle 234">
                    <a:extLst>
                      <a:ext uri="{FF2B5EF4-FFF2-40B4-BE49-F238E27FC236}">
                        <a16:creationId xmlns:a16="http://schemas.microsoft.com/office/drawing/2014/main" id="{07BD6C30-09A0-157E-543D-533C524D32FE}"/>
                      </a:ext>
                    </a:extLst>
                  </p:cNvPr>
                  <p:cNvSpPr/>
                  <p:nvPr/>
                </p:nvSpPr>
                <p:spPr>
                  <a:xfrm>
                    <a:off x="901700" y="5422899"/>
                    <a:ext cx="4888750" cy="235101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0" name="Rectangle 236">
                    <a:extLst>
                      <a:ext uri="{FF2B5EF4-FFF2-40B4-BE49-F238E27FC236}">
                        <a16:creationId xmlns:a16="http://schemas.microsoft.com/office/drawing/2014/main" id="{84B963B7-64F1-E607-71A1-0509071B7E0A}"/>
                      </a:ext>
                    </a:extLst>
                  </p:cNvPr>
                  <p:cNvSpPr/>
                  <p:nvPr/>
                </p:nvSpPr>
                <p:spPr>
                  <a:xfrm>
                    <a:off x="5793481" y="5422900"/>
                    <a:ext cx="2029718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1" name="Rectangle 238">
                    <a:extLst>
                      <a:ext uri="{FF2B5EF4-FFF2-40B4-BE49-F238E27FC236}">
                        <a16:creationId xmlns:a16="http://schemas.microsoft.com/office/drawing/2014/main" id="{C5C340BF-6BCB-2932-DAD9-60C495B64E4A}"/>
                      </a:ext>
                    </a:extLst>
                  </p:cNvPr>
                  <p:cNvSpPr/>
                  <p:nvPr/>
                </p:nvSpPr>
                <p:spPr>
                  <a:xfrm>
                    <a:off x="7823200" y="5422900"/>
                    <a:ext cx="43688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2" name="Rectangle 240">
                    <a:extLst>
                      <a:ext uri="{FF2B5EF4-FFF2-40B4-BE49-F238E27FC236}">
                        <a16:creationId xmlns:a16="http://schemas.microsoft.com/office/drawing/2014/main" id="{4689F438-902A-4DF9-2A01-7788523CFE77}"/>
                      </a:ext>
                    </a:extLst>
                  </p:cNvPr>
                  <p:cNvSpPr/>
                  <p:nvPr/>
                </p:nvSpPr>
                <p:spPr>
                  <a:xfrm>
                    <a:off x="546100" y="5626100"/>
                    <a:ext cx="3556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3" name="Rectangle 242">
                    <a:extLst>
                      <a:ext uri="{FF2B5EF4-FFF2-40B4-BE49-F238E27FC236}">
                        <a16:creationId xmlns:a16="http://schemas.microsoft.com/office/drawing/2014/main" id="{FA697CE1-A18F-BA3A-116B-0574E4DA1376}"/>
                      </a:ext>
                    </a:extLst>
                  </p:cNvPr>
                  <p:cNvSpPr/>
                  <p:nvPr/>
                </p:nvSpPr>
                <p:spPr>
                  <a:xfrm>
                    <a:off x="901700" y="5626099"/>
                    <a:ext cx="4888750" cy="235101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4" name="Rectangle 244">
                    <a:extLst>
                      <a:ext uri="{FF2B5EF4-FFF2-40B4-BE49-F238E27FC236}">
                        <a16:creationId xmlns:a16="http://schemas.microsoft.com/office/drawing/2014/main" id="{901513D6-3101-8A9D-6D8B-5D9A0C1C9B39}"/>
                      </a:ext>
                    </a:extLst>
                  </p:cNvPr>
                  <p:cNvSpPr/>
                  <p:nvPr/>
                </p:nvSpPr>
                <p:spPr>
                  <a:xfrm>
                    <a:off x="5793481" y="5626100"/>
                    <a:ext cx="2029718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5" name="Rectangle 246">
                    <a:extLst>
                      <a:ext uri="{FF2B5EF4-FFF2-40B4-BE49-F238E27FC236}">
                        <a16:creationId xmlns:a16="http://schemas.microsoft.com/office/drawing/2014/main" id="{893B12FC-D29F-517E-9D04-A51FFB0BF455}"/>
                      </a:ext>
                    </a:extLst>
                  </p:cNvPr>
                  <p:cNvSpPr/>
                  <p:nvPr/>
                </p:nvSpPr>
                <p:spPr>
                  <a:xfrm>
                    <a:off x="7823200" y="5626100"/>
                    <a:ext cx="43688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6" name="Rectangle 248">
                    <a:extLst>
                      <a:ext uri="{FF2B5EF4-FFF2-40B4-BE49-F238E27FC236}">
                        <a16:creationId xmlns:a16="http://schemas.microsoft.com/office/drawing/2014/main" id="{E0592D8B-9713-2146-A443-AD6684751B93}"/>
                      </a:ext>
                    </a:extLst>
                  </p:cNvPr>
                  <p:cNvSpPr/>
                  <p:nvPr/>
                </p:nvSpPr>
                <p:spPr>
                  <a:xfrm>
                    <a:off x="546100" y="5829300"/>
                    <a:ext cx="3556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7" name="Rectangle 250">
                    <a:extLst>
                      <a:ext uri="{FF2B5EF4-FFF2-40B4-BE49-F238E27FC236}">
                        <a16:creationId xmlns:a16="http://schemas.microsoft.com/office/drawing/2014/main" id="{0B4284F0-778F-B2F2-5516-081780B28CDC}"/>
                      </a:ext>
                    </a:extLst>
                  </p:cNvPr>
                  <p:cNvSpPr/>
                  <p:nvPr/>
                </p:nvSpPr>
                <p:spPr>
                  <a:xfrm>
                    <a:off x="901700" y="5829299"/>
                    <a:ext cx="4888750" cy="235101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8" name="Rectangle 252">
                    <a:extLst>
                      <a:ext uri="{FF2B5EF4-FFF2-40B4-BE49-F238E27FC236}">
                        <a16:creationId xmlns:a16="http://schemas.microsoft.com/office/drawing/2014/main" id="{1DFCB057-C9B4-8184-8031-7CEB428BD01C}"/>
                      </a:ext>
                    </a:extLst>
                  </p:cNvPr>
                  <p:cNvSpPr/>
                  <p:nvPr/>
                </p:nvSpPr>
                <p:spPr>
                  <a:xfrm>
                    <a:off x="5793481" y="5829300"/>
                    <a:ext cx="2029718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99" name="Rectangle 254">
                    <a:extLst>
                      <a:ext uri="{FF2B5EF4-FFF2-40B4-BE49-F238E27FC236}">
                        <a16:creationId xmlns:a16="http://schemas.microsoft.com/office/drawing/2014/main" id="{8C56A860-D8C5-3EAA-42D8-D4F112DB57D5}"/>
                      </a:ext>
                    </a:extLst>
                  </p:cNvPr>
                  <p:cNvSpPr/>
                  <p:nvPr/>
                </p:nvSpPr>
                <p:spPr>
                  <a:xfrm>
                    <a:off x="7823200" y="5829300"/>
                    <a:ext cx="43688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0" name="Rectangle 256">
                    <a:extLst>
                      <a:ext uri="{FF2B5EF4-FFF2-40B4-BE49-F238E27FC236}">
                        <a16:creationId xmlns:a16="http://schemas.microsoft.com/office/drawing/2014/main" id="{AE26A9AF-4264-3AF1-DD55-28199B8831C4}"/>
                      </a:ext>
                    </a:extLst>
                  </p:cNvPr>
                  <p:cNvSpPr/>
                  <p:nvPr/>
                </p:nvSpPr>
                <p:spPr>
                  <a:xfrm>
                    <a:off x="546100" y="6032500"/>
                    <a:ext cx="3556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1" name="Rectangle 258">
                    <a:extLst>
                      <a:ext uri="{FF2B5EF4-FFF2-40B4-BE49-F238E27FC236}">
                        <a16:creationId xmlns:a16="http://schemas.microsoft.com/office/drawing/2014/main" id="{C55BF6DB-2055-3F29-5C9B-AFA2CD352654}"/>
                      </a:ext>
                    </a:extLst>
                  </p:cNvPr>
                  <p:cNvSpPr/>
                  <p:nvPr/>
                </p:nvSpPr>
                <p:spPr>
                  <a:xfrm>
                    <a:off x="901700" y="6032499"/>
                    <a:ext cx="4888750" cy="235101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2" name="Rectangle 260">
                    <a:extLst>
                      <a:ext uri="{FF2B5EF4-FFF2-40B4-BE49-F238E27FC236}">
                        <a16:creationId xmlns:a16="http://schemas.microsoft.com/office/drawing/2014/main" id="{A9C41CC3-6673-53BF-4271-20835F2270FD}"/>
                      </a:ext>
                    </a:extLst>
                  </p:cNvPr>
                  <p:cNvSpPr/>
                  <p:nvPr/>
                </p:nvSpPr>
                <p:spPr>
                  <a:xfrm>
                    <a:off x="5793481" y="6032500"/>
                    <a:ext cx="2029718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3" name="Rectangle 262">
                    <a:extLst>
                      <a:ext uri="{FF2B5EF4-FFF2-40B4-BE49-F238E27FC236}">
                        <a16:creationId xmlns:a16="http://schemas.microsoft.com/office/drawing/2014/main" id="{88AF21D5-8F26-8F05-4C41-6308A5562F9E}"/>
                      </a:ext>
                    </a:extLst>
                  </p:cNvPr>
                  <p:cNvSpPr/>
                  <p:nvPr/>
                </p:nvSpPr>
                <p:spPr>
                  <a:xfrm>
                    <a:off x="7823200" y="6032500"/>
                    <a:ext cx="43688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4" name="Rectangle 264">
                    <a:extLst>
                      <a:ext uri="{FF2B5EF4-FFF2-40B4-BE49-F238E27FC236}">
                        <a16:creationId xmlns:a16="http://schemas.microsoft.com/office/drawing/2014/main" id="{2448B2E7-5EFD-BD21-BF58-B65FD9DDCF9B}"/>
                      </a:ext>
                    </a:extLst>
                  </p:cNvPr>
                  <p:cNvSpPr/>
                  <p:nvPr/>
                </p:nvSpPr>
                <p:spPr>
                  <a:xfrm>
                    <a:off x="546100" y="6235700"/>
                    <a:ext cx="3556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5" name="Rectangle 266">
                    <a:extLst>
                      <a:ext uri="{FF2B5EF4-FFF2-40B4-BE49-F238E27FC236}">
                        <a16:creationId xmlns:a16="http://schemas.microsoft.com/office/drawing/2014/main" id="{5DB83975-7E58-B221-4F85-D1E074B8E251}"/>
                      </a:ext>
                    </a:extLst>
                  </p:cNvPr>
                  <p:cNvSpPr/>
                  <p:nvPr/>
                </p:nvSpPr>
                <p:spPr>
                  <a:xfrm>
                    <a:off x="901700" y="6235699"/>
                    <a:ext cx="4888750" cy="207287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6" name="Rectangle 268">
                    <a:extLst>
                      <a:ext uri="{FF2B5EF4-FFF2-40B4-BE49-F238E27FC236}">
                        <a16:creationId xmlns:a16="http://schemas.microsoft.com/office/drawing/2014/main" id="{AF42ED7F-91DC-1265-9D2D-9F968CB6CEFA}"/>
                      </a:ext>
                    </a:extLst>
                  </p:cNvPr>
                  <p:cNvSpPr/>
                  <p:nvPr/>
                </p:nvSpPr>
                <p:spPr>
                  <a:xfrm>
                    <a:off x="5793481" y="6235700"/>
                    <a:ext cx="2029718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sp>
                <p:nvSpPr>
                  <p:cNvPr id="107" name="Rectangle 270">
                    <a:extLst>
                      <a:ext uri="{FF2B5EF4-FFF2-40B4-BE49-F238E27FC236}">
                        <a16:creationId xmlns:a16="http://schemas.microsoft.com/office/drawing/2014/main" id="{A45E7B37-3438-3878-3B1D-C33F20CBED27}"/>
                      </a:ext>
                    </a:extLst>
                  </p:cNvPr>
                  <p:cNvSpPr/>
                  <p:nvPr/>
                </p:nvSpPr>
                <p:spPr>
                  <a:xfrm>
                    <a:off x="7823200" y="6235700"/>
                    <a:ext cx="4368800" cy="203200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">
                    <a:solidFill>
                      <a:srgbClr val="CCCCC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>
                      <a:latin typeface="+mn-ea"/>
                    </a:endParaRPr>
                  </a:p>
                </p:txBody>
              </p:sp>
              <p:grpSp>
                <p:nvGrpSpPr>
                  <p:cNvPr id="108" name="그룹 107">
                    <a:extLst>
                      <a:ext uri="{FF2B5EF4-FFF2-40B4-BE49-F238E27FC236}">
                        <a16:creationId xmlns:a16="http://schemas.microsoft.com/office/drawing/2014/main" id="{CF6145C7-9B07-D659-0AB2-B34ABAD3C013}"/>
                      </a:ext>
                    </a:extLst>
                  </p:cNvPr>
                  <p:cNvGrpSpPr/>
                  <p:nvPr/>
                </p:nvGrpSpPr>
                <p:grpSpPr>
                  <a:xfrm>
                    <a:off x="635723" y="5195570"/>
                    <a:ext cx="9451810" cy="1069724"/>
                    <a:chOff x="635723" y="5227320"/>
                    <a:chExt cx="9451810" cy="1069724"/>
                  </a:xfrm>
                </p:grpSpPr>
                <p:sp>
                  <p:nvSpPr>
                    <p:cNvPr id="109" name="TextBox 108">
                      <a:extLst>
                        <a:ext uri="{FF2B5EF4-FFF2-40B4-BE49-F238E27FC236}">
                          <a16:creationId xmlns:a16="http://schemas.microsoft.com/office/drawing/2014/main" id="{4C3F048E-3AB1-9453-5329-3E9107F048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723" y="5227320"/>
                      <a:ext cx="176355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endParaRPr sz="1000" dirty="0">
                        <a:latin typeface="+mn-ea"/>
                      </a:endParaRPr>
                    </a:p>
                  </p:txBody>
                </p:sp>
                <p:sp>
                  <p:nvSpPr>
                    <p:cNvPr id="110" name="TextBox 109">
                      <a:extLst>
                        <a:ext uri="{FF2B5EF4-FFF2-40B4-BE49-F238E27FC236}">
                          <a16:creationId xmlns:a16="http://schemas.microsoft.com/office/drawing/2014/main" id="{7BC1F1C1-2A1C-BD08-16CE-E47700A4CA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750" y="5253412"/>
                      <a:ext cx="2514619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제출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·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미제출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읽음 요약 배지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+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제출 현황 진척 바</a:t>
                      </a:r>
                    </a:p>
                  </p:txBody>
                </p:sp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94048368-0AE7-B3D2-C899-E323B1FC5E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07092" y="5252480"/>
                      <a:ext cx="2024208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표시 전용</a:t>
                      </a:r>
                      <a:r>
                        <a:rPr lang="en-US" altLang="ko-KR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자동 집계</a:t>
                      </a:r>
                      <a:r>
                        <a:rPr lang="en-US" altLang="ko-KR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)</a:t>
                      </a:r>
                    </a:p>
                  </p:txBody>
                </p:sp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4CF5341A-42A1-3F50-A16F-F6AD84EAD4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2250" y="5252082"/>
                      <a:ext cx="1700490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‘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읽음’은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현행 ‘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읽은이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’ 기능 활용</a:t>
                      </a:r>
                    </a:p>
                  </p:txBody>
                </p:sp>
                <p:sp>
                  <p:nvSpPr>
                    <p:cNvPr id="113" name="TextBox 112">
                      <a:extLst>
                        <a:ext uri="{FF2B5EF4-FFF2-40B4-BE49-F238E27FC236}">
                          <a16:creationId xmlns:a16="http://schemas.microsoft.com/office/drawing/2014/main" id="{A47753B4-DE51-8318-2047-FEF953142D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750" y="5456612"/>
                      <a:ext cx="2379951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전체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제출완료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·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미제출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토글로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기관 목록 필터</a:t>
                      </a:r>
                    </a:p>
                  </p:txBody>
                </p:sp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5DBFE0FB-ED87-066E-2FE1-21B6A5DB84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24514" y="5454129"/>
                      <a:ext cx="118936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ko-KR" altLang="en-US" sz="900" b="1" dirty="0" err="1">
                          <a:solidFill>
                            <a:srgbClr val="2E4470"/>
                          </a:solidFill>
                          <a:latin typeface="Noto Sans KR"/>
                        </a:rPr>
                        <a:t>토글</a:t>
                      </a:r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 선택 → 목록 갱신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4278B3DC-EFE4-B726-F026-09F2CF1732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2250" y="5455282"/>
                      <a:ext cx="1715793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기본값 ‘전체’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기관명 검색 병행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94EBB308-B828-EE10-D170-8169F21857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750" y="5659812"/>
                      <a:ext cx="2061645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미제출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기관만 선별해 일괄 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알림톡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발송</a:t>
                      </a: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7308349B-4923-3860-1B5D-DBAA73C4DA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6497" y="5666422"/>
                      <a:ext cx="1645399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버튼 클릭 → 확인 팝업 → 발송</a:t>
                      </a:r>
                    </a:p>
                  </p:txBody>
                </p:sp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40E3D5B5-A5DF-4ED7-82F8-771FEA1142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2250" y="5658482"/>
                      <a:ext cx="1822915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발송 대상 수 표시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중복 발송 방지</a:t>
                      </a:r>
                    </a:p>
                  </p:txBody>
                </p:sp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89EC1E86-F71B-7A2A-CA73-E4AF0F3C67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750" y="5863012"/>
                      <a:ext cx="2955351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제출 파일을 하나로 병합해 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내려받기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엑셀 취합 다운로드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)</a:t>
                      </a:r>
                    </a:p>
                  </p:txBody>
                </p:sp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019C8392-B006-A758-7112-B4F576CF21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32988" y="5866156"/>
                      <a:ext cx="1772415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버튼 클릭 → 파일 생성</a:t>
                      </a:r>
                      <a:r>
                        <a:rPr lang="en-US" altLang="ko-KR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다운로드</a:t>
                      </a:r>
                    </a:p>
                  </p:txBody>
                </p:sp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06125CFF-DAE8-D5A3-2BEA-49CE0A4939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2250" y="5861682"/>
                      <a:ext cx="1734157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현행 ‘댓글 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엑셀다운로드’의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확장</a:t>
                      </a:r>
                    </a:p>
                  </p:txBody>
                </p:sp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E1DD11D4-AAB7-EE30-3C0C-B80AFBC85A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750" y="6066212"/>
                      <a:ext cx="2084600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제출 첨부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zip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일괄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기관 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단건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다운로드</a:t>
                      </a:r>
                    </a:p>
                  </p:txBody>
                </p:sp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D67C2B2C-DCED-B43E-E16F-7D4DE1E04E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28047" y="6055506"/>
                      <a:ext cx="1982298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2E4470"/>
                          </a:solidFill>
                          <a:latin typeface="Noto Sans KR"/>
                        </a:rPr>
                        <a:t>버튼 클릭 → 다운로드</a:t>
                      </a:r>
                    </a:p>
                  </p:txBody>
                </p:sp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76F4AC23-BDA8-3764-8411-DC606CCD30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2250" y="6064882"/>
                      <a:ext cx="2245283" cy="2308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미제출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행은 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[</a:t>
                      </a:r>
                      <a:r>
                        <a:rPr lang="ko-KR" altLang="en-US" sz="900" b="0" dirty="0" err="1">
                          <a:solidFill>
                            <a:srgbClr val="222222"/>
                          </a:solidFill>
                          <a:latin typeface="Noto Sans KR"/>
                        </a:rPr>
                        <a:t>제출알림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 발송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]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Noto Sans KR"/>
                        </a:rPr>
                        <a:t>버튼으로 분기</a:t>
                      </a:r>
                    </a:p>
                  </p:txBody>
                </p:sp>
              </p:grpSp>
            </p:grpSp>
            <p:grpSp>
              <p:nvGrpSpPr>
                <p:cNvPr id="488" name="그룹 487">
                  <a:extLst>
                    <a:ext uri="{FF2B5EF4-FFF2-40B4-BE49-F238E27FC236}">
                      <a16:creationId xmlns:a16="http://schemas.microsoft.com/office/drawing/2014/main" id="{9C6048D9-6053-088A-B2A5-3AF45908DCD0}"/>
                    </a:ext>
                  </a:extLst>
                </p:cNvPr>
                <p:cNvGrpSpPr/>
                <p:nvPr/>
              </p:nvGrpSpPr>
              <p:grpSpPr>
                <a:xfrm>
                  <a:off x="0" y="7537742"/>
                  <a:ext cx="388800" cy="977320"/>
                  <a:chOff x="-8170" y="5251087"/>
                  <a:chExt cx="388800" cy="977320"/>
                </a:xfrm>
              </p:grpSpPr>
              <p:grpSp>
                <p:nvGrpSpPr>
                  <p:cNvPr id="489" name="그룹 488">
                    <a:extLst>
                      <a:ext uri="{FF2B5EF4-FFF2-40B4-BE49-F238E27FC236}">
                        <a16:creationId xmlns:a16="http://schemas.microsoft.com/office/drawing/2014/main" id="{BE708035-DC92-FEF1-FCD3-7FB0CAF454EC}"/>
                      </a:ext>
                    </a:extLst>
                  </p:cNvPr>
                  <p:cNvGrpSpPr/>
                  <p:nvPr/>
                </p:nvGrpSpPr>
                <p:grpSpPr>
                  <a:xfrm>
                    <a:off x="-8170" y="5251087"/>
                    <a:ext cx="388800" cy="165600"/>
                    <a:chOff x="-6196500" y="784788"/>
                    <a:chExt cx="388800" cy="165600"/>
                  </a:xfrm>
                </p:grpSpPr>
                <p:sp>
                  <p:nvSpPr>
                    <p:cNvPr id="502" name="Oval 468">
                      <a:extLst>
                        <a:ext uri="{FF2B5EF4-FFF2-40B4-BE49-F238E27FC236}">
                          <a16:creationId xmlns:a16="http://schemas.microsoft.com/office/drawing/2014/main" id="{58E69CB0-543C-477A-B246-262C035C59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6084900" y="784788"/>
                      <a:ext cx="165600" cy="165600"/>
                    </a:xfrm>
                    <a:prstGeom prst="ellipse">
                      <a:avLst/>
                    </a:prstGeom>
                    <a:solidFill>
                      <a:srgbClr val="2E4470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503" name="TextBox 502">
                      <a:extLst>
                        <a:ext uri="{FF2B5EF4-FFF2-40B4-BE49-F238E27FC236}">
                          <a16:creationId xmlns:a16="http://schemas.microsoft.com/office/drawing/2014/main" id="{AA7B0A57-914B-C74F-9FF9-3AFCEE6B60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196500" y="784788"/>
                      <a:ext cx="388800" cy="1656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000" tIns="0" rIns="18000" bIns="0" anchor="ctr">
                      <a:spAutoFit/>
                    </a:bodyPr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Noto Sans KR"/>
                        </a:rPr>
                        <a:t>1</a:t>
                      </a:r>
                    </a:p>
                  </p:txBody>
                </p:sp>
              </p:grpSp>
              <p:grpSp>
                <p:nvGrpSpPr>
                  <p:cNvPr id="490" name="그룹 489">
                    <a:extLst>
                      <a:ext uri="{FF2B5EF4-FFF2-40B4-BE49-F238E27FC236}">
                        <a16:creationId xmlns:a16="http://schemas.microsoft.com/office/drawing/2014/main" id="{E2949208-3A31-F8C6-3B6F-340AA86401B7}"/>
                      </a:ext>
                    </a:extLst>
                  </p:cNvPr>
                  <p:cNvGrpSpPr/>
                  <p:nvPr/>
                </p:nvGrpSpPr>
                <p:grpSpPr>
                  <a:xfrm>
                    <a:off x="-8170" y="5456570"/>
                    <a:ext cx="388800" cy="165600"/>
                    <a:chOff x="-6196500" y="1051188"/>
                    <a:chExt cx="388800" cy="165600"/>
                  </a:xfrm>
                </p:grpSpPr>
                <p:sp>
                  <p:nvSpPr>
                    <p:cNvPr id="500" name="Oval 474">
                      <a:extLst>
                        <a:ext uri="{FF2B5EF4-FFF2-40B4-BE49-F238E27FC236}">
                          <a16:creationId xmlns:a16="http://schemas.microsoft.com/office/drawing/2014/main" id="{584D8B4D-2ABE-E764-A714-21B7781EA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6084900" y="1051188"/>
                      <a:ext cx="165600" cy="165600"/>
                    </a:xfrm>
                    <a:prstGeom prst="ellipse">
                      <a:avLst/>
                    </a:prstGeom>
                    <a:solidFill>
                      <a:srgbClr val="2E4470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501" name="TextBox 500">
                      <a:extLst>
                        <a:ext uri="{FF2B5EF4-FFF2-40B4-BE49-F238E27FC236}">
                          <a16:creationId xmlns:a16="http://schemas.microsoft.com/office/drawing/2014/main" id="{FBDE47D1-7470-D83F-73D4-5B8166F8B9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196500" y="1051188"/>
                      <a:ext cx="388800" cy="1656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000" tIns="0" rIns="18000" bIns="0" anchor="ctr">
                      <a:spAutoFit/>
                    </a:bodyPr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Noto Sans KR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491" name="그룹 490">
                    <a:extLst>
                      <a:ext uri="{FF2B5EF4-FFF2-40B4-BE49-F238E27FC236}">
                        <a16:creationId xmlns:a16="http://schemas.microsoft.com/office/drawing/2014/main" id="{104C64BE-F4BF-E042-2F22-2A5FF9B5E351}"/>
                      </a:ext>
                    </a:extLst>
                  </p:cNvPr>
                  <p:cNvGrpSpPr/>
                  <p:nvPr/>
                </p:nvGrpSpPr>
                <p:grpSpPr>
                  <a:xfrm>
                    <a:off x="-8170" y="5655503"/>
                    <a:ext cx="388800" cy="165600"/>
                    <a:chOff x="-6196500" y="1317588"/>
                    <a:chExt cx="388800" cy="165600"/>
                  </a:xfrm>
                </p:grpSpPr>
                <p:sp>
                  <p:nvSpPr>
                    <p:cNvPr id="498" name="Oval 480">
                      <a:extLst>
                        <a:ext uri="{FF2B5EF4-FFF2-40B4-BE49-F238E27FC236}">
                          <a16:creationId xmlns:a16="http://schemas.microsoft.com/office/drawing/2014/main" id="{8F0A7B25-9321-E25E-EBAE-D33F867C83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6084900" y="1317588"/>
                      <a:ext cx="165600" cy="165600"/>
                    </a:xfrm>
                    <a:prstGeom prst="ellipse">
                      <a:avLst/>
                    </a:prstGeom>
                    <a:solidFill>
                      <a:srgbClr val="2E4470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499" name="TextBox 498">
                      <a:extLst>
                        <a:ext uri="{FF2B5EF4-FFF2-40B4-BE49-F238E27FC236}">
                          <a16:creationId xmlns:a16="http://schemas.microsoft.com/office/drawing/2014/main" id="{577A5862-09C7-8E08-6701-13D102C899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196500" y="1317588"/>
                      <a:ext cx="388800" cy="1656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000" tIns="0" rIns="18000" bIns="0" anchor="ctr">
                      <a:spAutoFit/>
                    </a:bodyPr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Noto Sans KR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492" name="그룹 491">
                    <a:extLst>
                      <a:ext uri="{FF2B5EF4-FFF2-40B4-BE49-F238E27FC236}">
                        <a16:creationId xmlns:a16="http://schemas.microsoft.com/office/drawing/2014/main" id="{6A75A082-6CA8-F815-3970-0D88337A5DAF}"/>
                      </a:ext>
                    </a:extLst>
                  </p:cNvPr>
                  <p:cNvGrpSpPr/>
                  <p:nvPr/>
                </p:nvGrpSpPr>
                <p:grpSpPr>
                  <a:xfrm>
                    <a:off x="-8170" y="5862505"/>
                    <a:ext cx="388800" cy="165600"/>
                    <a:chOff x="-6196500" y="1583988"/>
                    <a:chExt cx="388800" cy="165600"/>
                  </a:xfrm>
                </p:grpSpPr>
                <p:sp>
                  <p:nvSpPr>
                    <p:cNvPr id="496" name="Oval 486">
                      <a:extLst>
                        <a:ext uri="{FF2B5EF4-FFF2-40B4-BE49-F238E27FC236}">
                          <a16:creationId xmlns:a16="http://schemas.microsoft.com/office/drawing/2014/main" id="{BBF14AEC-C02A-B494-3C31-31A0700EF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6084900" y="1583988"/>
                      <a:ext cx="165600" cy="165600"/>
                    </a:xfrm>
                    <a:prstGeom prst="ellipse">
                      <a:avLst/>
                    </a:prstGeom>
                    <a:solidFill>
                      <a:srgbClr val="2E4470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497" name="TextBox 496">
                      <a:extLst>
                        <a:ext uri="{FF2B5EF4-FFF2-40B4-BE49-F238E27FC236}">
                          <a16:creationId xmlns:a16="http://schemas.microsoft.com/office/drawing/2014/main" id="{84511051-57B8-4945-9DD4-9FFBE969E9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196500" y="1583988"/>
                      <a:ext cx="388800" cy="1656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000" tIns="0" rIns="18000" bIns="0" anchor="ctr">
                      <a:sp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4</a:t>
                      </a:r>
                    </a:p>
                  </p:txBody>
                </p:sp>
              </p:grpSp>
              <p:grpSp>
                <p:nvGrpSpPr>
                  <p:cNvPr id="493" name="그룹 492">
                    <a:extLst>
                      <a:ext uri="{FF2B5EF4-FFF2-40B4-BE49-F238E27FC236}">
                        <a16:creationId xmlns:a16="http://schemas.microsoft.com/office/drawing/2014/main" id="{EE2A447F-2301-7057-D349-9128A879C12C}"/>
                      </a:ext>
                    </a:extLst>
                  </p:cNvPr>
                  <p:cNvGrpSpPr/>
                  <p:nvPr/>
                </p:nvGrpSpPr>
                <p:grpSpPr>
                  <a:xfrm>
                    <a:off x="-8170" y="6062807"/>
                    <a:ext cx="388800" cy="165600"/>
                    <a:chOff x="-6196500" y="1850388"/>
                    <a:chExt cx="388800" cy="165600"/>
                  </a:xfrm>
                </p:grpSpPr>
                <p:sp>
                  <p:nvSpPr>
                    <p:cNvPr id="494" name="Oval 492">
                      <a:extLst>
                        <a:ext uri="{FF2B5EF4-FFF2-40B4-BE49-F238E27FC236}">
                          <a16:creationId xmlns:a16="http://schemas.microsoft.com/office/drawing/2014/main" id="{B2512290-9425-80E7-AC5B-EEB715E35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6084900" y="1850388"/>
                      <a:ext cx="165600" cy="165600"/>
                    </a:xfrm>
                    <a:prstGeom prst="ellipse">
                      <a:avLst/>
                    </a:prstGeom>
                    <a:solidFill>
                      <a:srgbClr val="2E4470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  <p:sp>
                  <p:nvSpPr>
                    <p:cNvPr id="495" name="TextBox 494">
                      <a:extLst>
                        <a:ext uri="{FF2B5EF4-FFF2-40B4-BE49-F238E27FC236}">
                          <a16:creationId xmlns:a16="http://schemas.microsoft.com/office/drawing/2014/main" id="{604369F8-4AB4-F68D-5705-E427FE243F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6196500" y="1850388"/>
                      <a:ext cx="388800" cy="1656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000" tIns="0" rIns="18000" bIns="0" anchor="ctr">
                      <a:spAutoFit/>
                    </a:bodyPr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Noto Sans KR"/>
                        </a:rPr>
                        <a:t>5</a:t>
                      </a:r>
                    </a:p>
                  </p:txBody>
                </p:sp>
              </p:grpSp>
            </p:grpSp>
          </p:grp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03DCF0DC-EE76-AF70-095F-0387C7828367}"/>
                  </a:ext>
                </a:extLst>
              </p:cNvPr>
              <p:cNvGrpSpPr/>
              <p:nvPr/>
            </p:nvGrpSpPr>
            <p:grpSpPr>
              <a:xfrm>
                <a:off x="286151" y="8623642"/>
                <a:ext cx="388800" cy="165600"/>
                <a:chOff x="-6201094" y="2116788"/>
                <a:chExt cx="388800" cy="165600"/>
              </a:xfrm>
            </p:grpSpPr>
            <p:sp>
              <p:nvSpPr>
                <p:cNvPr id="127" name="Oval 492">
                  <a:extLst>
                    <a:ext uri="{FF2B5EF4-FFF2-40B4-BE49-F238E27FC236}">
                      <a16:creationId xmlns:a16="http://schemas.microsoft.com/office/drawing/2014/main" id="{C5BE0885-C62D-D8BE-840D-049A415DB03B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9A98812F-BB95-9278-20BD-C7443EDC29F7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F121EBC0-7A39-71D2-C20E-5BD2D063459C}"/>
                </a:ext>
              </a:extLst>
            </p:cNvPr>
            <p:cNvGrpSpPr/>
            <p:nvPr/>
          </p:nvGrpSpPr>
          <p:grpSpPr>
            <a:xfrm>
              <a:off x="673790" y="8605594"/>
              <a:ext cx="9598431" cy="233911"/>
              <a:chOff x="673790" y="8605594"/>
              <a:chExt cx="9598431" cy="233911"/>
            </a:xfrm>
          </p:grpSpPr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CFF5E6E3-6D5E-69D8-8D81-785BAEA3E420}"/>
                  </a:ext>
                </a:extLst>
              </p:cNvPr>
              <p:cNvSpPr txBox="1"/>
              <p:nvPr/>
            </p:nvSpPr>
            <p:spPr>
              <a:xfrm>
                <a:off x="673790" y="8608673"/>
                <a:ext cx="250581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기관별 제출상태</a:t>
                </a:r>
                <a:r>
                  <a:rPr lang="en-US" altLang="ko-KR" sz="900" b="0" dirty="0">
                    <a:solidFill>
                      <a:srgbClr val="222222"/>
                    </a:solidFill>
                    <a:latin typeface="Noto Sans KR"/>
                  </a:rPr>
                  <a:t>·</a:t>
                </a:r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일시</a:t>
                </a:r>
                <a:r>
                  <a:rPr lang="en-US" altLang="ko-KR" sz="900" b="0" dirty="0">
                    <a:solidFill>
                      <a:srgbClr val="222222"/>
                    </a:solidFill>
                    <a:latin typeface="Noto Sans KR"/>
                  </a:rPr>
                  <a:t>·</a:t>
                </a:r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첨부</a:t>
                </a:r>
                <a:r>
                  <a:rPr lang="en-US" altLang="ko-KR" sz="900" b="0" dirty="0">
                    <a:solidFill>
                      <a:srgbClr val="222222"/>
                    </a:solidFill>
                    <a:latin typeface="Noto Sans KR"/>
                  </a:rPr>
                  <a:t>·</a:t>
                </a:r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담당자 매트릭스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6BC0266A-A49B-C3F5-A6FD-067A08E45876}"/>
                  </a:ext>
                </a:extLst>
              </p:cNvPr>
              <p:cNvSpPr txBox="1"/>
              <p:nvPr/>
            </p:nvSpPr>
            <p:spPr>
              <a:xfrm>
                <a:off x="5797800" y="8636771"/>
                <a:ext cx="2115000" cy="138499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2E4470"/>
                    </a:solidFill>
                    <a:latin typeface="+mn-ea"/>
                  </a:rPr>
                  <a:t>헤더</a:t>
                </a:r>
                <a:r>
                  <a:rPr sz="900" b="1" dirty="0">
                    <a:solidFill>
                      <a:srgbClr val="2E4470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2E4470"/>
                    </a:solidFill>
                    <a:latin typeface="+mn-ea"/>
                  </a:rPr>
                  <a:t>클릭</a:t>
                </a:r>
                <a:r>
                  <a:rPr sz="900" b="1" dirty="0">
                    <a:solidFill>
                      <a:srgbClr val="2E4470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2E4470"/>
                    </a:solidFill>
                    <a:latin typeface="+mn-ea"/>
                  </a:rPr>
                  <a:t>정렬</a:t>
                </a:r>
                <a:r>
                  <a:rPr sz="900" b="1" dirty="0">
                    <a:solidFill>
                      <a:srgbClr val="2E4470"/>
                    </a:solidFill>
                    <a:latin typeface="+mn-ea"/>
                  </a:rPr>
                  <a:t> / </a:t>
                </a:r>
                <a:r>
                  <a:rPr sz="900" b="1" dirty="0" err="1">
                    <a:solidFill>
                      <a:srgbClr val="2E4470"/>
                    </a:solidFill>
                    <a:latin typeface="+mn-ea"/>
                  </a:rPr>
                  <a:t>파일</a:t>
                </a:r>
                <a:r>
                  <a:rPr sz="900" b="1" dirty="0">
                    <a:solidFill>
                      <a:srgbClr val="2E4470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2E4470"/>
                    </a:solidFill>
                    <a:latin typeface="+mn-ea"/>
                  </a:rPr>
                  <a:t>클릭</a:t>
                </a:r>
                <a:r>
                  <a:rPr sz="900" b="1" dirty="0">
                    <a:solidFill>
                      <a:srgbClr val="2E4470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2E4470"/>
                    </a:solidFill>
                    <a:latin typeface="+mn-ea"/>
                  </a:rPr>
                  <a:t>다운로드</a:t>
                </a:r>
                <a:endParaRPr sz="900" b="1" dirty="0">
                  <a:solidFill>
                    <a:srgbClr val="2E4470"/>
                  </a:solidFill>
                  <a:latin typeface="+mn-ea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C42E1C2-BB8E-B8A0-7BF2-92993F76B51D}"/>
                  </a:ext>
                </a:extLst>
              </p:cNvPr>
              <p:cNvSpPr txBox="1"/>
              <p:nvPr/>
            </p:nvSpPr>
            <p:spPr>
              <a:xfrm>
                <a:off x="7920295" y="8605594"/>
                <a:ext cx="235192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ko-KR" altLang="en-US" sz="900" b="0" dirty="0" err="1">
                    <a:solidFill>
                      <a:srgbClr val="222222"/>
                    </a:solidFill>
                    <a:latin typeface="Noto Sans KR"/>
                  </a:rPr>
                  <a:t>미제출</a:t>
                </a:r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 행 빨강 강조 </a:t>
                </a:r>
                <a:r>
                  <a:rPr lang="en-US" altLang="ko-KR" sz="900" b="0" dirty="0">
                    <a:solidFill>
                      <a:srgbClr val="222222"/>
                    </a:solidFill>
                    <a:latin typeface="Noto Sans KR"/>
                  </a:rPr>
                  <a:t>/ ‘</a:t>
                </a:r>
                <a:r>
                  <a:rPr lang="ko-KR" altLang="en-US" sz="900" b="0" dirty="0" err="1">
                    <a:solidFill>
                      <a:srgbClr val="222222"/>
                    </a:solidFill>
                    <a:latin typeface="Noto Sans KR"/>
                  </a:rPr>
                  <a:t>미제출</a:t>
                </a:r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 </a:t>
                </a:r>
                <a:r>
                  <a:rPr lang="en-US" altLang="ko-KR" sz="900" b="0" dirty="0">
                    <a:solidFill>
                      <a:srgbClr val="222222"/>
                    </a:solidFill>
                    <a:latin typeface="Noto Sans KR"/>
                  </a:rPr>
                  <a:t>N</a:t>
                </a:r>
                <a:r>
                  <a:rPr lang="ko-KR" altLang="en-US" sz="900" b="0" dirty="0">
                    <a:solidFill>
                      <a:srgbClr val="222222"/>
                    </a:solidFill>
                    <a:latin typeface="Noto Sans KR"/>
                  </a:rPr>
                  <a:t>개 더 보기’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1706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SCR-NEW-2xx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자료요청 — 제출·취합 구조 재설계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6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필터 순서 조정 · 제출 방식 · 뷰페이지 보완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750459" cy="144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144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필터·목록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필터 탭 순서 변경: 권한 필터 아래에 게시글 진행(상태) 필터 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현행 제출: ‘메모’명으로 첨부파일 업로드 후 댓글 형식 제출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신규 등록 화면 도입 시 제출 흐름 표준화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059" y="972000"/>
            <a:ext cx="5750459" cy="144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6059" y="972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59" y="972000"/>
            <a:ext cx="43200" cy="14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059" y="972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자료요청 뷰페이지 (누락 보완)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059" y="1314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작성자 본인이 자신이 올린 자료요청을 확인할 화면 부재 → 신설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59" y="15156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후임자가 전임자의 자료요청 내역을 조회할 수 있어야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059" y="1717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본인 제출글을 원본 자료요청과 함께 보여줘 맥락 확인 가능하게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/>
          <p:cNvGrpSpPr/>
          <p:nvPr/>
        </p:nvGrpSpPr>
        <p:grpSpPr>
          <a:xfrm>
            <a:off x="-28541" y="-7210"/>
            <a:ext cx="12220541" cy="6865210"/>
            <a:chOff x="-28541" y="-7210"/>
            <a:chExt cx="12220541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1" y="5011746"/>
              <a:ext cx="12220541" cy="1574800"/>
              <a:chOff x="525572" y="5016500"/>
              <a:chExt cx="11666428" cy="1574800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>
                <a:off x="574541" y="5233670"/>
                <a:ext cx="298719" cy="652621"/>
                <a:chOff x="574541" y="5265420"/>
                <a:chExt cx="298719" cy="652621"/>
              </a:xfrm>
            </p:grpSpPr>
            <p:sp>
              <p:nvSpPr>
                <p:cNvPr id="37" name="TextBox 36"/>
                <p:cNvSpPr txBox="1"/>
                <p:nvPr/>
              </p:nvSpPr>
              <p:spPr>
                <a:xfrm>
                  <a:off x="574541" y="5265420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①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574541" y="5468620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②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574541" y="5671820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③</a:t>
                  </a:r>
                </a:p>
              </p:txBody>
            </p:sp>
          </p:grp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1900" cy="4375271"/>
              <a:chOff x="9690100" y="635000"/>
              <a:chExt cx="250190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73100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49500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사용 컴포넌트</a:t>
                </a: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0" y="358140"/>
            <a:ext cx="44704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+mn-ea"/>
              </a:rPr>
              <a:t>마이페이지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 &gt;  </a:t>
            </a:r>
            <a:r>
              <a:rPr sz="1100" b="1" dirty="0" err="1">
                <a:solidFill>
                  <a:srgbClr val="FFFFFF"/>
                </a:solidFill>
                <a:latin typeface="+mn-ea"/>
              </a:rPr>
              <a:t>권한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+mn-ea"/>
              </a:rPr>
              <a:t>신청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955861" y="381000"/>
            <a:ext cx="2198039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AABBCC"/>
                </a:solidFill>
                <a:latin typeface="+mn-ea"/>
              </a:rPr>
              <a:t>홈  &gt; 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마이페이지</a:t>
            </a:r>
            <a:r>
              <a:rPr sz="1000" dirty="0">
                <a:solidFill>
                  <a:srgbClr val="AABBCC"/>
                </a:solidFill>
                <a:latin typeface="+mn-ea"/>
              </a:rPr>
              <a:t>  &gt; 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권한</a:t>
            </a:r>
            <a:r>
              <a:rPr sz="1000" dirty="0">
                <a:solidFill>
                  <a:srgbClr val="AABBCC"/>
                </a:solidFill>
                <a:latin typeface="+mn-ea"/>
              </a:rPr>
              <a:t>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신청</a:t>
            </a:r>
            <a:r>
              <a:rPr lang="en-US" sz="1000" dirty="0">
                <a:solidFill>
                  <a:srgbClr val="AABBCC"/>
                </a:solidFill>
                <a:latin typeface="+mn-ea"/>
              </a:rPr>
              <a:t>(1/2)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120971" y="6642100"/>
            <a:ext cx="2032929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SCR-NEW-301  | 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사용자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권한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신청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화면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-7038" y="635000"/>
            <a:ext cx="9697138" cy="268932"/>
            <a:chOff x="546100" y="635000"/>
            <a:chExt cx="9144000" cy="268932"/>
          </a:xfrm>
        </p:grpSpPr>
        <p:sp>
          <p:nvSpPr>
            <p:cNvPr id="87" name="Rectangle 18"/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60400" y="650240"/>
              <a:ext cx="124129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메뉴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접근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신청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625344" y="673100"/>
              <a:ext cx="10266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900">
                  <a:solidFill>
                    <a:srgbClr val="FFCCCC"/>
                  </a:solidFill>
                  <a:latin typeface="+mn-ea"/>
                </a:rPr>
                <a:t>＊ 필수 입력 항목</a:t>
              </a:r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9779000" y="1092200"/>
            <a:ext cx="2324100" cy="3446472"/>
            <a:chOff x="9779000" y="1092200"/>
            <a:chExt cx="2324100" cy="3446472"/>
          </a:xfrm>
        </p:grpSpPr>
        <p:sp>
          <p:nvSpPr>
            <p:cNvPr id="91" name="TextBox 90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SCR-NEW-301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사용자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신청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화면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(1/2)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 (로그인)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마이페이지 &gt; 권한 신청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779000" y="25527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체크박스 — 메뉴 다중 선택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779000" y="27051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텍스트박스 — 신청 사유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779000" y="2857500"/>
              <a:ext cx="13901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드롭박스 — 직위 선택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779000" y="3009900"/>
              <a:ext cx="13901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체크박스 — 긴급 여부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779000" y="31623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표(리스트) — 신청 이력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9779000" y="3314700"/>
              <a:ext cx="13324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 — 신청 제출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779000" y="3660140"/>
              <a:ext cx="793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개선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포인트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779000" y="3850640"/>
              <a:ext cx="165942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전화·메일 신청 → 시스템화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9779000" y="4003040"/>
              <a:ext cx="13901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신청 이력 실시간 조회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9779000" y="4155440"/>
              <a:ext cx="13901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결과 알림톡 자동 발송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779000" y="4307840"/>
              <a:ext cx="12747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긴급 처리 옵션 제공</a:t>
              </a: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365452" y="5230177"/>
            <a:ext cx="9311522" cy="637232"/>
            <a:chOff x="927100" y="5275897"/>
            <a:chExt cx="8868363" cy="637232"/>
          </a:xfrm>
        </p:grpSpPr>
        <p:sp>
          <p:nvSpPr>
            <p:cNvPr id="107" name="TextBox 106"/>
            <p:cNvSpPr txBox="1"/>
            <p:nvPr/>
          </p:nvSpPr>
          <p:spPr>
            <a:xfrm>
              <a:off x="927100" y="5275897"/>
              <a:ext cx="33819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신청 메뉴 체크박스 — 최소 1개 이상 선택 필수; 각 메뉴 설명 표시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6818725" y="5275897"/>
              <a:ext cx="8659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체크박스 선택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7848600" y="5275897"/>
              <a:ext cx="15865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이미 보유한 권한은 비활성화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27100" y="5479097"/>
              <a:ext cx="338807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신청 사유 입력 (최대 500자) — 상세 기재 권장, 빈 값 제출 시 오류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873687" y="5479097"/>
              <a:ext cx="75602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텍스트 입력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7848600" y="5479097"/>
              <a:ext cx="194686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관리자가 사유를 검토하여 승인/반려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27100" y="5682297"/>
              <a:ext cx="33544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소속 부서명 입력 + 직위 드롭박스 선택 — 권한 검토 시 참고 정보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638573" y="5682297"/>
              <a:ext cx="12262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텍스트/드롭박스 입력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848600" y="5682297"/>
              <a:ext cx="15071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자동 조직도 연동 검토 가능</a:t>
              </a:r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61542" y="957580"/>
            <a:ext cx="9593586" cy="3124200"/>
            <a:chOff x="800100" y="914400"/>
            <a:chExt cx="9593586" cy="3124200"/>
          </a:xfrm>
        </p:grpSpPr>
        <p:sp>
          <p:nvSpPr>
            <p:cNvPr id="126" name="Rectangle 21"/>
            <p:cNvSpPr/>
            <p:nvPr/>
          </p:nvSpPr>
          <p:spPr>
            <a:xfrm>
              <a:off x="800100" y="914400"/>
              <a:ext cx="1524000" cy="10160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38200" y="9779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신청 메뉴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981200" y="952500"/>
              <a:ext cx="31290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29" name="Rectangle 39"/>
            <p:cNvSpPr/>
            <p:nvPr/>
          </p:nvSpPr>
          <p:spPr>
            <a:xfrm>
              <a:off x="800100" y="1981200"/>
              <a:ext cx="1524000" cy="660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38200" y="20447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신청 사유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981200" y="2019300"/>
              <a:ext cx="31290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32" name="Rectangle 46"/>
            <p:cNvSpPr/>
            <p:nvPr/>
          </p:nvSpPr>
          <p:spPr>
            <a:xfrm>
              <a:off x="800100" y="2692400"/>
              <a:ext cx="1524000" cy="27432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38200" y="27559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소속 부서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981200" y="2730500"/>
              <a:ext cx="31290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137" name="Rectangle 62"/>
            <p:cNvSpPr/>
            <p:nvPr/>
          </p:nvSpPr>
          <p:spPr>
            <a:xfrm>
              <a:off x="800100" y="3530600"/>
              <a:ext cx="9593586" cy="508000"/>
            </a:xfrm>
            <a:prstGeom prst="rect">
              <a:avLst/>
            </a:prstGeom>
            <a:solidFill>
              <a:srgbClr val="F0F4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25500" y="3556000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신청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프로세스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</p:grpSp>
      <p:grpSp>
        <p:nvGrpSpPr>
          <p:cNvPr id="153" name="그룹 152"/>
          <p:cNvGrpSpPr/>
          <p:nvPr/>
        </p:nvGrpSpPr>
        <p:grpSpPr>
          <a:xfrm>
            <a:off x="1699320" y="953524"/>
            <a:ext cx="7955808" cy="2072332"/>
            <a:chOff x="2324100" y="914400"/>
            <a:chExt cx="5778500" cy="2072332"/>
          </a:xfrm>
        </p:grpSpPr>
        <p:sp>
          <p:nvSpPr>
            <p:cNvPr id="154" name="Rectangle 24"/>
            <p:cNvSpPr/>
            <p:nvPr/>
          </p:nvSpPr>
          <p:spPr>
            <a:xfrm>
              <a:off x="2324100" y="914400"/>
              <a:ext cx="5778500" cy="10160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5" name="Rectangle 25"/>
            <p:cNvSpPr/>
            <p:nvPr/>
          </p:nvSpPr>
          <p:spPr>
            <a:xfrm>
              <a:off x="2374900" y="10287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2565400" y="1010920"/>
              <a:ext cx="50670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1A1A1A"/>
                  </a:solidFill>
                  <a:latin typeface="+mn-ea"/>
                </a:rPr>
                <a:t>대변인방</a:t>
              </a:r>
              <a:endParaRPr sz="10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2565400" y="1181100"/>
              <a:ext cx="1551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대변인·홍보 관련 공지, 자료요청, 우수사례</a:t>
              </a:r>
            </a:p>
          </p:txBody>
        </p:sp>
        <p:sp>
          <p:nvSpPr>
            <p:cNvPr id="158" name="Rectangle 28"/>
            <p:cNvSpPr/>
            <p:nvPr/>
          </p:nvSpPr>
          <p:spPr>
            <a:xfrm>
              <a:off x="5270500" y="1028700"/>
              <a:ext cx="152400" cy="152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248201" y="1041400"/>
              <a:ext cx="1970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✓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5461000" y="995680"/>
              <a:ext cx="50670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1A1A1A"/>
                  </a:solidFill>
                  <a:latin typeface="+mn-ea"/>
                </a:rPr>
                <a:t>온라인방</a:t>
              </a:r>
              <a:endParaRPr sz="10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5461000" y="1181100"/>
              <a:ext cx="145677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뉴스레터, SNS, 디지털콘텐츠 관련 업무</a:t>
              </a:r>
            </a:p>
          </p:txBody>
        </p:sp>
        <p:sp>
          <p:nvSpPr>
            <p:cNvPr id="162" name="Rectangle 32"/>
            <p:cNvSpPr/>
            <p:nvPr/>
          </p:nvSpPr>
          <p:spPr>
            <a:xfrm>
              <a:off x="2374900" y="14859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2565400" y="1475740"/>
              <a:ext cx="50670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1A1A1A"/>
                  </a:solidFill>
                  <a:latin typeface="+mn-ea"/>
                </a:rPr>
                <a:t>정책광고</a:t>
              </a:r>
              <a:endParaRPr sz="10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565400" y="1638300"/>
              <a:ext cx="128212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정책광고 컨설팅, 전광판, 국정만화</a:t>
              </a:r>
            </a:p>
          </p:txBody>
        </p:sp>
        <p:sp>
          <p:nvSpPr>
            <p:cNvPr id="165" name="Rectangle 35"/>
            <p:cNvSpPr/>
            <p:nvPr/>
          </p:nvSpPr>
          <p:spPr>
            <a:xfrm>
              <a:off x="5270500" y="14859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5461000" y="1460500"/>
              <a:ext cx="50670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1A1A1A"/>
                  </a:solidFill>
                  <a:latin typeface="+mn-ea"/>
                </a:rPr>
                <a:t>매체협업</a:t>
              </a:r>
              <a:endParaRPr sz="10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5461000" y="1638300"/>
              <a:ext cx="118665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매체협업 과제신청, 홍보물 공유</a:t>
              </a:r>
            </a:p>
          </p:txBody>
        </p:sp>
        <p:sp>
          <p:nvSpPr>
            <p:cNvPr id="168" name="Rectangle 42"/>
            <p:cNvSpPr/>
            <p:nvPr/>
          </p:nvSpPr>
          <p:spPr>
            <a:xfrm>
              <a:off x="2324100" y="1981200"/>
              <a:ext cx="5778500" cy="660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2374900" y="2032000"/>
              <a:ext cx="5588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신청 사유를 상세히 입력하세요.
예: 온라인방 뉴스레터 업무 담당으로 발령받아 관련 메뉴 접근이 필요합니다.</a:t>
              </a: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7633367" y="2467028"/>
              <a:ext cx="4438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800" dirty="0">
                  <a:solidFill>
                    <a:srgbClr val="AAAAAA"/>
                  </a:solidFill>
                  <a:latin typeface="+mn-ea"/>
                </a:rPr>
                <a:t>0 / 500자</a:t>
              </a:r>
            </a:p>
          </p:txBody>
        </p:sp>
        <p:sp>
          <p:nvSpPr>
            <p:cNvPr id="171" name="Rectangle 49"/>
            <p:cNvSpPr/>
            <p:nvPr/>
          </p:nvSpPr>
          <p:spPr>
            <a:xfrm>
              <a:off x="2324100" y="2717800"/>
              <a:ext cx="27305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2374900" y="2737366"/>
              <a:ext cx="5765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부서명 입력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5130800" y="2755900"/>
              <a:ext cx="34835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직  위</a:t>
              </a:r>
            </a:p>
          </p:txBody>
        </p:sp>
        <p:sp>
          <p:nvSpPr>
            <p:cNvPr id="174" name="Rectangle 52"/>
            <p:cNvSpPr/>
            <p:nvPr/>
          </p:nvSpPr>
          <p:spPr>
            <a:xfrm>
              <a:off x="5461000" y="2717800"/>
              <a:ext cx="1270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5511800" y="2737366"/>
              <a:ext cx="6219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AAAAAA"/>
                  </a:solidFill>
                  <a:latin typeface="+mn-ea"/>
                </a:rPr>
                <a:t>직위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 ▼</a:t>
              </a: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3225129" y="3690620"/>
            <a:ext cx="3587442" cy="374412"/>
            <a:chOff x="2254558" y="3708400"/>
            <a:chExt cx="3587442" cy="374412"/>
          </a:xfrm>
        </p:grpSpPr>
        <p:sp>
          <p:nvSpPr>
            <p:cNvPr id="208" name="Rectangle 64"/>
            <p:cNvSpPr/>
            <p:nvPr/>
          </p:nvSpPr>
          <p:spPr>
            <a:xfrm>
              <a:off x="2254558" y="3708400"/>
              <a:ext cx="1016000" cy="279400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2254558" y="3713480"/>
              <a:ext cx="1016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FFFFFF"/>
                  </a:solidFill>
                  <a:latin typeface="+mn-ea"/>
                </a:rPr>
                <a:t>사용자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
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신청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269341" y="3751580"/>
              <a:ext cx="3193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50">
                  <a:solidFill>
                    <a:srgbClr val="8899AA"/>
                  </a:solidFill>
                  <a:latin typeface="+mn-ea"/>
                </a:rPr>
                <a:t>→</a:t>
              </a:r>
            </a:p>
          </p:txBody>
        </p:sp>
        <p:sp>
          <p:nvSpPr>
            <p:cNvPr id="214" name="Rectangle 70"/>
            <p:cNvSpPr/>
            <p:nvPr/>
          </p:nvSpPr>
          <p:spPr>
            <a:xfrm>
              <a:off x="3556000" y="3708400"/>
              <a:ext cx="1016000" cy="2794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3556000" y="3713480"/>
              <a:ext cx="1016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○○과
관리자 승인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4539341" y="3751580"/>
              <a:ext cx="3193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50" dirty="0">
                  <a:solidFill>
                    <a:srgbClr val="8899AA"/>
                  </a:solidFill>
                  <a:latin typeface="+mn-ea"/>
                </a:rPr>
                <a:t>→</a:t>
              </a:r>
            </a:p>
          </p:txBody>
        </p:sp>
        <p:sp>
          <p:nvSpPr>
            <p:cNvPr id="217" name="Rectangle 73"/>
            <p:cNvSpPr/>
            <p:nvPr/>
          </p:nvSpPr>
          <p:spPr>
            <a:xfrm>
              <a:off x="4826000" y="3708400"/>
              <a:ext cx="1016000" cy="2794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4826000" y="3713480"/>
              <a:ext cx="1016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1E2D45"/>
                  </a:solidFill>
                  <a:latin typeface="+mn-ea"/>
                </a:rPr>
                <a:t>결과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알림톡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
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발송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180" name="그룹 179"/>
          <p:cNvGrpSpPr/>
          <p:nvPr/>
        </p:nvGrpSpPr>
        <p:grpSpPr>
          <a:xfrm>
            <a:off x="669078" y="986444"/>
            <a:ext cx="216000" cy="216000"/>
            <a:chOff x="3966029" y="6357600"/>
            <a:chExt cx="216000" cy="216000"/>
          </a:xfrm>
        </p:grpSpPr>
        <p:sp>
          <p:nvSpPr>
            <p:cNvPr id="18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700778" y="2078644"/>
            <a:ext cx="216000" cy="216000"/>
            <a:chOff x="3966029" y="6357600"/>
            <a:chExt cx="216000" cy="216000"/>
          </a:xfrm>
        </p:grpSpPr>
        <p:sp>
          <p:nvSpPr>
            <p:cNvPr id="18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186" name="그룹 185"/>
          <p:cNvGrpSpPr/>
          <p:nvPr/>
        </p:nvGrpSpPr>
        <p:grpSpPr>
          <a:xfrm>
            <a:off x="708980" y="2779460"/>
            <a:ext cx="216000" cy="216000"/>
            <a:chOff x="3966029" y="6357600"/>
            <a:chExt cx="216000" cy="216000"/>
          </a:xfrm>
        </p:grpSpPr>
        <p:sp>
          <p:nvSpPr>
            <p:cNvPr id="18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19" name="Rectangle 21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BEAEF23-FD59-761A-4D9A-D02CC83DD016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89BF44-C636-B5DC-66CD-76A2E4BBA406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5344009-13DE-4134-3514-8FA2437E2EAC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AE32CC9-4ED0-3B0F-E799-49BE04BBDD51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0A4B3C-D4B4-4CA5-BED9-124D2FD925B8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09DAF2-3F3D-9208-ED2E-47BDDF408AA0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8023F01-D30B-F94B-DD31-467ADA2478C1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7F1E0A6-FD7A-7CA5-15DD-0D065FC345F3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6E6B1B7-3EA2-8FA3-EA67-03394C1FAB73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669EA1A-E164-D0D6-2E6A-A81855639234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D0BC7C3-2A6F-9EEB-78B3-B18601939DDF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BA0A633A-51A4-0713-ED4E-EBE2CC5DA441}"/>
              </a:ext>
            </a:extLst>
          </p:cNvPr>
          <p:cNvGrpSpPr/>
          <p:nvPr/>
        </p:nvGrpSpPr>
        <p:grpSpPr>
          <a:xfrm>
            <a:off x="-269841" y="7887780"/>
            <a:ext cx="12220541" cy="1574800"/>
            <a:chOff x="-28541" y="5030280"/>
            <a:chExt cx="12220541" cy="1574800"/>
          </a:xfrm>
        </p:grpSpPr>
        <p:grpSp>
          <p:nvGrpSpPr>
            <p:cNvPr id="276" name="그룹 275">
              <a:extLst>
                <a:ext uri="{FF2B5EF4-FFF2-40B4-BE49-F238E27FC236}">
                  <a16:creationId xmlns:a16="http://schemas.microsoft.com/office/drawing/2014/main" id="{29E09C1A-A040-6D3A-0FDA-B238B8C34C46}"/>
                </a:ext>
              </a:extLst>
            </p:cNvPr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296" name="Rectangle 215">
                <a:extLst>
                  <a:ext uri="{FF2B5EF4-FFF2-40B4-BE49-F238E27FC236}">
                    <a16:creationId xmlns:a16="http://schemas.microsoft.com/office/drawing/2014/main" id="{4068943F-2716-D1E7-7E8C-0684EC73891B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7" name="Rectangle 216">
                <a:extLst>
                  <a:ext uri="{FF2B5EF4-FFF2-40B4-BE49-F238E27FC236}">
                    <a16:creationId xmlns:a16="http://schemas.microsoft.com/office/drawing/2014/main" id="{6A484CDC-2B50-4B67-79FD-CCEEE6DE274B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A443D0C0-BD22-CA85-AB3C-BB46415771C3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99" name="Rectangle 218">
                <a:extLst>
                  <a:ext uri="{FF2B5EF4-FFF2-40B4-BE49-F238E27FC236}">
                    <a16:creationId xmlns:a16="http://schemas.microsoft.com/office/drawing/2014/main" id="{3632EBC9-62FC-B7FE-58F2-B1FFD39C9D6E}"/>
                  </a:ext>
                </a:extLst>
              </p:cNvPr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988BC960-5697-29A5-474D-EAC08052D3D8}"/>
                  </a:ext>
                </a:extLst>
              </p:cNvPr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301" name="Rectangle 220">
                <a:extLst>
                  <a:ext uri="{FF2B5EF4-FFF2-40B4-BE49-F238E27FC236}">
                    <a16:creationId xmlns:a16="http://schemas.microsoft.com/office/drawing/2014/main" id="{40C64AD7-D8A5-8C51-66A7-5C96AB7004E3}"/>
                  </a:ext>
                </a:extLst>
              </p:cNvPr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260914A7-E1B5-32D7-AF9E-665FB0E31825}"/>
                  </a:ext>
                </a:extLst>
              </p:cNvPr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303" name="Rectangle 222">
                <a:extLst>
                  <a:ext uri="{FF2B5EF4-FFF2-40B4-BE49-F238E27FC236}">
                    <a16:creationId xmlns:a16="http://schemas.microsoft.com/office/drawing/2014/main" id="{B7134826-6357-9906-C85C-2D8D075ABCF1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72D20091-349D-81E7-DDFA-8F15F6C7F761}"/>
                  </a:ext>
                </a:extLst>
              </p:cNvPr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305" name="Rectangle 224">
                <a:extLst>
                  <a:ext uri="{FF2B5EF4-FFF2-40B4-BE49-F238E27FC236}">
                    <a16:creationId xmlns:a16="http://schemas.microsoft.com/office/drawing/2014/main" id="{3D5D9C0B-B9F3-F7F0-46B2-38F404D63DE4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6" name="Rectangle 226">
                <a:extLst>
                  <a:ext uri="{FF2B5EF4-FFF2-40B4-BE49-F238E27FC236}">
                    <a16:creationId xmlns:a16="http://schemas.microsoft.com/office/drawing/2014/main" id="{5629B802-3D30-FBC8-4173-B82EE87A00C1}"/>
                  </a:ext>
                </a:extLst>
              </p:cNvPr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7" name="Rectangle 228">
                <a:extLst>
                  <a:ext uri="{FF2B5EF4-FFF2-40B4-BE49-F238E27FC236}">
                    <a16:creationId xmlns:a16="http://schemas.microsoft.com/office/drawing/2014/main" id="{46D1D79F-4879-1D6A-3BB3-39035142D38B}"/>
                  </a:ext>
                </a:extLst>
              </p:cNvPr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8" name="Rectangle 230">
                <a:extLst>
                  <a:ext uri="{FF2B5EF4-FFF2-40B4-BE49-F238E27FC236}">
                    <a16:creationId xmlns:a16="http://schemas.microsoft.com/office/drawing/2014/main" id="{63235C74-16F9-3D4E-4275-2EFDDE55B3F5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9" name="Rectangle 232">
                <a:extLst>
                  <a:ext uri="{FF2B5EF4-FFF2-40B4-BE49-F238E27FC236}">
                    <a16:creationId xmlns:a16="http://schemas.microsoft.com/office/drawing/2014/main" id="{05A64A44-078E-8C0D-21F7-70784502A58F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0" name="Rectangle 234">
                <a:extLst>
                  <a:ext uri="{FF2B5EF4-FFF2-40B4-BE49-F238E27FC236}">
                    <a16:creationId xmlns:a16="http://schemas.microsoft.com/office/drawing/2014/main" id="{77207F93-6A00-FA07-4A7E-CC10D5DAFCC9}"/>
                  </a:ext>
                </a:extLst>
              </p:cNvPr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1" name="Rectangle 236">
                <a:extLst>
                  <a:ext uri="{FF2B5EF4-FFF2-40B4-BE49-F238E27FC236}">
                    <a16:creationId xmlns:a16="http://schemas.microsoft.com/office/drawing/2014/main" id="{100B3D7E-02F7-08A8-C0F2-E94BC5C86DC7}"/>
                  </a:ext>
                </a:extLst>
              </p:cNvPr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2" name="Rectangle 238">
                <a:extLst>
                  <a:ext uri="{FF2B5EF4-FFF2-40B4-BE49-F238E27FC236}">
                    <a16:creationId xmlns:a16="http://schemas.microsoft.com/office/drawing/2014/main" id="{B14F2FD3-2BAD-E568-9E1F-D1B1CDA9FB61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3" name="Rectangle 240">
                <a:extLst>
                  <a:ext uri="{FF2B5EF4-FFF2-40B4-BE49-F238E27FC236}">
                    <a16:creationId xmlns:a16="http://schemas.microsoft.com/office/drawing/2014/main" id="{33E409D7-C4AF-4101-3335-2C2CEAE1DB00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4" name="Rectangle 242">
                <a:extLst>
                  <a:ext uri="{FF2B5EF4-FFF2-40B4-BE49-F238E27FC236}">
                    <a16:creationId xmlns:a16="http://schemas.microsoft.com/office/drawing/2014/main" id="{DD3A448D-30D1-3D2E-91D5-69F635B2FC69}"/>
                  </a:ext>
                </a:extLst>
              </p:cNvPr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5" name="Rectangle 244">
                <a:extLst>
                  <a:ext uri="{FF2B5EF4-FFF2-40B4-BE49-F238E27FC236}">
                    <a16:creationId xmlns:a16="http://schemas.microsoft.com/office/drawing/2014/main" id="{F15945AB-440D-D9F1-4957-86E10F101249}"/>
                  </a:ext>
                </a:extLst>
              </p:cNvPr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6" name="Rectangle 246">
                <a:extLst>
                  <a:ext uri="{FF2B5EF4-FFF2-40B4-BE49-F238E27FC236}">
                    <a16:creationId xmlns:a16="http://schemas.microsoft.com/office/drawing/2014/main" id="{CE75B1A3-E04E-6240-2B76-51795E5F362D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7" name="Rectangle 248">
                <a:extLst>
                  <a:ext uri="{FF2B5EF4-FFF2-40B4-BE49-F238E27FC236}">
                    <a16:creationId xmlns:a16="http://schemas.microsoft.com/office/drawing/2014/main" id="{863DAD6C-C65F-92B9-7C5B-164E6F72307F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8" name="Rectangle 250">
                <a:extLst>
                  <a:ext uri="{FF2B5EF4-FFF2-40B4-BE49-F238E27FC236}">
                    <a16:creationId xmlns:a16="http://schemas.microsoft.com/office/drawing/2014/main" id="{9CF07E36-4D24-7052-AA23-2C1770453190}"/>
                  </a:ext>
                </a:extLst>
              </p:cNvPr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9" name="Rectangle 252">
                <a:extLst>
                  <a:ext uri="{FF2B5EF4-FFF2-40B4-BE49-F238E27FC236}">
                    <a16:creationId xmlns:a16="http://schemas.microsoft.com/office/drawing/2014/main" id="{9CA3F640-99D1-C9A1-A2C6-C462A3E9A324}"/>
                  </a:ext>
                </a:extLst>
              </p:cNvPr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0" name="Rectangle 254">
                <a:extLst>
                  <a:ext uri="{FF2B5EF4-FFF2-40B4-BE49-F238E27FC236}">
                    <a16:creationId xmlns:a16="http://schemas.microsoft.com/office/drawing/2014/main" id="{4771D338-C585-707B-1915-370CF612EFDB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1" name="Rectangle 256">
                <a:extLst>
                  <a:ext uri="{FF2B5EF4-FFF2-40B4-BE49-F238E27FC236}">
                    <a16:creationId xmlns:a16="http://schemas.microsoft.com/office/drawing/2014/main" id="{FE2B8760-DBB9-7AEF-8789-A30729B573A7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2" name="Rectangle 258">
                <a:extLst>
                  <a:ext uri="{FF2B5EF4-FFF2-40B4-BE49-F238E27FC236}">
                    <a16:creationId xmlns:a16="http://schemas.microsoft.com/office/drawing/2014/main" id="{42DE13ED-FA6C-C139-EA19-B60CA31DA14C}"/>
                  </a:ext>
                </a:extLst>
              </p:cNvPr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3" name="Rectangle 260">
                <a:extLst>
                  <a:ext uri="{FF2B5EF4-FFF2-40B4-BE49-F238E27FC236}">
                    <a16:creationId xmlns:a16="http://schemas.microsoft.com/office/drawing/2014/main" id="{57BFFE61-EAD1-9D12-8DED-CA7278A5A3D5}"/>
                  </a:ext>
                </a:extLst>
              </p:cNvPr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4" name="Rectangle 262">
                <a:extLst>
                  <a:ext uri="{FF2B5EF4-FFF2-40B4-BE49-F238E27FC236}">
                    <a16:creationId xmlns:a16="http://schemas.microsoft.com/office/drawing/2014/main" id="{1E9D7176-5040-B873-7844-5868A021F8D1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5" name="Rectangle 264">
                <a:extLst>
                  <a:ext uri="{FF2B5EF4-FFF2-40B4-BE49-F238E27FC236}">
                    <a16:creationId xmlns:a16="http://schemas.microsoft.com/office/drawing/2014/main" id="{10873E17-C9B6-84EF-A09F-718521DD22C4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6" name="Rectangle 266">
                <a:extLst>
                  <a:ext uri="{FF2B5EF4-FFF2-40B4-BE49-F238E27FC236}">
                    <a16:creationId xmlns:a16="http://schemas.microsoft.com/office/drawing/2014/main" id="{BE8B9457-5CEF-3F99-89F2-C59F1FDE1342}"/>
                  </a:ext>
                </a:extLst>
              </p:cNvPr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7" name="Rectangle 268">
                <a:extLst>
                  <a:ext uri="{FF2B5EF4-FFF2-40B4-BE49-F238E27FC236}">
                    <a16:creationId xmlns:a16="http://schemas.microsoft.com/office/drawing/2014/main" id="{3380BFAA-6409-6C69-28E3-D48228944AC6}"/>
                  </a:ext>
                </a:extLst>
              </p:cNvPr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8" name="Rectangle 270">
                <a:extLst>
                  <a:ext uri="{FF2B5EF4-FFF2-40B4-BE49-F238E27FC236}">
                    <a16:creationId xmlns:a16="http://schemas.microsoft.com/office/drawing/2014/main" id="{00D85755-339E-269E-3E5F-D43D5488063E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CEB356A8-63EA-9EAD-C99C-4379693B7456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8827440" cy="1295409"/>
                <a:chOff x="635723" y="5227320"/>
                <a:chExt cx="8827440" cy="1295409"/>
              </a:xfrm>
            </p:grpSpPr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1EC48BB3-DE3B-BC6E-A9FE-7E629723AB4A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02796254-326A-79E0-5776-E067663931CE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345729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필터 탭 클릭 — 해당 채널의 공지사항만 필터링하여 목록 표시</a:t>
                  </a:r>
                </a:p>
              </p:txBody>
            </p:sp>
            <p:sp>
              <p:nvSpPr>
                <p:cNvPr id="332" name="TextBox 331">
                  <a:extLst>
                    <a:ext uri="{FF2B5EF4-FFF2-40B4-BE49-F238E27FC236}">
                      <a16:creationId xmlns:a16="http://schemas.microsoft.com/office/drawing/2014/main" id="{AC170C77-CA9A-573B-1379-1EDA8CA55BFB}"/>
                    </a:ext>
                  </a:extLst>
                </p:cNvPr>
                <p:cNvSpPr txBox="1"/>
                <p:nvPr/>
              </p:nvSpPr>
              <p:spPr>
                <a:xfrm>
                  <a:off x="6799339" y="5275897"/>
                  <a:ext cx="90472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탭 클릭 (Click)</a:t>
                  </a:r>
                </a:p>
              </p:txBody>
            </p:sp>
            <p:sp>
              <p:nvSpPr>
                <p:cNvPr id="333" name="TextBox 332">
                  <a:extLst>
                    <a:ext uri="{FF2B5EF4-FFF2-40B4-BE49-F238E27FC236}">
                      <a16:creationId xmlns:a16="http://schemas.microsoft.com/office/drawing/2014/main" id="{6F97B212-2184-BCCE-B1AA-90D6E565C60D}"/>
                    </a:ext>
                  </a:extLst>
                </p:cNvPr>
                <p:cNvSpPr txBox="1"/>
                <p:nvPr/>
              </p:nvSpPr>
              <p:spPr>
                <a:xfrm>
                  <a:off x="7842250" y="5275897"/>
                  <a:ext cx="114957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활성</a:t>
                  </a:r>
                  <a:r>
                    <a:rPr sz="900" dirty="0">
                      <a:latin typeface="+mn-ea"/>
                    </a:rPr>
                    <a:t> 탭 </a:t>
                  </a:r>
                  <a:r>
                    <a:rPr sz="900" dirty="0" err="1">
                      <a:latin typeface="+mn-ea"/>
                    </a:rPr>
                    <a:t>스타일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변경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087E93A8-9D90-0D5C-2C56-B3F6D0EC472E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43601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분류·기간 드롭박스 + 키워드 입력 후 [검색] — 전문 검색(제목·내용·작성자) 결과 표시</a:t>
                  </a:r>
                </a:p>
              </p:txBody>
            </p:sp>
            <p:sp>
              <p:nvSpPr>
                <p:cNvPr id="335" name="TextBox 334">
                  <a:extLst>
                    <a:ext uri="{FF2B5EF4-FFF2-40B4-BE49-F238E27FC236}">
                      <a16:creationId xmlns:a16="http://schemas.microsoft.com/office/drawing/2014/main" id="{D82E66F8-BEC5-2363-7426-7B279BDEBA8A}"/>
                    </a:ext>
                  </a:extLst>
                </p:cNvPr>
                <p:cNvSpPr txBox="1"/>
                <p:nvPr/>
              </p:nvSpPr>
              <p:spPr>
                <a:xfrm>
                  <a:off x="6744246" y="54790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E7DD55B8-8BC7-ECCF-7C8B-4AF3AC493987}"/>
                    </a:ext>
                  </a:extLst>
                </p:cNvPr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빈 검색 시 전체 목록 반환</a:t>
                  </a:r>
                </a:p>
              </p:txBody>
            </p:sp>
            <p:sp>
              <p:nvSpPr>
                <p:cNvPr id="337" name="TextBox 336">
                  <a:extLst>
                    <a:ext uri="{FF2B5EF4-FFF2-40B4-BE49-F238E27FC236}">
                      <a16:creationId xmlns:a16="http://schemas.microsoft.com/office/drawing/2014/main" id="{A36D579F-C056-61B9-2F6B-CFD91F712D4C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40479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공지 고정 행 — [공지] 태그 + 배경색으로 일반 게시물과 구분, 목록 최상단 고정</a:t>
                  </a:r>
                </a:p>
              </p:txBody>
            </p:sp>
            <p:sp>
              <p:nvSpPr>
                <p:cNvPr id="338" name="TextBox 337">
                  <a:extLst>
                    <a:ext uri="{FF2B5EF4-FFF2-40B4-BE49-F238E27FC236}">
                      <a16:creationId xmlns:a16="http://schemas.microsoft.com/office/drawing/2014/main" id="{6FEDC2D1-EDEA-E54C-74C3-6CA59EF19CB8}"/>
                    </a:ext>
                  </a:extLst>
                </p:cNvPr>
                <p:cNvSpPr txBox="1"/>
                <p:nvPr/>
              </p:nvSpPr>
              <p:spPr>
                <a:xfrm>
                  <a:off x="6808520" y="56822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21AB77BE-88BF-4419-FDF6-820F2CDF21AD}"/>
                    </a:ext>
                  </a:extLst>
                </p:cNvPr>
                <p:cNvSpPr txBox="1"/>
                <p:nvPr/>
              </p:nvSpPr>
              <p:spPr>
                <a:xfrm>
                  <a:off x="7842250" y="5682297"/>
                  <a:ext cx="162091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고정 해제는 관리자 전용 기능</a:t>
                  </a:r>
                </a:p>
              </p:txBody>
            </p:sp>
            <p:sp>
              <p:nvSpPr>
                <p:cNvPr id="340" name="TextBox 339">
                  <a:extLst>
                    <a:ext uri="{FF2B5EF4-FFF2-40B4-BE49-F238E27FC236}">
                      <a16:creationId xmlns:a16="http://schemas.microsoft.com/office/drawing/2014/main" id="{C464C6F2-62D7-A21D-C921-257534FC9274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391027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뱃지 — 행별 채널(대변인방·온라인방·외신·전체) 색상 코드로 시각 구분</a:t>
                  </a:r>
                </a:p>
              </p:txBody>
            </p:sp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5DBD197E-8E6F-25C9-682A-3665EC5488A5}"/>
                    </a:ext>
                  </a:extLst>
                </p:cNvPr>
                <p:cNvSpPr txBox="1"/>
                <p:nvPr/>
              </p:nvSpPr>
              <p:spPr>
                <a:xfrm>
                  <a:off x="6808519" y="58854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342" name="TextBox 341">
                  <a:extLst>
                    <a:ext uri="{FF2B5EF4-FFF2-40B4-BE49-F238E27FC236}">
                      <a16:creationId xmlns:a16="http://schemas.microsoft.com/office/drawing/2014/main" id="{AFA273E8-E601-2923-6C42-F1D6C3E440D5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154133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전체 채널 필터 시 항상 노출</a:t>
                  </a:r>
                </a:p>
              </p:txBody>
            </p:sp>
            <p:sp>
              <p:nvSpPr>
                <p:cNvPr id="343" name="TextBox 342">
                  <a:extLst>
                    <a:ext uri="{FF2B5EF4-FFF2-40B4-BE49-F238E27FC236}">
                      <a16:creationId xmlns:a16="http://schemas.microsoft.com/office/drawing/2014/main" id="{BC5A2E3F-E4B5-C135-2A51-86D2B4538461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30838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제목 클릭 → 공지사항 상세 보기 화면(SCR-NEW-103) 이동</a:t>
                  </a:r>
                </a:p>
              </p:txBody>
            </p:sp>
            <p:sp>
              <p:nvSpPr>
                <p:cNvPr id="344" name="TextBox 343">
                  <a:extLst>
                    <a:ext uri="{FF2B5EF4-FFF2-40B4-BE49-F238E27FC236}">
                      <a16:creationId xmlns:a16="http://schemas.microsoft.com/office/drawing/2014/main" id="{A8AB3F7C-10EA-A85E-4104-84B2CD2D7D3A}"/>
                    </a:ext>
                  </a:extLst>
                </p:cNvPr>
                <p:cNvSpPr txBox="1"/>
                <p:nvPr/>
              </p:nvSpPr>
              <p:spPr>
                <a:xfrm>
                  <a:off x="6762610" y="6088697"/>
                  <a:ext cx="9781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링크 클릭 (Link)</a:t>
                  </a:r>
                </a:p>
              </p:txBody>
            </p:sp>
            <p:sp>
              <p:nvSpPr>
                <p:cNvPr id="345" name="TextBox 344">
                  <a:extLst>
                    <a:ext uri="{FF2B5EF4-FFF2-40B4-BE49-F238E27FC236}">
                      <a16:creationId xmlns:a16="http://schemas.microsoft.com/office/drawing/2014/main" id="{66E9FCC2-9653-CAA6-22B8-F03C7F783514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139442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현재 탭 이동 (새 탭 아님)</a:t>
                  </a:r>
                </a:p>
              </p:txBody>
            </p:sp>
            <p:sp>
              <p:nvSpPr>
                <p:cNvPr id="346" name="TextBox 345">
                  <a:extLst>
                    <a:ext uri="{FF2B5EF4-FFF2-40B4-BE49-F238E27FC236}">
                      <a16:creationId xmlns:a16="http://schemas.microsoft.com/office/drawing/2014/main" id="{1667727B-D76A-E95C-C7D0-E24A8057FE9D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9247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페이지네이션 클릭 — 해당 페이지의 공지사항 목록 로드</a:t>
                  </a:r>
                </a:p>
              </p:txBody>
            </p:sp>
            <p:sp>
              <p:nvSpPr>
                <p:cNvPr id="347" name="TextBox 346">
                  <a:extLst>
                    <a:ext uri="{FF2B5EF4-FFF2-40B4-BE49-F238E27FC236}">
                      <a16:creationId xmlns:a16="http://schemas.microsoft.com/office/drawing/2014/main" id="{0181D739-4D69-2E2B-BE2A-E8B0A414E322}"/>
                    </a:ext>
                  </a:extLst>
                </p:cNvPr>
                <p:cNvSpPr txBox="1"/>
                <p:nvPr/>
              </p:nvSpPr>
              <p:spPr>
                <a:xfrm>
                  <a:off x="6744247" y="62918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0282777F-9C3D-0DA7-B840-C55C0C4B70B0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기본</a:t>
                  </a:r>
                  <a:r>
                    <a:rPr sz="900" dirty="0">
                      <a:latin typeface="+mn-ea"/>
                    </a:rPr>
                    <a:t> 10건/</a:t>
                  </a:r>
                  <a:r>
                    <a:rPr sz="900" dirty="0" err="1">
                      <a:latin typeface="+mn-ea"/>
                    </a:rPr>
                    <a:t>페이지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277" name="그룹 276">
              <a:extLst>
                <a:ext uri="{FF2B5EF4-FFF2-40B4-BE49-F238E27FC236}">
                  <a16:creationId xmlns:a16="http://schemas.microsoft.com/office/drawing/2014/main" id="{7A1FD026-1F1D-BB49-9771-FE63C921B4BF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278" name="그룹 277">
                <a:extLst>
                  <a:ext uri="{FF2B5EF4-FFF2-40B4-BE49-F238E27FC236}">
                    <a16:creationId xmlns:a16="http://schemas.microsoft.com/office/drawing/2014/main" id="{5DDFC8A9-1733-F6F2-2ECF-CCFAA479D101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294" name="Oval 468">
                  <a:extLst>
                    <a:ext uri="{FF2B5EF4-FFF2-40B4-BE49-F238E27FC236}">
                      <a16:creationId xmlns:a16="http://schemas.microsoft.com/office/drawing/2014/main" id="{3C1B7EC0-3047-170B-8B75-A54B8B8C64A3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:a16="http://schemas.microsoft.com/office/drawing/2014/main" id="{A33B37C3-BEA1-AFD8-07B4-1DEC804C6D2C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279" name="그룹 278">
                <a:extLst>
                  <a:ext uri="{FF2B5EF4-FFF2-40B4-BE49-F238E27FC236}">
                    <a16:creationId xmlns:a16="http://schemas.microsoft.com/office/drawing/2014/main" id="{F21BEEB9-0427-95CD-5D51-AEE46534B910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292" name="Oval 474">
                  <a:extLst>
                    <a:ext uri="{FF2B5EF4-FFF2-40B4-BE49-F238E27FC236}">
                      <a16:creationId xmlns:a16="http://schemas.microsoft.com/office/drawing/2014/main" id="{9D82B8EC-B89F-9EE1-9B24-2840CFD11AA8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F1BCFF51-49B3-0A2A-87F4-63581CBF63DE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280" name="그룹 279">
                <a:extLst>
                  <a:ext uri="{FF2B5EF4-FFF2-40B4-BE49-F238E27FC236}">
                    <a16:creationId xmlns:a16="http://schemas.microsoft.com/office/drawing/2014/main" id="{8DF48644-2146-8F84-1629-995F853C6CB9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290" name="Oval 480">
                  <a:extLst>
                    <a:ext uri="{FF2B5EF4-FFF2-40B4-BE49-F238E27FC236}">
                      <a16:creationId xmlns:a16="http://schemas.microsoft.com/office/drawing/2014/main" id="{0D27F257-1F3F-F288-0342-4C5CBC60AC81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E290E068-27F9-11FC-561B-6027C0F1C654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281" name="그룹 280">
                <a:extLst>
                  <a:ext uri="{FF2B5EF4-FFF2-40B4-BE49-F238E27FC236}">
                    <a16:creationId xmlns:a16="http://schemas.microsoft.com/office/drawing/2014/main" id="{01D91C35-660C-64D3-1474-A192DCC457B1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288" name="Oval 486">
                  <a:extLst>
                    <a:ext uri="{FF2B5EF4-FFF2-40B4-BE49-F238E27FC236}">
                      <a16:creationId xmlns:a16="http://schemas.microsoft.com/office/drawing/2014/main" id="{1872A1FF-B9C1-6DE2-6565-109CCDC52263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DA749F83-5C4D-29FA-1821-CD33D77C5EF9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4A0D7364-D54B-C566-A180-771C32ABF53C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286" name="Oval 492">
                  <a:extLst>
                    <a:ext uri="{FF2B5EF4-FFF2-40B4-BE49-F238E27FC236}">
                      <a16:creationId xmlns:a16="http://schemas.microsoft.com/office/drawing/2014/main" id="{CEFCDF36-5C35-8797-AD76-DBFCF8434943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851B77FC-485F-C31F-9E3E-CA75781BB002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283" name="그룹 282">
                <a:extLst>
                  <a:ext uri="{FF2B5EF4-FFF2-40B4-BE49-F238E27FC236}">
                    <a16:creationId xmlns:a16="http://schemas.microsoft.com/office/drawing/2014/main" id="{13DECB19-AD48-5B57-F114-438529A2C615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284" name="Oval 492">
                  <a:extLst>
                    <a:ext uri="{FF2B5EF4-FFF2-40B4-BE49-F238E27FC236}">
                      <a16:creationId xmlns:a16="http://schemas.microsoft.com/office/drawing/2014/main" id="{F6645B84-FC81-D6F9-2829-AD96DDD1864A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531FCC37-90B6-071C-60FD-2944B6256DB9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97646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/>
          <p:cNvGrpSpPr/>
          <p:nvPr/>
        </p:nvGrpSpPr>
        <p:grpSpPr>
          <a:xfrm>
            <a:off x="-28541" y="-7210"/>
            <a:ext cx="12220541" cy="6865210"/>
            <a:chOff x="-28541" y="-7210"/>
            <a:chExt cx="12220541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1" y="5011746"/>
              <a:ext cx="12220541" cy="1574800"/>
              <a:chOff x="525572" y="5016500"/>
              <a:chExt cx="11666428" cy="1574800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>
                <a:off x="574541" y="5231130"/>
                <a:ext cx="298719" cy="423949"/>
                <a:chOff x="574541" y="5262880"/>
                <a:chExt cx="298719" cy="423949"/>
              </a:xfrm>
            </p:grpSpPr>
            <p:sp>
              <p:nvSpPr>
                <p:cNvPr id="41" name="TextBox 40"/>
                <p:cNvSpPr txBox="1"/>
                <p:nvPr/>
              </p:nvSpPr>
              <p:spPr>
                <a:xfrm>
                  <a:off x="574541" y="5262880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⑤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592001" y="5440608"/>
                  <a:ext cx="26634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⑥</a:t>
                  </a:r>
                </a:p>
              </p:txBody>
            </p:sp>
          </p:grp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1900" cy="4375271"/>
              <a:chOff x="9690100" y="635000"/>
              <a:chExt cx="250190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63943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15596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사용</a:t>
                </a:r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컴포넌트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0" y="358140"/>
            <a:ext cx="44704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+mn-ea"/>
              </a:rPr>
              <a:t>마이페이지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 &gt;  </a:t>
            </a:r>
            <a:r>
              <a:rPr sz="1100" b="1" dirty="0" err="1">
                <a:solidFill>
                  <a:srgbClr val="FFFFFF"/>
                </a:solidFill>
                <a:latin typeface="+mn-ea"/>
              </a:rPr>
              <a:t>권한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+mn-ea"/>
              </a:rPr>
              <a:t>신청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955861" y="381000"/>
            <a:ext cx="2198039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AABBCC"/>
                </a:solidFill>
                <a:latin typeface="+mn-ea"/>
              </a:rPr>
              <a:t>홈  &gt; 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마이페이지</a:t>
            </a:r>
            <a:r>
              <a:rPr sz="1000" dirty="0">
                <a:solidFill>
                  <a:srgbClr val="AABBCC"/>
                </a:solidFill>
                <a:latin typeface="+mn-ea"/>
              </a:rPr>
              <a:t>  &gt; 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권한</a:t>
            </a:r>
            <a:r>
              <a:rPr sz="1000" dirty="0">
                <a:solidFill>
                  <a:srgbClr val="AABBCC"/>
                </a:solidFill>
                <a:latin typeface="+mn-ea"/>
              </a:rPr>
              <a:t>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신청</a:t>
            </a:r>
            <a:r>
              <a:rPr lang="en-US" sz="1000" dirty="0">
                <a:solidFill>
                  <a:srgbClr val="AABBCC"/>
                </a:solidFill>
                <a:latin typeface="+mn-ea"/>
              </a:rPr>
              <a:t>(2/2)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441572" y="6642100"/>
            <a:ext cx="1712328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SCR-NEW-301  |  </a:t>
            </a:r>
            <a:r>
              <a:rPr lang="ko-KR" altLang="en-US" sz="800" dirty="0">
                <a:solidFill>
                  <a:srgbClr val="AABBCC"/>
                </a:solidFill>
                <a:latin typeface="+mn-ea"/>
              </a:rPr>
              <a:t>권한 신청 이력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9779000" y="1092200"/>
            <a:ext cx="2324100" cy="1676092"/>
            <a:chOff x="9779000" y="1092200"/>
            <a:chExt cx="2324100" cy="1676092"/>
          </a:xfrm>
        </p:grpSpPr>
        <p:sp>
          <p:nvSpPr>
            <p:cNvPr id="91" name="TextBox 90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SCR-NEW-30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사용자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신청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화면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(2/2)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 (로그인)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마이페이지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&gt;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신청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779000" y="253746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표(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리스트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신청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이력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365452" y="5227637"/>
            <a:ext cx="9561593" cy="434032"/>
            <a:chOff x="927100" y="6088697"/>
            <a:chExt cx="9106531" cy="434032"/>
          </a:xfrm>
        </p:grpSpPr>
        <p:sp>
          <p:nvSpPr>
            <p:cNvPr id="119" name="TextBox 118"/>
            <p:cNvSpPr txBox="1"/>
            <p:nvPr/>
          </p:nvSpPr>
          <p:spPr>
            <a:xfrm>
              <a:off x="927100" y="6088697"/>
              <a:ext cx="33025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나의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권한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신청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이력</a:t>
              </a:r>
              <a:r>
                <a:rPr sz="900" dirty="0">
                  <a:latin typeface="+mn-ea"/>
                </a:rPr>
                <a:t> — </a:t>
              </a:r>
              <a:r>
                <a:rPr sz="900" dirty="0" err="1">
                  <a:latin typeface="+mn-ea"/>
                </a:rPr>
                <a:t>과거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신청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내역·처리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상태·반려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사유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확인</a:t>
              </a:r>
              <a:endParaRPr sz="900" dirty="0">
                <a:latin typeface="+mn-ea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809565" y="6088697"/>
              <a:ext cx="884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표시 (Display)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848600" y="6088697"/>
              <a:ext cx="18491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최근</a:t>
              </a:r>
              <a:r>
                <a:rPr sz="900" dirty="0">
                  <a:latin typeface="+mn-ea"/>
                </a:rPr>
                <a:t> 5건 </a:t>
              </a:r>
              <a:r>
                <a:rPr sz="900" dirty="0" err="1">
                  <a:latin typeface="+mn-ea"/>
                </a:rPr>
                <a:t>표시</a:t>
              </a:r>
              <a:r>
                <a:rPr sz="900" dirty="0">
                  <a:latin typeface="+mn-ea"/>
                </a:rPr>
                <a:t>, </a:t>
              </a:r>
              <a:r>
                <a:rPr sz="900" dirty="0" err="1">
                  <a:latin typeface="+mn-ea"/>
                </a:rPr>
                <a:t>전체보기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링크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제공</a:t>
              </a:r>
              <a:endParaRPr sz="900" dirty="0">
                <a:latin typeface="+mn-ea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27100" y="6291897"/>
              <a:ext cx="3540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latin typeface="+mn-ea"/>
                </a:rPr>
                <a:t>[</a:t>
              </a:r>
              <a:r>
                <a:rPr sz="900" dirty="0" err="1">
                  <a:latin typeface="+mn-ea"/>
                </a:rPr>
                <a:t>신청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제출</a:t>
              </a:r>
              <a:r>
                <a:rPr sz="900" dirty="0">
                  <a:latin typeface="+mn-ea"/>
                </a:rPr>
                <a:t>] </a:t>
              </a:r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→ </a:t>
              </a:r>
              <a:r>
                <a:rPr sz="900" dirty="0" err="1">
                  <a:latin typeface="+mn-ea"/>
                </a:rPr>
                <a:t>유효성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검사</a:t>
              </a:r>
              <a:r>
                <a:rPr sz="900" dirty="0">
                  <a:latin typeface="+mn-ea"/>
                </a:rPr>
                <a:t> 후 </a:t>
              </a:r>
              <a:r>
                <a:rPr sz="900" dirty="0" err="1">
                  <a:latin typeface="+mn-ea"/>
                </a:rPr>
                <a:t>기관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관리자에게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시스템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알림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발송</a:t>
              </a:r>
              <a:endParaRPr sz="900" dirty="0">
                <a:latin typeface="+mn-ea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699643" y="6291897"/>
              <a:ext cx="11041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버튼 클릭 (Submit)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848601" y="6291897"/>
              <a:ext cx="218503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결과는 알림톡으로 수신 (SCR-NEW-302)</a:t>
              </a:r>
            </a:p>
          </p:txBody>
        </p:sp>
      </p:grpSp>
      <p:grpSp>
        <p:nvGrpSpPr>
          <p:cNvPr id="227" name="그룹 226"/>
          <p:cNvGrpSpPr/>
          <p:nvPr/>
        </p:nvGrpSpPr>
        <p:grpSpPr>
          <a:xfrm>
            <a:off x="-8376" y="889826"/>
            <a:ext cx="9697139" cy="647763"/>
            <a:chOff x="800100" y="4292600"/>
            <a:chExt cx="8382000" cy="683185"/>
          </a:xfrm>
        </p:grpSpPr>
        <p:sp>
          <p:nvSpPr>
            <p:cNvPr id="228" name="Rectangle 77"/>
            <p:cNvSpPr/>
            <p:nvPr/>
          </p:nvSpPr>
          <p:spPr>
            <a:xfrm>
              <a:off x="800100" y="42926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Rectangle 79"/>
            <p:cNvSpPr/>
            <p:nvPr/>
          </p:nvSpPr>
          <p:spPr>
            <a:xfrm>
              <a:off x="1816100" y="4292600"/>
              <a:ext cx="1524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0" name="Rectangle 81"/>
            <p:cNvSpPr/>
            <p:nvPr/>
          </p:nvSpPr>
          <p:spPr>
            <a:xfrm>
              <a:off x="3340100" y="42926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1" name="Rectangle 83"/>
            <p:cNvSpPr/>
            <p:nvPr/>
          </p:nvSpPr>
          <p:spPr>
            <a:xfrm>
              <a:off x="4356100" y="42926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2" name="Rectangle 85"/>
            <p:cNvSpPr/>
            <p:nvPr/>
          </p:nvSpPr>
          <p:spPr>
            <a:xfrm>
              <a:off x="5372100" y="4292600"/>
              <a:ext cx="3810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Rectangle 87"/>
            <p:cNvSpPr/>
            <p:nvPr/>
          </p:nvSpPr>
          <p:spPr>
            <a:xfrm>
              <a:off x="800100" y="4495800"/>
              <a:ext cx="1016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4" name="Rectangle 89"/>
            <p:cNvSpPr/>
            <p:nvPr/>
          </p:nvSpPr>
          <p:spPr>
            <a:xfrm>
              <a:off x="1816100" y="4495800"/>
              <a:ext cx="1524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Rectangle 91"/>
            <p:cNvSpPr/>
            <p:nvPr/>
          </p:nvSpPr>
          <p:spPr>
            <a:xfrm>
              <a:off x="3340100" y="4495800"/>
              <a:ext cx="1016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6" name="Rectangle 93"/>
            <p:cNvSpPr/>
            <p:nvPr/>
          </p:nvSpPr>
          <p:spPr>
            <a:xfrm>
              <a:off x="4356100" y="4495800"/>
              <a:ext cx="1016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7" name="Rectangle 95"/>
            <p:cNvSpPr/>
            <p:nvPr/>
          </p:nvSpPr>
          <p:spPr>
            <a:xfrm>
              <a:off x="5372100" y="4495800"/>
              <a:ext cx="3810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8" name="Rectangle 97"/>
            <p:cNvSpPr/>
            <p:nvPr/>
          </p:nvSpPr>
          <p:spPr>
            <a:xfrm>
              <a:off x="800100" y="4699000"/>
              <a:ext cx="1016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9" name="Rectangle 99"/>
            <p:cNvSpPr/>
            <p:nvPr/>
          </p:nvSpPr>
          <p:spPr>
            <a:xfrm>
              <a:off x="1816100" y="4699000"/>
              <a:ext cx="1524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0" name="Rectangle 101"/>
            <p:cNvSpPr/>
            <p:nvPr/>
          </p:nvSpPr>
          <p:spPr>
            <a:xfrm>
              <a:off x="3340100" y="4699000"/>
              <a:ext cx="1016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1" name="Rectangle 103"/>
            <p:cNvSpPr/>
            <p:nvPr/>
          </p:nvSpPr>
          <p:spPr>
            <a:xfrm>
              <a:off x="4356100" y="4699000"/>
              <a:ext cx="1016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2" name="Rectangle 105"/>
            <p:cNvSpPr/>
            <p:nvPr/>
          </p:nvSpPr>
          <p:spPr>
            <a:xfrm>
              <a:off x="5372100" y="4699000"/>
              <a:ext cx="3810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43" name="그룹 242"/>
            <p:cNvGrpSpPr/>
            <p:nvPr/>
          </p:nvGrpSpPr>
          <p:grpSpPr>
            <a:xfrm>
              <a:off x="978881" y="4322440"/>
              <a:ext cx="6818652" cy="653345"/>
              <a:chOff x="978881" y="4322440"/>
              <a:chExt cx="6818652" cy="653345"/>
            </a:xfrm>
          </p:grpSpPr>
          <p:sp>
            <p:nvSpPr>
              <p:cNvPr id="244" name="TextBox 243"/>
              <p:cNvSpPr txBox="1"/>
              <p:nvPr/>
            </p:nvSpPr>
            <p:spPr>
              <a:xfrm>
                <a:off x="1078645" y="4322440"/>
                <a:ext cx="458912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신청일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2284909" y="4322440"/>
                <a:ext cx="586387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신청 메뉴</a:t>
                </a:r>
              </a:p>
            </p:txBody>
          </p:sp>
          <p:sp>
            <p:nvSpPr>
              <p:cNvPr id="246" name="TextBox 245"/>
              <p:cNvSpPr txBox="1"/>
              <p:nvPr/>
            </p:nvSpPr>
            <p:spPr>
              <a:xfrm>
                <a:off x="3554908" y="4322440"/>
                <a:ext cx="586387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처리 상태</a:t>
                </a:r>
              </a:p>
            </p:txBody>
          </p:sp>
          <p:sp>
            <p:nvSpPr>
              <p:cNvPr id="247" name="TextBox 246"/>
              <p:cNvSpPr txBox="1"/>
              <p:nvPr/>
            </p:nvSpPr>
            <p:spPr>
              <a:xfrm>
                <a:off x="4634643" y="4322440"/>
                <a:ext cx="458912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처리일</a:t>
                </a: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7097525" y="4322440"/>
                <a:ext cx="35914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비고</a:t>
                </a: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>
                <a:off x="978881" y="4529132"/>
                <a:ext cx="65843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2026.04.10</a:t>
                </a:r>
              </a:p>
            </p:txBody>
          </p:sp>
          <p:sp>
            <p:nvSpPr>
              <p:cNvPr id="250" name="TextBox 249"/>
              <p:cNvSpPr txBox="1"/>
              <p:nvPr/>
            </p:nvSpPr>
            <p:spPr>
              <a:xfrm>
                <a:off x="2298764" y="4529132"/>
                <a:ext cx="558675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정책광고</a:t>
                </a:r>
              </a:p>
            </p:txBody>
          </p:sp>
          <p:sp>
            <p:nvSpPr>
              <p:cNvPr id="251" name="TextBox 250"/>
              <p:cNvSpPr txBox="1"/>
              <p:nvPr/>
            </p:nvSpPr>
            <p:spPr>
              <a:xfrm>
                <a:off x="3668527" y="4529132"/>
                <a:ext cx="35914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CC0000"/>
                    </a:solidFill>
                    <a:latin typeface="+mn-ea"/>
                  </a:rPr>
                  <a:t>반려</a:t>
                </a:r>
              </a:p>
            </p:txBody>
          </p:sp>
          <p:sp>
            <p:nvSpPr>
              <p:cNvPr id="252" name="TextBox 251"/>
              <p:cNvSpPr txBox="1"/>
              <p:nvPr/>
            </p:nvSpPr>
            <p:spPr>
              <a:xfrm>
                <a:off x="4534882" y="4509585"/>
                <a:ext cx="65843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2026.04.11</a:t>
                </a: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>
                <a:off x="6756668" y="4529132"/>
                <a:ext cx="1040865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권한</a:t>
                </a:r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대상</a:t>
                </a:r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기관</a:t>
                </a:r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아님</a:t>
                </a:r>
                <a:endParaRPr sz="900" dirty="0">
                  <a:solidFill>
                    <a:srgbClr val="1A1A1A"/>
                  </a:solidFill>
                  <a:latin typeface="+mn-ea"/>
                </a:endParaRPr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978881" y="4732330"/>
                <a:ext cx="65843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2026.03.01</a:t>
                </a: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>
                <a:off x="2298764" y="4732330"/>
                <a:ext cx="558675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온라인방</a:t>
                </a:r>
                <a:endParaRPr sz="900" dirty="0">
                  <a:solidFill>
                    <a:srgbClr val="1A1A1A"/>
                  </a:solidFill>
                  <a:latin typeface="+mn-ea"/>
                </a:endParaRPr>
              </a:p>
            </p:txBody>
          </p:sp>
          <p:sp>
            <p:nvSpPr>
              <p:cNvPr id="256" name="TextBox 255"/>
              <p:cNvSpPr txBox="1"/>
              <p:nvPr/>
            </p:nvSpPr>
            <p:spPr>
              <a:xfrm>
                <a:off x="3668527" y="4732330"/>
                <a:ext cx="35914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008040"/>
                    </a:solidFill>
                    <a:latin typeface="+mn-ea"/>
                  </a:rPr>
                  <a:t>승인</a:t>
                </a: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4534880" y="4712783"/>
                <a:ext cx="658438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2026.03.02</a:t>
                </a:r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6983907" y="4732330"/>
                <a:ext cx="586387" cy="243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처리 완료</a:t>
                </a:r>
              </a:p>
            </p:txBody>
          </p:sp>
        </p:grpSp>
      </p:grpSp>
      <p:grpSp>
        <p:nvGrpSpPr>
          <p:cNvPr id="264" name="그룹 263"/>
          <p:cNvGrpSpPr/>
          <p:nvPr/>
        </p:nvGrpSpPr>
        <p:grpSpPr>
          <a:xfrm>
            <a:off x="-7038" y="635000"/>
            <a:ext cx="9697138" cy="261461"/>
            <a:chOff x="546100" y="635000"/>
            <a:chExt cx="9144000" cy="261461"/>
          </a:xfrm>
        </p:grpSpPr>
        <p:sp>
          <p:nvSpPr>
            <p:cNvPr id="265" name="Rectangle 18"/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660400" y="650240"/>
              <a:ext cx="124129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나의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신청</a:t>
              </a:r>
              <a:r>
                <a:rPr lang="en-US"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이력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72" name="그룹 171"/>
          <p:cNvGrpSpPr/>
          <p:nvPr/>
        </p:nvGrpSpPr>
        <p:grpSpPr>
          <a:xfrm>
            <a:off x="1347442" y="673000"/>
            <a:ext cx="216000" cy="216000"/>
            <a:chOff x="3966029" y="6357600"/>
            <a:chExt cx="216000" cy="216000"/>
          </a:xfrm>
        </p:grpSpPr>
        <p:sp>
          <p:nvSpPr>
            <p:cNvPr id="17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78" name="그룹 177"/>
          <p:cNvGrpSpPr/>
          <p:nvPr/>
        </p:nvGrpSpPr>
        <p:grpSpPr>
          <a:xfrm>
            <a:off x="3733799" y="1910811"/>
            <a:ext cx="2133600" cy="297021"/>
            <a:chOff x="3556000" y="4826000"/>
            <a:chExt cx="2133600" cy="297021"/>
          </a:xfrm>
        </p:grpSpPr>
        <p:sp>
          <p:nvSpPr>
            <p:cNvPr id="179" name="Rectangle 108"/>
            <p:cNvSpPr/>
            <p:nvPr/>
          </p:nvSpPr>
          <p:spPr>
            <a:xfrm>
              <a:off x="3556000" y="4826000"/>
              <a:ext cx="1016000" cy="2794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697554" y="4876800"/>
              <a:ext cx="73289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FFFFFF"/>
                  </a:solidFill>
                  <a:latin typeface="+mn-ea"/>
                </a:rPr>
                <a:t>신청 제출</a:t>
              </a:r>
            </a:p>
          </p:txBody>
        </p:sp>
        <p:sp>
          <p:nvSpPr>
            <p:cNvPr id="181" name="Rectangle 110"/>
            <p:cNvSpPr/>
            <p:nvPr/>
          </p:nvSpPr>
          <p:spPr>
            <a:xfrm>
              <a:off x="4673600" y="4826000"/>
              <a:ext cx="1016000" cy="279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4925761" y="4876800"/>
              <a:ext cx="5116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445064"/>
                  </a:solidFill>
                  <a:latin typeface="+mn-ea"/>
                </a:rPr>
                <a:t>취  소</a:t>
              </a: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3586171" y="1834611"/>
            <a:ext cx="216000" cy="216000"/>
            <a:chOff x="3966029" y="6357600"/>
            <a:chExt cx="216000" cy="216000"/>
          </a:xfrm>
        </p:grpSpPr>
        <p:sp>
          <p:nvSpPr>
            <p:cNvPr id="18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67" name="Rectangle 266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37 / 50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9ABDD97-1AD5-13EC-0919-EA15FD084B1D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2F2F71-0850-E0D6-1AF9-60780A1CB0CE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E5AAA19-A6FC-C65A-568E-11D09E2C4984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E61CE2D-8E47-CC7E-9B98-31E1503700A2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1F87749-B3F9-E6F7-6F77-96C9F7811A23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3F7F77-0C4F-7B37-EAB7-F4B738DA0ACF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6B84156-0626-D48F-444F-807770BFA366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D1A1C11-671B-DE12-D696-5238019A59CC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EF3BF96-7382-5D3C-4A7A-F70EB4138B59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553B7B7-A1BC-506A-EB8D-5C7EB7ECA0A7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629E363-99BC-BB40-D42D-5FE6BBA5DBC0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915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/>
          <p:cNvSpPr txBox="1"/>
          <p:nvPr/>
        </p:nvSpPr>
        <p:spPr>
          <a:xfrm>
            <a:off x="-7038" y="350520"/>
            <a:ext cx="4731438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dirty="0" err="1">
                <a:solidFill>
                  <a:srgbClr val="FFFFFF"/>
                </a:solidFill>
                <a:latin typeface="+mn-ea"/>
              </a:rPr>
              <a:t>관리자</a:t>
            </a:r>
            <a:r>
              <a:rPr sz="1100" dirty="0">
                <a:solidFill>
                  <a:srgbClr val="FFFFFF"/>
                </a:solidFill>
                <a:latin typeface="+mn-ea"/>
              </a:rPr>
              <a:t>  &gt;  </a:t>
            </a:r>
            <a:r>
              <a:rPr sz="1100" dirty="0" err="1">
                <a:solidFill>
                  <a:srgbClr val="FFFFFF"/>
                </a:solidFill>
                <a:latin typeface="+mn-ea"/>
              </a:rPr>
              <a:t>권한</a:t>
            </a:r>
            <a:r>
              <a:rPr sz="1100" dirty="0">
                <a:solidFill>
                  <a:srgbClr val="FFFFFF"/>
                </a:solidFill>
                <a:latin typeface="+mn-ea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+mn-ea"/>
              </a:rPr>
              <a:t>신청</a:t>
            </a:r>
            <a:r>
              <a:rPr sz="1100" dirty="0">
                <a:solidFill>
                  <a:srgbClr val="FFFFFF"/>
                </a:solidFill>
                <a:latin typeface="+mn-ea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+mn-ea"/>
              </a:rPr>
              <a:t>관리</a:t>
            </a:r>
            <a:endParaRPr sz="1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183489" y="381000"/>
            <a:ext cx="1970411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BCC"/>
                </a:solidFill>
                <a:latin typeface="+mn-ea"/>
              </a:rPr>
              <a:t>홈  &gt;  관리자  &gt;  권한 신청 관리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20971" y="6642100"/>
            <a:ext cx="2032929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BCC"/>
                </a:solidFill>
                <a:latin typeface="+mn-ea"/>
              </a:rPr>
              <a:t>SCR-NEW-302  |  관리자 권한 승인 화면</a:t>
            </a:r>
          </a:p>
        </p:txBody>
      </p:sp>
      <p:grpSp>
        <p:nvGrpSpPr>
          <p:cNvPr id="85" name="그룹 84"/>
          <p:cNvGrpSpPr/>
          <p:nvPr/>
        </p:nvGrpSpPr>
        <p:grpSpPr>
          <a:xfrm>
            <a:off x="9779000" y="1092200"/>
            <a:ext cx="2324100" cy="2453332"/>
            <a:chOff x="9779000" y="1092200"/>
            <a:chExt cx="2324100" cy="2453332"/>
          </a:xfrm>
        </p:grpSpPr>
        <p:sp>
          <p:nvSpPr>
            <p:cNvPr id="86" name="TextBox 85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SCR-NEW-302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 권한 승인 화면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○○과 관리자 / 기관 관리자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 &gt; 권한 신청 관리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779000" y="2552700"/>
              <a:ext cx="13965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탭(PC용) — 상태 필터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779000" y="27051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표(리스트) — 신청 목록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779000" y="2857500"/>
              <a:ext cx="1011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상세 정보 패널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779000" y="30099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텍스트박스 — 반려 사유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779000" y="3162300"/>
              <a:ext cx="15953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 — 승인/반려/보류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779000" y="3314700"/>
              <a:ext cx="1011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알림 안내 배너</a:t>
              </a: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385407" y="5237797"/>
            <a:ext cx="11806593" cy="1246832"/>
            <a:chOff x="927100" y="5275897"/>
            <a:chExt cx="11264900" cy="1246832"/>
          </a:xfrm>
        </p:grpSpPr>
        <p:sp>
          <p:nvSpPr>
            <p:cNvPr id="97" name="TextBox 96"/>
            <p:cNvSpPr txBox="1"/>
            <p:nvPr/>
          </p:nvSpPr>
          <p:spPr>
            <a:xfrm>
              <a:off x="927100" y="5275897"/>
              <a:ext cx="352876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상태 탭 클릭 — [전체] [미처리] [처리완료] 기준으로 신청 목록 필터링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814122" y="5275897"/>
              <a:ext cx="8751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탭 클릭 (Click)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7848600" y="5275897"/>
              <a:ext cx="176071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미처리</a:t>
              </a:r>
              <a:r>
                <a:rPr sz="900" dirty="0">
                  <a:latin typeface="+mn-ea"/>
                </a:rPr>
                <a:t> 수 </a:t>
              </a:r>
              <a:r>
                <a:rPr sz="900" dirty="0" err="1">
                  <a:latin typeface="+mn-ea"/>
                </a:rPr>
                <a:t>배지로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즉시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확인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가능</a:t>
              </a:r>
              <a:endParaRPr sz="900" dirty="0">
                <a:latin typeface="+mn-ea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927100" y="5479097"/>
              <a:ext cx="40120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신청 목록 행 클릭 → 우측 상세 패널에 해당 신청 내용 표시 (현재 선택 행 강조)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778180" y="5479097"/>
              <a:ext cx="9470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행 클릭 (Select)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848600" y="5479097"/>
              <a:ext cx="16077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선택</a:t>
              </a:r>
              <a:r>
                <a:rPr sz="900" dirty="0">
                  <a:latin typeface="+mn-ea"/>
                </a:rPr>
                <a:t> 행 </a:t>
              </a:r>
              <a:r>
                <a:rPr sz="900" dirty="0" err="1">
                  <a:latin typeface="+mn-ea"/>
                </a:rPr>
                <a:t>배경색</a:t>
              </a:r>
              <a:r>
                <a:rPr sz="900" dirty="0">
                  <a:latin typeface="+mn-ea"/>
                </a:rPr>
                <a:t> SEL_BG </a:t>
              </a:r>
              <a:r>
                <a:rPr sz="900" dirty="0" err="1">
                  <a:latin typeface="+mn-ea"/>
                </a:rPr>
                <a:t>강조</a:t>
              </a:r>
              <a:endParaRPr sz="900" dirty="0"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927100" y="5682297"/>
              <a:ext cx="36817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신청 상세 정보 — 신청자·메뉴·사유·소속 부서·긴급 여부 읽기 전용 표시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808769" y="5682297"/>
              <a:ext cx="8858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표시 (Display)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848600" y="5682297"/>
              <a:ext cx="15404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편집 불가; 원본 데이터 보호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27100" y="5885497"/>
              <a:ext cx="343699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처리 이력 — 이전 승인/반려/보류 기록 표시; 최초 신청은 이력 없음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808769" y="5885497"/>
              <a:ext cx="8858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표시 (Display)</a:t>
              </a:r>
            </a:p>
          </p:txBody>
        </p:sp>
        <p:sp>
          <p:nvSpPr>
            <p:cNvPr id="108" name="Rectangle 193"/>
            <p:cNvSpPr/>
            <p:nvPr/>
          </p:nvSpPr>
          <p:spPr>
            <a:xfrm>
              <a:off x="7823200" y="58293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7848600" y="5885497"/>
              <a:ext cx="11183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이력은 시간순 정렬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27100" y="6088697"/>
              <a:ext cx="36388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반려 사유 텍스트박스 — [반려] 버튼 클릭 시 입력 필수; 빈 값 제출 차단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873007" y="6088697"/>
              <a:ext cx="75738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텍스트 입력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7848600" y="6088697"/>
              <a:ext cx="18402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반려 사유는 신청자 알림톡에 포함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27100" y="6291897"/>
              <a:ext cx="35593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[승인]/[반려]/[보류] 버튼 — 처리 완료 시 신청자에게 알림톡 자동 발송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698649" y="6291897"/>
              <a:ext cx="11061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버튼 클릭 (Submit)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848600" y="6291897"/>
              <a:ext cx="16322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[보류]: 추가 검토 필요 시 사용</a:t>
              </a:r>
            </a:p>
          </p:txBody>
        </p:sp>
      </p:grpSp>
      <p:sp>
        <p:nvSpPr>
          <p:cNvPr id="124" name="Rectangle 92"/>
          <p:cNvSpPr/>
          <p:nvPr/>
        </p:nvSpPr>
        <p:spPr>
          <a:xfrm>
            <a:off x="5184678" y="631688"/>
            <a:ext cx="4497319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-34720" y="0"/>
            <a:ext cx="12227064" cy="6865210"/>
            <a:chOff x="-28542" y="-7210"/>
            <a:chExt cx="12227064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2" y="5011746"/>
              <a:ext cx="12220542" cy="1574800"/>
              <a:chOff x="525571" y="5016500"/>
              <a:chExt cx="11666429" cy="1574800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1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4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01868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>
                <a:off x="574541" y="5206238"/>
                <a:ext cx="298719" cy="1262221"/>
                <a:chOff x="574541" y="5237988"/>
                <a:chExt cx="298719" cy="1262221"/>
              </a:xfrm>
            </p:grpSpPr>
            <p:sp>
              <p:nvSpPr>
                <p:cNvPr id="37" name="TextBox 36"/>
                <p:cNvSpPr txBox="1"/>
                <p:nvPr/>
              </p:nvSpPr>
              <p:spPr>
                <a:xfrm>
                  <a:off x="574541" y="52379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①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574541" y="54411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②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574541" y="56443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③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574541" y="5875020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④</a:t>
                  </a:r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574541" y="60507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⑤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574541" y="62539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⑥</a:t>
                  </a:r>
                </a:p>
              </p:txBody>
            </p:sp>
          </p:grpSp>
        </p:grpSp>
        <p:sp>
          <p:nvSpPr>
            <p:cNvPr id="43" name="Rectangle 4"/>
            <p:cNvSpPr/>
            <p:nvPr/>
          </p:nvSpPr>
          <p:spPr>
            <a:xfrm>
              <a:off x="157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943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8250" cy="4375271"/>
              <a:chOff x="9690100" y="635000"/>
              <a:chExt cx="250825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645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73100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49500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사용 컴포넌트</a:t>
                </a: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6350" y="6591300"/>
              <a:ext cx="12192000" cy="266700"/>
              <a:chOff x="635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635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184851" y="636032"/>
            <a:ext cx="4505421" cy="278143"/>
            <a:chOff x="5505007" y="635000"/>
            <a:chExt cx="4191000" cy="278143"/>
          </a:xfrm>
        </p:grpSpPr>
        <p:sp>
          <p:nvSpPr>
            <p:cNvPr id="117" name="Rectangle 93"/>
            <p:cNvSpPr/>
            <p:nvPr/>
          </p:nvSpPr>
          <p:spPr>
            <a:xfrm>
              <a:off x="5505007" y="635000"/>
              <a:ext cx="4191000" cy="254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613400" y="666922"/>
              <a:ext cx="95313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신청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상세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-13217" y="636424"/>
            <a:ext cx="5191717" cy="271965"/>
            <a:chOff x="546100" y="635000"/>
            <a:chExt cx="4953000" cy="271965"/>
          </a:xfrm>
        </p:grpSpPr>
        <p:sp>
          <p:nvSpPr>
            <p:cNvPr id="120" name="Rectangle 18"/>
            <p:cNvSpPr/>
            <p:nvPr/>
          </p:nvSpPr>
          <p:spPr>
            <a:xfrm>
              <a:off x="546100" y="635000"/>
              <a:ext cx="4953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60400" y="660744"/>
              <a:ext cx="9775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신청</a:t>
              </a:r>
              <a:r>
                <a:rPr sz="10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FFFFFF"/>
                  </a:solidFill>
                  <a:latin typeface="+mn-ea"/>
                </a:rPr>
                <a:t>목록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2" name="Rectangle 20"/>
            <p:cNvSpPr/>
            <p:nvPr/>
          </p:nvSpPr>
          <p:spPr>
            <a:xfrm>
              <a:off x="4373150" y="685800"/>
              <a:ext cx="762000" cy="1524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378778" y="635858"/>
              <a:ext cx="73895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FFFFFF"/>
                  </a:solidFill>
                  <a:latin typeface="+mn-ea"/>
                </a:rPr>
                <a:t>미처리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 3건</a:t>
              </a: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-48210" y="901700"/>
            <a:ext cx="5232886" cy="1966739"/>
            <a:chOff x="498181" y="889000"/>
            <a:chExt cx="5000919" cy="1741042"/>
          </a:xfrm>
        </p:grpSpPr>
        <p:sp>
          <p:nvSpPr>
            <p:cNvPr id="127" name="Rectangle 37"/>
            <p:cNvSpPr/>
            <p:nvPr/>
          </p:nvSpPr>
          <p:spPr>
            <a:xfrm>
              <a:off x="4483100" y="10922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128" name="그룹 127"/>
            <p:cNvGrpSpPr/>
            <p:nvPr/>
          </p:nvGrpSpPr>
          <p:grpSpPr>
            <a:xfrm>
              <a:off x="498181" y="889000"/>
              <a:ext cx="5000919" cy="1741042"/>
              <a:chOff x="498181" y="889000"/>
              <a:chExt cx="5000919" cy="1741042"/>
            </a:xfrm>
          </p:grpSpPr>
          <p:sp>
            <p:nvSpPr>
              <p:cNvPr id="129" name="Rectangle 22"/>
              <p:cNvSpPr/>
              <p:nvPr/>
            </p:nvSpPr>
            <p:spPr>
              <a:xfrm>
                <a:off x="546100" y="889000"/>
                <a:ext cx="825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692906" y="914400"/>
                <a:ext cx="53189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전체(8)</a:t>
                </a:r>
              </a:p>
            </p:txBody>
          </p:sp>
          <p:sp>
            <p:nvSpPr>
              <p:cNvPr id="131" name="Rectangle 24"/>
              <p:cNvSpPr/>
              <p:nvPr/>
            </p:nvSpPr>
            <p:spPr>
              <a:xfrm>
                <a:off x="1371600" y="889000"/>
                <a:ext cx="889000" cy="203200"/>
              </a:xfrm>
              <a:prstGeom prst="rect">
                <a:avLst/>
              </a:prstGeom>
              <a:solidFill>
                <a:srgbClr val="2E447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1495004" y="914400"/>
                <a:ext cx="642192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미처리(3)</a:t>
                </a:r>
              </a:p>
            </p:txBody>
          </p:sp>
          <p:sp>
            <p:nvSpPr>
              <p:cNvPr id="133" name="Rectangle 26"/>
              <p:cNvSpPr/>
              <p:nvPr/>
            </p:nvSpPr>
            <p:spPr>
              <a:xfrm>
                <a:off x="2260600" y="889000"/>
                <a:ext cx="1016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2392356" y="914400"/>
                <a:ext cx="75249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처리완료(5)</a:t>
                </a:r>
              </a:p>
            </p:txBody>
          </p:sp>
          <p:sp>
            <p:nvSpPr>
              <p:cNvPr id="136" name="Rectangle 29"/>
              <p:cNvSpPr/>
              <p:nvPr/>
            </p:nvSpPr>
            <p:spPr>
              <a:xfrm>
                <a:off x="546100" y="1092200"/>
                <a:ext cx="889000" cy="2032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7" name="Rectangle 31"/>
              <p:cNvSpPr/>
              <p:nvPr/>
            </p:nvSpPr>
            <p:spPr>
              <a:xfrm>
                <a:off x="1435100" y="1092200"/>
                <a:ext cx="1016000" cy="2032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8" name="Rectangle 33"/>
              <p:cNvSpPr/>
              <p:nvPr/>
            </p:nvSpPr>
            <p:spPr>
              <a:xfrm>
                <a:off x="2451100" y="1092200"/>
                <a:ext cx="1143000" cy="2032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9" name="Rectangle 35"/>
              <p:cNvSpPr/>
              <p:nvPr/>
            </p:nvSpPr>
            <p:spPr>
              <a:xfrm>
                <a:off x="3594100" y="1092200"/>
                <a:ext cx="889000" cy="2032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40" name="그룹 139"/>
              <p:cNvGrpSpPr/>
              <p:nvPr/>
            </p:nvGrpSpPr>
            <p:grpSpPr>
              <a:xfrm>
                <a:off x="736910" y="1114015"/>
                <a:ext cx="4452729" cy="204342"/>
                <a:chOff x="736910" y="1144905"/>
                <a:chExt cx="4452729" cy="204342"/>
              </a:xfrm>
            </p:grpSpPr>
            <p:sp>
              <p:nvSpPr>
                <p:cNvPr id="194" name="TextBox 193"/>
                <p:cNvSpPr txBox="1"/>
                <p:nvPr/>
              </p:nvSpPr>
              <p:spPr>
                <a:xfrm>
                  <a:off x="736910" y="1144905"/>
                  <a:ext cx="507381" cy="2043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신청자</a:t>
                  </a:r>
                </a:p>
              </p:txBody>
            </p:sp>
            <p:sp>
              <p:nvSpPr>
                <p:cNvPr id="195" name="TextBox 194"/>
                <p:cNvSpPr txBox="1"/>
                <p:nvPr/>
              </p:nvSpPr>
              <p:spPr>
                <a:xfrm>
                  <a:off x="1744559" y="1144905"/>
                  <a:ext cx="397080" cy="2043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기관</a:t>
                  </a:r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2698441" y="1144905"/>
                  <a:ext cx="648319" cy="2043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신청 메뉴</a:t>
                  </a:r>
                </a:p>
              </p:txBody>
            </p:sp>
            <p:sp>
              <p:nvSpPr>
                <p:cNvPr id="197" name="TextBox 196"/>
                <p:cNvSpPr txBox="1"/>
                <p:nvPr/>
              </p:nvSpPr>
              <p:spPr>
                <a:xfrm>
                  <a:off x="3784910" y="1144905"/>
                  <a:ext cx="507381" cy="2043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신청일</a:t>
                  </a:r>
                </a:p>
              </p:txBody>
            </p:sp>
            <p:sp>
              <p:nvSpPr>
                <p:cNvPr id="198" name="TextBox 197"/>
                <p:cNvSpPr txBox="1"/>
                <p:nvPr/>
              </p:nvSpPr>
              <p:spPr>
                <a:xfrm>
                  <a:off x="4792559" y="1144905"/>
                  <a:ext cx="397080" cy="2043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상태</a:t>
                  </a:r>
                </a:p>
              </p:txBody>
            </p:sp>
          </p:grpSp>
          <p:sp>
            <p:nvSpPr>
              <p:cNvPr id="141" name="Rectangle 39"/>
              <p:cNvSpPr/>
              <p:nvPr/>
            </p:nvSpPr>
            <p:spPr>
              <a:xfrm>
                <a:off x="546100" y="1295400"/>
                <a:ext cx="889000" cy="215900"/>
              </a:xfrm>
              <a:prstGeom prst="rect">
                <a:avLst/>
              </a:prstGeom>
              <a:solidFill>
                <a:srgbClr val="E8F0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736910" y="13579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홍길동</a:t>
                </a:r>
              </a:p>
            </p:txBody>
          </p:sp>
          <p:sp>
            <p:nvSpPr>
              <p:cNvPr id="143" name="Rectangle 41"/>
              <p:cNvSpPr/>
              <p:nvPr/>
            </p:nvSpPr>
            <p:spPr>
              <a:xfrm>
                <a:off x="1435100" y="1295400"/>
                <a:ext cx="1016000" cy="215900"/>
              </a:xfrm>
              <a:prstGeom prst="rect">
                <a:avLst/>
              </a:prstGeom>
              <a:solidFill>
                <a:srgbClr val="E8F0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1468810" y="1357947"/>
                <a:ext cx="948579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○○부처</a:t>
                </a:r>
              </a:p>
            </p:txBody>
          </p:sp>
          <p:sp>
            <p:nvSpPr>
              <p:cNvPr id="145" name="Rectangle 43"/>
              <p:cNvSpPr/>
              <p:nvPr/>
            </p:nvSpPr>
            <p:spPr>
              <a:xfrm>
                <a:off x="2451100" y="1295400"/>
                <a:ext cx="1143000" cy="215900"/>
              </a:xfrm>
              <a:prstGeom prst="rect">
                <a:avLst/>
              </a:prstGeom>
              <a:solidFill>
                <a:srgbClr val="E8F0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2713761" y="1357947"/>
                <a:ext cx="6176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147" name="Rectangle 45"/>
              <p:cNvSpPr/>
              <p:nvPr/>
            </p:nvSpPr>
            <p:spPr>
              <a:xfrm>
                <a:off x="3594100" y="1295400"/>
                <a:ext cx="889000" cy="215900"/>
              </a:xfrm>
              <a:prstGeom prst="rect">
                <a:avLst/>
              </a:prstGeom>
              <a:solidFill>
                <a:srgbClr val="E8F0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3674610" y="1357947"/>
                <a:ext cx="7279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2026.05.27</a:t>
                </a:r>
              </a:p>
            </p:txBody>
          </p:sp>
          <p:sp>
            <p:nvSpPr>
              <p:cNvPr id="149" name="Rectangle 47"/>
              <p:cNvSpPr/>
              <p:nvPr/>
            </p:nvSpPr>
            <p:spPr>
              <a:xfrm>
                <a:off x="4483100" y="1295400"/>
                <a:ext cx="1016000" cy="215900"/>
              </a:xfrm>
              <a:prstGeom prst="rect">
                <a:avLst/>
              </a:prstGeom>
              <a:solidFill>
                <a:srgbClr val="E8F0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4722090" y="1357947"/>
                <a:ext cx="53802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대기 중</a:t>
                </a:r>
              </a:p>
            </p:txBody>
          </p:sp>
          <p:sp>
            <p:nvSpPr>
              <p:cNvPr id="151" name="Rectangle 49"/>
              <p:cNvSpPr/>
              <p:nvPr/>
            </p:nvSpPr>
            <p:spPr>
              <a:xfrm>
                <a:off x="546100" y="15113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736910" y="15738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이영희</a:t>
                </a:r>
              </a:p>
            </p:txBody>
          </p:sp>
          <p:sp>
            <p:nvSpPr>
              <p:cNvPr id="153" name="Rectangle 51"/>
              <p:cNvSpPr/>
              <p:nvPr/>
            </p:nvSpPr>
            <p:spPr>
              <a:xfrm>
                <a:off x="1435100" y="15113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1579110" y="1573847"/>
                <a:ext cx="7279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행정안전부</a:t>
                </a:r>
              </a:p>
            </p:txBody>
          </p:sp>
          <p:sp>
            <p:nvSpPr>
              <p:cNvPr id="155" name="Rectangle 53"/>
              <p:cNvSpPr/>
              <p:nvPr/>
            </p:nvSpPr>
            <p:spPr>
              <a:xfrm>
                <a:off x="2451100" y="1511300"/>
                <a:ext cx="1143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2713761" y="1573847"/>
                <a:ext cx="6176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정책광고</a:t>
                </a:r>
              </a:p>
            </p:txBody>
          </p:sp>
          <p:sp>
            <p:nvSpPr>
              <p:cNvPr id="157" name="Rectangle 55"/>
              <p:cNvSpPr/>
              <p:nvPr/>
            </p:nvSpPr>
            <p:spPr>
              <a:xfrm>
                <a:off x="3594100" y="15113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3674610" y="1573847"/>
                <a:ext cx="7279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2026.05.26</a:t>
                </a:r>
              </a:p>
            </p:txBody>
          </p:sp>
          <p:sp>
            <p:nvSpPr>
              <p:cNvPr id="159" name="Rectangle 57"/>
              <p:cNvSpPr/>
              <p:nvPr/>
            </p:nvSpPr>
            <p:spPr>
              <a:xfrm>
                <a:off x="4483100" y="15113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4722090" y="1573847"/>
                <a:ext cx="53802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대기 중</a:t>
                </a:r>
              </a:p>
            </p:txBody>
          </p:sp>
          <p:sp>
            <p:nvSpPr>
              <p:cNvPr id="161" name="Rectangle 59"/>
              <p:cNvSpPr/>
              <p:nvPr/>
            </p:nvSpPr>
            <p:spPr>
              <a:xfrm>
                <a:off x="546100" y="17272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>
                <a:off x="736910" y="17897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김철수</a:t>
                </a:r>
              </a:p>
            </p:txBody>
          </p:sp>
          <p:sp>
            <p:nvSpPr>
              <p:cNvPr id="163" name="Rectangle 61"/>
              <p:cNvSpPr/>
              <p:nvPr/>
            </p:nvSpPr>
            <p:spPr>
              <a:xfrm>
                <a:off x="1435100" y="17272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1689408" y="17897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교육부</a:t>
                </a:r>
              </a:p>
            </p:txBody>
          </p:sp>
          <p:sp>
            <p:nvSpPr>
              <p:cNvPr id="165" name="Rectangle 63"/>
              <p:cNvSpPr/>
              <p:nvPr/>
            </p:nvSpPr>
            <p:spPr>
              <a:xfrm>
                <a:off x="2451100" y="1727200"/>
                <a:ext cx="1143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2713761" y="1789747"/>
                <a:ext cx="6176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매체협업</a:t>
                </a:r>
              </a:p>
            </p:txBody>
          </p:sp>
          <p:sp>
            <p:nvSpPr>
              <p:cNvPr id="167" name="Rectangle 65"/>
              <p:cNvSpPr/>
              <p:nvPr/>
            </p:nvSpPr>
            <p:spPr>
              <a:xfrm>
                <a:off x="3594100" y="17272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>
                <a:off x="3674610" y="1789747"/>
                <a:ext cx="7279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2026.05.25</a:t>
                </a:r>
              </a:p>
            </p:txBody>
          </p:sp>
          <p:sp>
            <p:nvSpPr>
              <p:cNvPr id="169" name="Rectangle 67"/>
              <p:cNvSpPr/>
              <p:nvPr/>
            </p:nvSpPr>
            <p:spPr>
              <a:xfrm>
                <a:off x="4483100" y="17272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>
                <a:off x="4722090" y="1789747"/>
                <a:ext cx="53802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대기 중</a:t>
                </a:r>
              </a:p>
            </p:txBody>
          </p:sp>
          <p:sp>
            <p:nvSpPr>
              <p:cNvPr id="171" name="Rectangle 69"/>
              <p:cNvSpPr/>
              <p:nvPr/>
            </p:nvSpPr>
            <p:spPr>
              <a:xfrm>
                <a:off x="546100" y="19431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2" name="TextBox 171"/>
              <p:cNvSpPr txBox="1"/>
              <p:nvPr/>
            </p:nvSpPr>
            <p:spPr>
              <a:xfrm>
                <a:off x="736910" y="20056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박지수</a:t>
                </a:r>
              </a:p>
            </p:txBody>
          </p:sp>
          <p:sp>
            <p:nvSpPr>
              <p:cNvPr id="173" name="Rectangle 71"/>
              <p:cNvSpPr/>
              <p:nvPr/>
            </p:nvSpPr>
            <p:spPr>
              <a:xfrm>
                <a:off x="1435100" y="19431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4" name="TextBox 173"/>
              <p:cNvSpPr txBox="1"/>
              <p:nvPr/>
            </p:nvSpPr>
            <p:spPr>
              <a:xfrm>
                <a:off x="1689408" y="20056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외교부</a:t>
                </a:r>
              </a:p>
            </p:txBody>
          </p:sp>
          <p:sp>
            <p:nvSpPr>
              <p:cNvPr id="175" name="Rectangle 73"/>
              <p:cNvSpPr/>
              <p:nvPr/>
            </p:nvSpPr>
            <p:spPr>
              <a:xfrm>
                <a:off x="2451100" y="1943100"/>
                <a:ext cx="1143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2713761" y="2005647"/>
                <a:ext cx="6176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177" name="Rectangle 75"/>
              <p:cNvSpPr/>
              <p:nvPr/>
            </p:nvSpPr>
            <p:spPr>
              <a:xfrm>
                <a:off x="3594100" y="19431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8" name="TextBox 177"/>
              <p:cNvSpPr txBox="1"/>
              <p:nvPr/>
            </p:nvSpPr>
            <p:spPr>
              <a:xfrm>
                <a:off x="3674610" y="2005647"/>
                <a:ext cx="7279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2026.05.20</a:t>
                </a:r>
              </a:p>
            </p:txBody>
          </p:sp>
          <p:sp>
            <p:nvSpPr>
              <p:cNvPr id="179" name="Rectangle 77"/>
              <p:cNvSpPr/>
              <p:nvPr/>
            </p:nvSpPr>
            <p:spPr>
              <a:xfrm>
                <a:off x="4483100" y="19431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0" name="TextBox 179"/>
              <p:cNvSpPr txBox="1"/>
              <p:nvPr/>
            </p:nvSpPr>
            <p:spPr>
              <a:xfrm>
                <a:off x="4792560" y="2005647"/>
                <a:ext cx="3970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008040"/>
                    </a:solidFill>
                    <a:latin typeface="+mn-ea"/>
                  </a:rPr>
                  <a:t>승인</a:t>
                </a:r>
              </a:p>
            </p:txBody>
          </p:sp>
          <p:sp>
            <p:nvSpPr>
              <p:cNvPr id="181" name="Rectangle 79"/>
              <p:cNvSpPr/>
              <p:nvPr/>
            </p:nvSpPr>
            <p:spPr>
              <a:xfrm>
                <a:off x="546100" y="21590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736910" y="2221547"/>
                <a:ext cx="5073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E2D45"/>
                    </a:solidFill>
                    <a:latin typeface="+mn-ea"/>
                  </a:rPr>
                  <a:t>최민준</a:t>
                </a:r>
              </a:p>
            </p:txBody>
          </p:sp>
          <p:sp>
            <p:nvSpPr>
              <p:cNvPr id="183" name="Rectangle 81"/>
              <p:cNvSpPr/>
              <p:nvPr/>
            </p:nvSpPr>
            <p:spPr>
              <a:xfrm>
                <a:off x="1435100" y="21590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1579110" y="2221547"/>
                <a:ext cx="727981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보건복지부</a:t>
                </a:r>
              </a:p>
            </p:txBody>
          </p:sp>
          <p:sp>
            <p:nvSpPr>
              <p:cNvPr id="185" name="Rectangle 83"/>
              <p:cNvSpPr/>
              <p:nvPr/>
            </p:nvSpPr>
            <p:spPr>
              <a:xfrm>
                <a:off x="2451100" y="2159000"/>
                <a:ext cx="1143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2713761" y="2221547"/>
                <a:ext cx="6176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187" name="Rectangle 85"/>
              <p:cNvSpPr/>
              <p:nvPr/>
            </p:nvSpPr>
            <p:spPr>
              <a:xfrm>
                <a:off x="3594100" y="2159000"/>
                <a:ext cx="889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3674610" y="2221547"/>
                <a:ext cx="7279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2026.05.18</a:t>
                </a:r>
              </a:p>
            </p:txBody>
          </p:sp>
          <p:sp>
            <p:nvSpPr>
              <p:cNvPr id="189" name="Rectangle 87"/>
              <p:cNvSpPr/>
              <p:nvPr/>
            </p:nvSpPr>
            <p:spPr>
              <a:xfrm>
                <a:off x="4483100" y="2159000"/>
                <a:ext cx="1016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4792560" y="2221547"/>
                <a:ext cx="397080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CC0000"/>
                    </a:solidFill>
                    <a:latin typeface="+mn-ea"/>
                  </a:rPr>
                  <a:t>반려</a:t>
                </a:r>
              </a:p>
            </p:txBody>
          </p:sp>
          <p:sp>
            <p:nvSpPr>
              <p:cNvPr id="191" name="Rectangle 89"/>
              <p:cNvSpPr/>
              <p:nvPr/>
            </p:nvSpPr>
            <p:spPr>
              <a:xfrm>
                <a:off x="546100" y="2374900"/>
                <a:ext cx="4953000" cy="2159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2169884" y="2425700"/>
                <a:ext cx="740235" cy="2043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AAAAAA"/>
                    </a:solidFill>
                    <a:latin typeface="+mn-ea"/>
                  </a:rPr>
                  <a:t>···  중략  ···</a:t>
                </a:r>
              </a:p>
            </p:txBody>
          </p:sp>
          <p:sp>
            <p:nvSpPr>
              <p:cNvPr id="193" name="TextBox 192"/>
              <p:cNvSpPr txBox="1"/>
              <p:nvPr/>
            </p:nvSpPr>
            <p:spPr>
              <a:xfrm>
                <a:off x="498181" y="1143000"/>
                <a:ext cx="299036" cy="217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>
                    <a:solidFill>
                      <a:srgbClr val="2E4470"/>
                    </a:solidFill>
                    <a:latin typeface="+mn-ea"/>
                  </a:rPr>
                  <a:t>②</a:t>
                </a:r>
              </a:p>
            </p:txBody>
          </p:sp>
        </p:grpSp>
      </p:grpSp>
      <p:grpSp>
        <p:nvGrpSpPr>
          <p:cNvPr id="199" name="그룹 198"/>
          <p:cNvGrpSpPr/>
          <p:nvPr/>
        </p:nvGrpSpPr>
        <p:grpSpPr>
          <a:xfrm>
            <a:off x="5186645" y="888633"/>
            <a:ext cx="4489001" cy="1397000"/>
            <a:chOff x="5499100" y="889000"/>
            <a:chExt cx="4191000" cy="1397000"/>
          </a:xfrm>
        </p:grpSpPr>
        <p:sp>
          <p:nvSpPr>
            <p:cNvPr id="200" name="Rectangle 95"/>
            <p:cNvSpPr/>
            <p:nvPr/>
          </p:nvSpPr>
          <p:spPr>
            <a:xfrm>
              <a:off x="5499100" y="889000"/>
              <a:ext cx="4191000" cy="1397000"/>
            </a:xfrm>
            <a:prstGeom prst="rect">
              <a:avLst/>
            </a:prstGeom>
            <a:solidFill>
              <a:srgbClr val="E8F0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5588000" y="939800"/>
              <a:ext cx="5555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신청자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: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6604000" y="939800"/>
              <a:ext cx="135171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홍길동 (○○부처)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5588000" y="1143000"/>
              <a:ext cx="69322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신청 메뉴 :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6604000" y="1143000"/>
              <a:ext cx="6034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온라인방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5588000" y="1346200"/>
              <a:ext cx="5555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신청일 :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6604000" y="1346200"/>
              <a:ext cx="71117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2026.05.27</a:t>
              </a:r>
            </a:p>
          </p:txBody>
        </p:sp>
      </p:grpSp>
      <p:sp>
        <p:nvSpPr>
          <p:cNvPr id="207" name="TextBox 206"/>
          <p:cNvSpPr txBox="1"/>
          <p:nvPr/>
        </p:nvSpPr>
        <p:spPr>
          <a:xfrm>
            <a:off x="5286912" y="1790920"/>
            <a:ext cx="678391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 err="1">
                <a:solidFill>
                  <a:srgbClr val="445064"/>
                </a:solidFill>
                <a:latin typeface="+mn-ea"/>
              </a:rPr>
              <a:t>신청</a:t>
            </a:r>
            <a:r>
              <a:rPr sz="900" dirty="0">
                <a:solidFill>
                  <a:srgbClr val="445064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445064"/>
                </a:solidFill>
                <a:latin typeface="+mn-ea"/>
              </a:rPr>
              <a:t>사유</a:t>
            </a:r>
            <a:endParaRPr sz="900" dirty="0">
              <a:solidFill>
                <a:srgbClr val="445064"/>
              </a:solidFill>
              <a:latin typeface="+mn-ea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5919676" y="1827040"/>
            <a:ext cx="377076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dirty="0" err="1">
                <a:solidFill>
                  <a:srgbClr val="1A1A1A"/>
                </a:solidFill>
                <a:latin typeface="+mn-ea"/>
              </a:rPr>
              <a:t>온라인방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뉴스레터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업무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담당으로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발령받아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관련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메뉴</a:t>
            </a:r>
            <a:r>
              <a:rPr sz="900" dirty="0">
                <a:solidFill>
                  <a:srgbClr val="1A1A1A"/>
                </a:solidFill>
                <a:latin typeface="+mn-ea"/>
              </a:rPr>
              <a:t>
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접근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권한이</a:t>
            </a:r>
            <a:r>
              <a:rPr sz="900" dirty="0">
                <a:solidFill>
                  <a:srgbClr val="1A1A1A"/>
                </a:solidFill>
                <a:latin typeface="+mn-ea"/>
              </a:rPr>
              <a:t> </a:t>
            </a:r>
            <a:r>
              <a:rPr sz="900" dirty="0" err="1">
                <a:solidFill>
                  <a:srgbClr val="1A1A1A"/>
                </a:solidFill>
                <a:latin typeface="+mn-ea"/>
              </a:rPr>
              <a:t>필요합니다</a:t>
            </a:r>
            <a:r>
              <a:rPr sz="900" dirty="0">
                <a:solidFill>
                  <a:srgbClr val="1A1A1A"/>
                </a:solidFill>
                <a:latin typeface="+mn-ea"/>
              </a:rPr>
              <a:t>.</a:t>
            </a:r>
          </a:p>
        </p:txBody>
      </p:sp>
      <p:sp>
        <p:nvSpPr>
          <p:cNvPr id="209" name="Rectangle 104"/>
          <p:cNvSpPr/>
          <p:nvPr/>
        </p:nvSpPr>
        <p:spPr>
          <a:xfrm flipV="1">
            <a:off x="5192996" y="1774186"/>
            <a:ext cx="4489000" cy="18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212" name="그룹 211"/>
          <p:cNvGrpSpPr/>
          <p:nvPr/>
        </p:nvGrpSpPr>
        <p:grpSpPr>
          <a:xfrm>
            <a:off x="5286912" y="1563993"/>
            <a:ext cx="1762116" cy="232745"/>
            <a:chOff x="5286912" y="1538593"/>
            <a:chExt cx="1762116" cy="232745"/>
          </a:xfrm>
        </p:grpSpPr>
        <p:sp>
          <p:nvSpPr>
            <p:cNvPr id="210" name="TextBox 209"/>
            <p:cNvSpPr txBox="1"/>
            <p:nvPr/>
          </p:nvSpPr>
          <p:spPr>
            <a:xfrm>
              <a:off x="5286912" y="1540506"/>
              <a:ext cx="74251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긴급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여부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: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6370637" y="1538593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E2D45"/>
                  </a:solidFill>
                  <a:latin typeface="+mn-ea"/>
                </a:rPr>
                <a:t>해당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없음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213" name="그룹 212"/>
          <p:cNvGrpSpPr/>
          <p:nvPr/>
        </p:nvGrpSpPr>
        <p:grpSpPr>
          <a:xfrm>
            <a:off x="5178501" y="2333136"/>
            <a:ext cx="4505421" cy="249882"/>
            <a:chOff x="5499100" y="2082800"/>
            <a:chExt cx="4191000" cy="249882"/>
          </a:xfrm>
        </p:grpSpPr>
        <p:sp>
          <p:nvSpPr>
            <p:cNvPr id="214" name="Rectangle 108"/>
            <p:cNvSpPr/>
            <p:nvPr/>
          </p:nvSpPr>
          <p:spPr>
            <a:xfrm>
              <a:off x="5499100" y="2082800"/>
              <a:ext cx="4191000" cy="2032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5613400" y="2101850"/>
              <a:ext cx="6310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FFFFFF"/>
                  </a:solidFill>
                  <a:latin typeface="+mn-ea"/>
                </a:rPr>
                <a:t>처리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이력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5178500" y="2540318"/>
            <a:ext cx="4497145" cy="1863815"/>
            <a:chOff x="5499100" y="2286000"/>
            <a:chExt cx="4191000" cy="1755975"/>
          </a:xfrm>
        </p:grpSpPr>
        <p:sp>
          <p:nvSpPr>
            <p:cNvPr id="239" name="Rectangle 110"/>
            <p:cNvSpPr/>
            <p:nvPr/>
          </p:nvSpPr>
          <p:spPr>
            <a:xfrm>
              <a:off x="5499100" y="22860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0" name="Rectangle 112"/>
            <p:cNvSpPr/>
            <p:nvPr/>
          </p:nvSpPr>
          <p:spPr>
            <a:xfrm>
              <a:off x="6515100" y="2286000"/>
              <a:ext cx="1016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1" name="Rectangle 114"/>
            <p:cNvSpPr/>
            <p:nvPr/>
          </p:nvSpPr>
          <p:spPr>
            <a:xfrm>
              <a:off x="7531100" y="2286000"/>
              <a:ext cx="889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2" name="Rectangle 116"/>
            <p:cNvSpPr/>
            <p:nvPr/>
          </p:nvSpPr>
          <p:spPr>
            <a:xfrm>
              <a:off x="8420100" y="2286000"/>
              <a:ext cx="1270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43" name="그룹 242"/>
            <p:cNvGrpSpPr/>
            <p:nvPr/>
          </p:nvGrpSpPr>
          <p:grpSpPr>
            <a:xfrm>
              <a:off x="5499100" y="2313305"/>
              <a:ext cx="4191000" cy="1728670"/>
              <a:chOff x="5499100" y="2313305"/>
              <a:chExt cx="4191000" cy="1728670"/>
            </a:xfrm>
          </p:grpSpPr>
          <p:grpSp>
            <p:nvGrpSpPr>
              <p:cNvPr id="244" name="그룹 243"/>
              <p:cNvGrpSpPr/>
              <p:nvPr/>
            </p:nvGrpSpPr>
            <p:grpSpPr>
              <a:xfrm>
                <a:off x="5759713" y="2313305"/>
                <a:ext cx="3488994" cy="217476"/>
                <a:chOff x="5759713" y="2313305"/>
                <a:chExt cx="3488994" cy="217476"/>
              </a:xfrm>
            </p:grpSpPr>
            <p:sp>
              <p:nvSpPr>
                <p:cNvPr id="261" name="TextBox 260"/>
                <p:cNvSpPr txBox="1"/>
                <p:nvPr/>
              </p:nvSpPr>
              <p:spPr>
                <a:xfrm>
                  <a:off x="5759713" y="2313305"/>
                  <a:ext cx="494774" cy="2174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 dirty="0" err="1">
                      <a:solidFill>
                        <a:srgbClr val="FFFFFF"/>
                      </a:solidFill>
                      <a:latin typeface="+mn-ea"/>
                    </a:rPr>
                    <a:t>처리일</a:t>
                  </a:r>
                  <a:endParaRPr sz="9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262" name="TextBox 261"/>
                <p:cNvSpPr txBox="1"/>
                <p:nvPr/>
              </p:nvSpPr>
              <p:spPr>
                <a:xfrm>
                  <a:off x="6775713" y="2313305"/>
                  <a:ext cx="494774" cy="2174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처리자</a:t>
                  </a:r>
                </a:p>
              </p:txBody>
            </p:sp>
            <p:sp>
              <p:nvSpPr>
                <p:cNvPr id="263" name="TextBox 262"/>
                <p:cNvSpPr txBox="1"/>
                <p:nvPr/>
              </p:nvSpPr>
              <p:spPr>
                <a:xfrm>
                  <a:off x="7781993" y="2313305"/>
                  <a:ext cx="387214" cy="2174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결과</a:t>
                  </a:r>
                </a:p>
              </p:txBody>
            </p:sp>
            <p:sp>
              <p:nvSpPr>
                <p:cNvPr id="264" name="TextBox 263"/>
                <p:cNvSpPr txBox="1"/>
                <p:nvPr/>
              </p:nvSpPr>
              <p:spPr>
                <a:xfrm>
                  <a:off x="8861493" y="2313305"/>
                  <a:ext cx="387214" cy="2174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비고</a:t>
                  </a:r>
                </a:p>
              </p:txBody>
            </p:sp>
          </p:grpSp>
          <p:sp>
            <p:nvSpPr>
              <p:cNvPr id="245" name="Rectangle 118"/>
              <p:cNvSpPr/>
              <p:nvPr/>
            </p:nvSpPr>
            <p:spPr>
              <a:xfrm>
                <a:off x="5499100" y="2489200"/>
                <a:ext cx="4191000" cy="2794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6" name="TextBox 245"/>
              <p:cNvSpPr txBox="1"/>
              <p:nvPr/>
            </p:nvSpPr>
            <p:spPr>
              <a:xfrm>
                <a:off x="7099688" y="2551796"/>
                <a:ext cx="948911" cy="217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(</a:t>
                </a:r>
                <a:r>
                  <a:rPr sz="900" dirty="0" err="1">
                    <a:solidFill>
                      <a:srgbClr val="AAAAAA"/>
                    </a:solidFill>
                    <a:latin typeface="+mn-ea"/>
                  </a:rPr>
                  <a:t>처리</a:t>
                </a:r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AAAAAA"/>
                    </a:solidFill>
                    <a:latin typeface="+mn-ea"/>
                  </a:rPr>
                  <a:t>이력</a:t>
                </a:r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AAAAAA"/>
                    </a:solidFill>
                    <a:latin typeface="+mn-ea"/>
                  </a:rPr>
                  <a:t>없음</a:t>
                </a:r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)</a:t>
                </a:r>
              </a:p>
            </p:txBody>
          </p:sp>
          <p:sp>
            <p:nvSpPr>
              <p:cNvPr id="247" name="Rectangle 121"/>
              <p:cNvSpPr/>
              <p:nvPr/>
            </p:nvSpPr>
            <p:spPr>
              <a:xfrm>
                <a:off x="5499100" y="2819400"/>
                <a:ext cx="4191000" cy="2032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5538553" y="2822577"/>
                <a:ext cx="1821336" cy="217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반려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사유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입력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 (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반려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선택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 시 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필수</a:t>
                </a:r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)</a:t>
                </a:r>
              </a:p>
            </p:txBody>
          </p:sp>
          <p:sp>
            <p:nvSpPr>
              <p:cNvPr id="249" name="Rectangle 123"/>
              <p:cNvSpPr/>
              <p:nvPr/>
            </p:nvSpPr>
            <p:spPr>
              <a:xfrm>
                <a:off x="5499100" y="3022600"/>
                <a:ext cx="4191000" cy="431800"/>
              </a:xfrm>
              <a:prstGeom prst="rect">
                <a:avLst/>
              </a:prstGeom>
              <a:solidFill>
                <a:srgbClr val="F8F9FA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0" name="TextBox 249"/>
              <p:cNvSpPr txBox="1"/>
              <p:nvPr/>
            </p:nvSpPr>
            <p:spPr>
              <a:xfrm>
                <a:off x="5562600" y="3073400"/>
                <a:ext cx="4013200" cy="3479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>
                    <a:solidFill>
                      <a:srgbClr val="AAAAAA"/>
                    </a:solidFill>
                    <a:latin typeface="+mn-ea"/>
                  </a:rPr>
                  <a:t>반려 사유를 입력하세요.
예: 해당 기관 접근 대상 아님</a:t>
                </a:r>
              </a:p>
            </p:txBody>
          </p:sp>
          <p:sp>
            <p:nvSpPr>
              <p:cNvPr id="252" name="Rectangle 126"/>
              <p:cNvSpPr/>
              <p:nvPr/>
            </p:nvSpPr>
            <p:spPr>
              <a:xfrm>
                <a:off x="5499100" y="3505200"/>
                <a:ext cx="4191000" cy="203200"/>
              </a:xfrm>
              <a:prstGeom prst="rect">
                <a:avLst/>
              </a:prstGeom>
              <a:solidFill>
                <a:srgbClr val="E8F8EE"/>
              </a:solidFill>
              <a:ln w="5080">
                <a:solidFill>
                  <a:srgbClr val="00804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>
                <a:off x="5524581" y="3507317"/>
                <a:ext cx="2387516" cy="217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008040"/>
                    </a:solidFill>
                    <a:latin typeface="+mn-ea"/>
                  </a:rPr>
                  <a:t>✅  </a:t>
                </a:r>
                <a:r>
                  <a:rPr sz="900" dirty="0" err="1">
                    <a:solidFill>
                      <a:srgbClr val="008040"/>
                    </a:solidFill>
                    <a:latin typeface="+mn-ea"/>
                  </a:rPr>
                  <a:t>처리</a:t>
                </a:r>
                <a:r>
                  <a:rPr sz="900" dirty="0">
                    <a:solidFill>
                      <a:srgbClr val="008040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008040"/>
                    </a:solidFill>
                    <a:latin typeface="+mn-ea"/>
                  </a:rPr>
                  <a:t>완료</a:t>
                </a:r>
                <a:r>
                  <a:rPr sz="900" dirty="0">
                    <a:solidFill>
                      <a:srgbClr val="008040"/>
                    </a:solidFill>
                    <a:latin typeface="+mn-ea"/>
                  </a:rPr>
                  <a:t> 시 </a:t>
                </a:r>
                <a:r>
                  <a:rPr sz="900" dirty="0" err="1">
                    <a:solidFill>
                      <a:srgbClr val="008040"/>
                    </a:solidFill>
                    <a:latin typeface="+mn-ea"/>
                  </a:rPr>
                  <a:t>신청자에게</a:t>
                </a:r>
                <a:r>
                  <a:rPr sz="900" dirty="0">
                    <a:solidFill>
                      <a:srgbClr val="008040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008040"/>
                    </a:solidFill>
                    <a:latin typeface="+mn-ea"/>
                  </a:rPr>
                  <a:t>알림톡</a:t>
                </a:r>
                <a:r>
                  <a:rPr sz="900" dirty="0">
                    <a:solidFill>
                      <a:srgbClr val="008040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008040"/>
                    </a:solidFill>
                    <a:latin typeface="+mn-ea"/>
                  </a:rPr>
                  <a:t>자동</a:t>
                </a:r>
                <a:r>
                  <a:rPr sz="900" dirty="0">
                    <a:solidFill>
                      <a:srgbClr val="008040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008040"/>
                    </a:solidFill>
                    <a:latin typeface="+mn-ea"/>
                  </a:rPr>
                  <a:t>발송</a:t>
                </a:r>
                <a:endParaRPr sz="900" dirty="0">
                  <a:solidFill>
                    <a:srgbClr val="008040"/>
                  </a:solidFill>
                  <a:latin typeface="+mn-ea"/>
                </a:endParaRPr>
              </a:p>
            </p:txBody>
          </p:sp>
          <p:sp>
            <p:nvSpPr>
              <p:cNvPr id="254" name="Rectangle 128"/>
              <p:cNvSpPr/>
              <p:nvPr/>
            </p:nvSpPr>
            <p:spPr>
              <a:xfrm>
                <a:off x="6127835" y="3810000"/>
                <a:ext cx="586879" cy="209680"/>
              </a:xfrm>
              <a:prstGeom prst="rect">
                <a:avLst/>
              </a:prstGeom>
              <a:solidFill>
                <a:srgbClr val="0080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>
                <a:off x="6178259" y="3810000"/>
                <a:ext cx="476847" cy="23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dirty="0">
                    <a:solidFill>
                      <a:srgbClr val="FFFFFF"/>
                    </a:solidFill>
                    <a:latin typeface="+mn-ea"/>
                  </a:rPr>
                  <a:t>승  인</a:t>
                </a:r>
              </a:p>
            </p:txBody>
          </p:sp>
          <p:sp>
            <p:nvSpPr>
              <p:cNvPr id="256" name="Rectangle 130"/>
              <p:cNvSpPr/>
              <p:nvPr/>
            </p:nvSpPr>
            <p:spPr>
              <a:xfrm>
                <a:off x="7270835" y="3810000"/>
                <a:ext cx="586879" cy="20968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7321259" y="3810000"/>
                <a:ext cx="476847" cy="23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>
                    <a:solidFill>
                      <a:srgbClr val="FFFFFF"/>
                    </a:solidFill>
                    <a:latin typeface="+mn-ea"/>
                  </a:rPr>
                  <a:t>반  려</a:t>
                </a:r>
              </a:p>
            </p:txBody>
          </p:sp>
          <p:sp>
            <p:nvSpPr>
              <p:cNvPr id="258" name="Rectangle 132"/>
              <p:cNvSpPr/>
              <p:nvPr/>
            </p:nvSpPr>
            <p:spPr>
              <a:xfrm>
                <a:off x="8413836" y="3810000"/>
                <a:ext cx="586879" cy="20968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9" name="TextBox 258"/>
              <p:cNvSpPr txBox="1"/>
              <p:nvPr/>
            </p:nvSpPr>
            <p:spPr>
              <a:xfrm>
                <a:off x="8464259" y="3810000"/>
                <a:ext cx="476847" cy="23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>
                    <a:solidFill>
                      <a:srgbClr val="FFFFFF"/>
                    </a:solidFill>
                    <a:latin typeface="+mn-ea"/>
                  </a:rPr>
                  <a:t>보  류</a:t>
                </a:r>
              </a:p>
            </p:txBody>
          </p:sp>
        </p:grpSp>
      </p:grpSp>
      <p:grpSp>
        <p:nvGrpSpPr>
          <p:cNvPr id="283" name="그룹 282"/>
          <p:cNvGrpSpPr/>
          <p:nvPr/>
        </p:nvGrpSpPr>
        <p:grpSpPr>
          <a:xfrm>
            <a:off x="359274" y="5232651"/>
            <a:ext cx="9199911" cy="1246832"/>
            <a:chOff x="927100" y="5275897"/>
            <a:chExt cx="8757479" cy="1246832"/>
          </a:xfrm>
        </p:grpSpPr>
        <p:sp>
          <p:nvSpPr>
            <p:cNvPr id="265" name="TextBox 264"/>
            <p:cNvSpPr txBox="1"/>
            <p:nvPr/>
          </p:nvSpPr>
          <p:spPr>
            <a:xfrm>
              <a:off x="927100" y="5275897"/>
              <a:ext cx="352058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상태</a:t>
              </a:r>
              <a:r>
                <a:rPr sz="900" dirty="0">
                  <a:latin typeface="+mn-ea"/>
                </a:rPr>
                <a:t> 탭 </a:t>
              </a:r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— [</a:t>
              </a:r>
              <a:r>
                <a:rPr sz="900" dirty="0" err="1">
                  <a:latin typeface="+mn-ea"/>
                </a:rPr>
                <a:t>전체</a:t>
              </a:r>
              <a:r>
                <a:rPr sz="900" dirty="0">
                  <a:latin typeface="+mn-ea"/>
                </a:rPr>
                <a:t>] [</a:t>
              </a:r>
              <a:r>
                <a:rPr sz="900" dirty="0" err="1">
                  <a:latin typeface="+mn-ea"/>
                </a:rPr>
                <a:t>미처리</a:t>
              </a:r>
              <a:r>
                <a:rPr sz="900" dirty="0">
                  <a:latin typeface="+mn-ea"/>
                </a:rPr>
                <a:t>] [</a:t>
              </a:r>
              <a:r>
                <a:rPr sz="900" dirty="0" err="1">
                  <a:latin typeface="+mn-ea"/>
                </a:rPr>
                <a:t>처리완료</a:t>
              </a:r>
              <a:r>
                <a:rPr sz="900" dirty="0">
                  <a:latin typeface="+mn-ea"/>
                </a:rPr>
                <a:t>] </a:t>
              </a:r>
              <a:r>
                <a:rPr sz="900" dirty="0" err="1">
                  <a:latin typeface="+mn-ea"/>
                </a:rPr>
                <a:t>기준으로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신청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목록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필터링</a:t>
              </a:r>
              <a:endParaRPr sz="900" dirty="0">
                <a:latin typeface="+mn-ea"/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6815137" y="5275897"/>
              <a:ext cx="8731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탭 클릭 (Click)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7848600" y="5275897"/>
              <a:ext cx="17566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미처리</a:t>
              </a:r>
              <a:r>
                <a:rPr sz="900" dirty="0">
                  <a:latin typeface="+mn-ea"/>
                </a:rPr>
                <a:t> 수 </a:t>
              </a:r>
              <a:r>
                <a:rPr sz="900" dirty="0" err="1">
                  <a:latin typeface="+mn-ea"/>
                </a:rPr>
                <a:t>배지로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즉시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확인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가능</a:t>
              </a:r>
              <a:endParaRPr sz="900" dirty="0">
                <a:latin typeface="+mn-ea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927100" y="5479097"/>
              <a:ext cx="40027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신청 목록 행 클릭 → 우측 상세 패널에 해당 신청 내용 표시 (현재 선택 행 강조)</a:t>
              </a: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6779277" y="5479097"/>
              <a:ext cx="9448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행 클릭 (Select)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7848600" y="5479097"/>
              <a:ext cx="16040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선택</a:t>
              </a:r>
              <a:r>
                <a:rPr sz="900" dirty="0">
                  <a:latin typeface="+mn-ea"/>
                </a:rPr>
                <a:t> 행 </a:t>
              </a:r>
              <a:r>
                <a:rPr sz="900" dirty="0" err="1">
                  <a:latin typeface="+mn-ea"/>
                </a:rPr>
                <a:t>배경색</a:t>
              </a:r>
              <a:r>
                <a:rPr sz="900" dirty="0">
                  <a:latin typeface="+mn-ea"/>
                </a:rPr>
                <a:t> SEL_BG </a:t>
              </a:r>
              <a:r>
                <a:rPr sz="900" dirty="0" err="1">
                  <a:latin typeface="+mn-ea"/>
                </a:rPr>
                <a:t>강조</a:t>
              </a:r>
              <a:endParaRPr sz="900" dirty="0">
                <a:latin typeface="+mn-ea"/>
              </a:endParaRP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927100" y="5682297"/>
              <a:ext cx="367317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신청 상세 정보 — 신청자·메뉴·사유·소속 부서·긴급 여부 읽기 전용 표시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6809794" y="5682297"/>
              <a:ext cx="88381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표시 (Display)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7848600" y="5682297"/>
              <a:ext cx="15369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편집 불가; 원본 데이터 보호</a:t>
              </a: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927100" y="5885497"/>
              <a:ext cx="34290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처리 이력 — 이전 승인/반려/보류 기록 표시; 최초 신청은 이력 없음</a:t>
              </a: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6809794" y="5885497"/>
              <a:ext cx="88381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표시 (Display)</a:t>
              </a:r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7848600" y="5885497"/>
              <a:ext cx="1115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이력은 시간순 정렬</a:t>
              </a: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927100" y="6088697"/>
              <a:ext cx="36304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반려 사유 텍스트박스 — [반려] 버튼 클릭 시 입력 필수; 빈 값 제출 차단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6873884" y="6088697"/>
              <a:ext cx="7556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텍스트 입력</a:t>
              </a: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7848600" y="6088697"/>
              <a:ext cx="183597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반려 사유는 신청자 알림톡에 포함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927100" y="6291897"/>
              <a:ext cx="3551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[승인]/[반려]/[보류] 버튼 — 처리 완료 시 신청자에게 알림톡 자동 발송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699932" y="6291897"/>
              <a:ext cx="11035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latin typeface="+mn-ea"/>
                </a:rPr>
                <a:t>버튼 클릭 (Submit)</a:t>
              </a: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7848600" y="6291897"/>
              <a:ext cx="1628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[보류]: 추가 검토 필요 시 사용</a:t>
              </a:r>
            </a:p>
          </p:txBody>
        </p:sp>
      </p:grpSp>
      <p:grpSp>
        <p:nvGrpSpPr>
          <p:cNvPr id="304" name="그룹 303"/>
          <p:cNvGrpSpPr/>
          <p:nvPr/>
        </p:nvGrpSpPr>
        <p:grpSpPr>
          <a:xfrm>
            <a:off x="9766644" y="1102660"/>
            <a:ext cx="2324100" cy="2453332"/>
            <a:chOff x="9931400" y="1244600"/>
            <a:chExt cx="2324100" cy="2453332"/>
          </a:xfrm>
        </p:grpSpPr>
        <p:sp>
          <p:nvSpPr>
            <p:cNvPr id="294" name="TextBox 293"/>
            <p:cNvSpPr txBox="1"/>
            <p:nvPr/>
          </p:nvSpPr>
          <p:spPr>
            <a:xfrm>
              <a:off x="9931400" y="12446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4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9931400" y="15875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 권한 승인 화면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9931400" y="19304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○○과 관리자 / 기관 관리자</a:t>
              </a: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9931400" y="22733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 &gt; 권한 신청 관리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9931400" y="2705100"/>
              <a:ext cx="13965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탭(PC용) — 상태 필터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9931400" y="28575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표(리스트) — 신청 목록</a:t>
              </a: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9931400" y="3009900"/>
              <a:ext cx="1011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상세 정보 패널</a:t>
              </a: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9931400" y="31623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텍스트박스 — 반려 사유</a:t>
              </a: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9931400" y="3314700"/>
              <a:ext cx="15953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 — 승인/반려/보류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9931400" y="3467100"/>
              <a:ext cx="1011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알림 안내 배너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-18878" y="381000"/>
            <a:ext cx="12160078" cy="261610"/>
            <a:chOff x="660400" y="381000"/>
            <a:chExt cx="11493500" cy="261610"/>
          </a:xfrm>
        </p:grpSpPr>
        <p:sp>
          <p:nvSpPr>
            <p:cNvPr id="306" name="TextBox 305"/>
            <p:cNvSpPr txBox="1"/>
            <p:nvPr/>
          </p:nvSpPr>
          <p:spPr>
            <a:xfrm>
              <a:off x="660400" y="381000"/>
              <a:ext cx="1669978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r>
                <a:rPr sz="1100" b="1" dirty="0">
                  <a:solidFill>
                    <a:srgbClr val="FFFFFF"/>
                  </a:solidFill>
                  <a:latin typeface="+mn-ea"/>
                </a:rPr>
                <a:t>  &gt;  </a:t>
              </a:r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11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신청</a:t>
              </a:r>
              <a:r>
                <a:rPr sz="11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관리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10291501" y="381000"/>
              <a:ext cx="186239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</a:t>
              </a:r>
              <a:r>
                <a:rPr sz="1000" dirty="0" err="1">
                  <a:solidFill>
                    <a:srgbClr val="AABBCC"/>
                  </a:solidFill>
                  <a:latin typeface="+mn-ea"/>
                </a:rPr>
                <a:t>관리자</a:t>
              </a:r>
              <a:r>
                <a:rPr sz="1000" dirty="0">
                  <a:solidFill>
                    <a:srgbClr val="AABBCC"/>
                  </a:solidFill>
                  <a:latin typeface="+mn-ea"/>
                </a:rPr>
                <a:t>  &gt;  </a:t>
              </a:r>
              <a:r>
                <a:rPr sz="1000" dirty="0" err="1">
                  <a:solidFill>
                    <a:srgbClr val="AABBCC"/>
                  </a:solidFill>
                  <a:latin typeface="+mn-ea"/>
                </a:rPr>
                <a:t>권한</a:t>
              </a:r>
              <a:r>
                <a:rPr sz="10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AABBCC"/>
                  </a:solidFill>
                  <a:latin typeface="+mn-ea"/>
                </a:rPr>
                <a:t>신청</a:t>
              </a:r>
              <a:r>
                <a:rPr sz="10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AABBCC"/>
                  </a:solidFill>
                  <a:latin typeface="+mn-ea"/>
                </a:rPr>
                <a:t>관리</a:t>
              </a:r>
              <a:endParaRPr sz="10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308" name="TextBox 307"/>
          <p:cNvSpPr txBox="1"/>
          <p:nvPr/>
        </p:nvSpPr>
        <p:spPr>
          <a:xfrm>
            <a:off x="10133671" y="6656176"/>
            <a:ext cx="2032929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4</a:t>
            </a:r>
            <a:r>
              <a:rPr sz="800" dirty="0">
                <a:solidFill>
                  <a:srgbClr val="AABBCC"/>
                </a:solidFill>
                <a:latin typeface="+mn-ea"/>
              </a:rPr>
              <a:t>0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1</a:t>
            </a:r>
            <a:r>
              <a:rPr sz="800" dirty="0">
                <a:solidFill>
                  <a:srgbClr val="AABBCC"/>
                </a:solidFill>
                <a:latin typeface="+mn-ea"/>
              </a:rPr>
              <a:t>  | 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관리자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권한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승인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화면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284" name="그룹 283"/>
          <p:cNvGrpSpPr/>
          <p:nvPr/>
        </p:nvGrpSpPr>
        <p:grpSpPr>
          <a:xfrm>
            <a:off x="2781378" y="814484"/>
            <a:ext cx="216000" cy="216000"/>
            <a:chOff x="3966029" y="6357600"/>
            <a:chExt cx="216000" cy="216000"/>
          </a:xfrm>
        </p:grpSpPr>
        <p:sp>
          <p:nvSpPr>
            <p:cNvPr id="285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87" name="그룹 286"/>
          <p:cNvGrpSpPr/>
          <p:nvPr/>
        </p:nvGrpSpPr>
        <p:grpSpPr>
          <a:xfrm>
            <a:off x="4148128" y="1388671"/>
            <a:ext cx="216000" cy="216000"/>
            <a:chOff x="3966029" y="6357600"/>
            <a:chExt cx="216000" cy="216000"/>
          </a:xfrm>
        </p:grpSpPr>
        <p:sp>
          <p:nvSpPr>
            <p:cNvPr id="288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3966029" y="6373761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90" name="그룹 289"/>
          <p:cNvGrpSpPr/>
          <p:nvPr/>
        </p:nvGrpSpPr>
        <p:grpSpPr>
          <a:xfrm>
            <a:off x="6364461" y="760092"/>
            <a:ext cx="216000" cy="216000"/>
            <a:chOff x="3966029" y="6357600"/>
            <a:chExt cx="216000" cy="216000"/>
          </a:xfrm>
        </p:grpSpPr>
        <p:sp>
          <p:nvSpPr>
            <p:cNvPr id="29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93" name="그룹 292"/>
          <p:cNvGrpSpPr/>
          <p:nvPr/>
        </p:nvGrpSpPr>
        <p:grpSpPr>
          <a:xfrm>
            <a:off x="5936991" y="2333136"/>
            <a:ext cx="216000" cy="216000"/>
            <a:chOff x="3966029" y="6357600"/>
            <a:chExt cx="216000" cy="216000"/>
          </a:xfrm>
        </p:grpSpPr>
        <p:sp>
          <p:nvSpPr>
            <p:cNvPr id="309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11" name="그룹 310"/>
          <p:cNvGrpSpPr/>
          <p:nvPr/>
        </p:nvGrpSpPr>
        <p:grpSpPr>
          <a:xfrm>
            <a:off x="7090118" y="3172760"/>
            <a:ext cx="216000" cy="216000"/>
            <a:chOff x="3966029" y="6357600"/>
            <a:chExt cx="216000" cy="216000"/>
          </a:xfrm>
        </p:grpSpPr>
        <p:sp>
          <p:nvSpPr>
            <p:cNvPr id="312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14" name="그룹 313"/>
          <p:cNvGrpSpPr/>
          <p:nvPr/>
        </p:nvGrpSpPr>
        <p:grpSpPr>
          <a:xfrm>
            <a:off x="7278276" y="4428620"/>
            <a:ext cx="216000" cy="216000"/>
            <a:chOff x="3966029" y="6357600"/>
            <a:chExt cx="216000" cy="216000"/>
          </a:xfrm>
        </p:grpSpPr>
        <p:sp>
          <p:nvSpPr>
            <p:cNvPr id="315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318" name="Rectangle 31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FECA749-DE72-232C-187D-E921E755D1BD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48493B0-4A96-4CFC-D938-329752332F3E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10AE007-4881-9710-64D4-064440401AFE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D2F1C79-4E2D-46CF-BB8F-59C8A083E0B6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7EF8DCE-54C5-F761-F7E8-E69785E607CD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A1466BE-C571-50CE-B48A-4090F1544F26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705EE51-DE2D-E0A8-1B65-9F4861D1A79F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EC4AC206-4623-AFE5-C379-2254DE89C69E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F2B0E46-840C-4FCD-5700-A969ED559076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824A06EE-5928-398D-FC2F-8B6183F0FB93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414428E-18F5-D2FB-9019-16C802143761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52F781F8-361D-690C-C2B6-8876AB0A8843}"/>
              </a:ext>
            </a:extLst>
          </p:cNvPr>
          <p:cNvGrpSpPr/>
          <p:nvPr/>
        </p:nvGrpSpPr>
        <p:grpSpPr>
          <a:xfrm>
            <a:off x="0" y="7756565"/>
            <a:ext cx="12220541" cy="1574800"/>
            <a:chOff x="-28541" y="5030280"/>
            <a:chExt cx="12220541" cy="1574800"/>
          </a:xfrm>
        </p:grpSpPr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0642EE75-B686-1121-0757-A66054A616F3}"/>
                </a:ext>
              </a:extLst>
            </p:cNvPr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321" name="Rectangle 215">
                <a:extLst>
                  <a:ext uri="{FF2B5EF4-FFF2-40B4-BE49-F238E27FC236}">
                    <a16:creationId xmlns:a16="http://schemas.microsoft.com/office/drawing/2014/main" id="{FA9A5F4E-16A6-42ED-DB22-9DF228C3F4DD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2" name="Rectangle 216">
                <a:extLst>
                  <a:ext uri="{FF2B5EF4-FFF2-40B4-BE49-F238E27FC236}">
                    <a16:creationId xmlns:a16="http://schemas.microsoft.com/office/drawing/2014/main" id="{458F45F8-9E1A-8006-C71E-D7E1BED133F0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A7DC33E6-0F07-DA5D-493C-33BBF06846BA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24" name="Rectangle 218">
                <a:extLst>
                  <a:ext uri="{FF2B5EF4-FFF2-40B4-BE49-F238E27FC236}">
                    <a16:creationId xmlns:a16="http://schemas.microsoft.com/office/drawing/2014/main" id="{BFB54BB4-0B18-6091-35A2-F354A67311CD}"/>
                  </a:ext>
                </a:extLst>
              </p:cNvPr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DC5341B7-272E-3C27-C799-A6814E8C16CA}"/>
                  </a:ext>
                </a:extLst>
              </p:cNvPr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326" name="Rectangle 220">
                <a:extLst>
                  <a:ext uri="{FF2B5EF4-FFF2-40B4-BE49-F238E27FC236}">
                    <a16:creationId xmlns:a16="http://schemas.microsoft.com/office/drawing/2014/main" id="{98121FC7-CDA3-2FAD-1716-43C1F0B261D7}"/>
                  </a:ext>
                </a:extLst>
              </p:cNvPr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91F078B6-323C-472B-1B57-F0069F62FD84}"/>
                  </a:ext>
                </a:extLst>
              </p:cNvPr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328" name="Rectangle 222">
                <a:extLst>
                  <a:ext uri="{FF2B5EF4-FFF2-40B4-BE49-F238E27FC236}">
                    <a16:creationId xmlns:a16="http://schemas.microsoft.com/office/drawing/2014/main" id="{388AEC99-C57F-5C5B-7228-DC575918E5E2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C84D094F-E9D8-E715-DED0-FD5E2E969016}"/>
                  </a:ext>
                </a:extLst>
              </p:cNvPr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330" name="Rectangle 224">
                <a:extLst>
                  <a:ext uri="{FF2B5EF4-FFF2-40B4-BE49-F238E27FC236}">
                    <a16:creationId xmlns:a16="http://schemas.microsoft.com/office/drawing/2014/main" id="{26D6F55C-981F-0D96-1B44-B112695AC272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1" name="Rectangle 226">
                <a:extLst>
                  <a:ext uri="{FF2B5EF4-FFF2-40B4-BE49-F238E27FC236}">
                    <a16:creationId xmlns:a16="http://schemas.microsoft.com/office/drawing/2014/main" id="{9683C72E-27EE-D590-3E2C-7B76CBD0325C}"/>
                  </a:ext>
                </a:extLst>
              </p:cNvPr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2" name="Rectangle 228">
                <a:extLst>
                  <a:ext uri="{FF2B5EF4-FFF2-40B4-BE49-F238E27FC236}">
                    <a16:creationId xmlns:a16="http://schemas.microsoft.com/office/drawing/2014/main" id="{0DDF0AE2-410B-261B-B5A3-5DA685792761}"/>
                  </a:ext>
                </a:extLst>
              </p:cNvPr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3" name="Rectangle 230">
                <a:extLst>
                  <a:ext uri="{FF2B5EF4-FFF2-40B4-BE49-F238E27FC236}">
                    <a16:creationId xmlns:a16="http://schemas.microsoft.com/office/drawing/2014/main" id="{07C42572-FFE3-19E8-466B-48086AD8E813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4" name="Rectangle 232">
                <a:extLst>
                  <a:ext uri="{FF2B5EF4-FFF2-40B4-BE49-F238E27FC236}">
                    <a16:creationId xmlns:a16="http://schemas.microsoft.com/office/drawing/2014/main" id="{B662399B-5ED9-7BD0-9392-BE4BFA68E441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5" name="Rectangle 234">
                <a:extLst>
                  <a:ext uri="{FF2B5EF4-FFF2-40B4-BE49-F238E27FC236}">
                    <a16:creationId xmlns:a16="http://schemas.microsoft.com/office/drawing/2014/main" id="{471157AB-89F8-B89C-4F20-000DF649FF2A}"/>
                  </a:ext>
                </a:extLst>
              </p:cNvPr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6" name="Rectangle 236">
                <a:extLst>
                  <a:ext uri="{FF2B5EF4-FFF2-40B4-BE49-F238E27FC236}">
                    <a16:creationId xmlns:a16="http://schemas.microsoft.com/office/drawing/2014/main" id="{6A14606B-8B12-5EA1-C798-BB909A41162D}"/>
                  </a:ext>
                </a:extLst>
              </p:cNvPr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7" name="Rectangle 238">
                <a:extLst>
                  <a:ext uri="{FF2B5EF4-FFF2-40B4-BE49-F238E27FC236}">
                    <a16:creationId xmlns:a16="http://schemas.microsoft.com/office/drawing/2014/main" id="{AF2788D7-550E-2FF9-BB35-A06AAE5CCC16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8" name="Rectangle 240">
                <a:extLst>
                  <a:ext uri="{FF2B5EF4-FFF2-40B4-BE49-F238E27FC236}">
                    <a16:creationId xmlns:a16="http://schemas.microsoft.com/office/drawing/2014/main" id="{C4F8648A-C31C-5700-85BE-964D792BD9A9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9" name="Rectangle 242">
                <a:extLst>
                  <a:ext uri="{FF2B5EF4-FFF2-40B4-BE49-F238E27FC236}">
                    <a16:creationId xmlns:a16="http://schemas.microsoft.com/office/drawing/2014/main" id="{67EC404C-0D4B-BDA1-57C1-F4EFC4189E15}"/>
                  </a:ext>
                </a:extLst>
              </p:cNvPr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0" name="Rectangle 244">
                <a:extLst>
                  <a:ext uri="{FF2B5EF4-FFF2-40B4-BE49-F238E27FC236}">
                    <a16:creationId xmlns:a16="http://schemas.microsoft.com/office/drawing/2014/main" id="{B83B2F8F-6319-8871-E0EB-6B70515DDB1C}"/>
                  </a:ext>
                </a:extLst>
              </p:cNvPr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1" name="Rectangle 246">
                <a:extLst>
                  <a:ext uri="{FF2B5EF4-FFF2-40B4-BE49-F238E27FC236}">
                    <a16:creationId xmlns:a16="http://schemas.microsoft.com/office/drawing/2014/main" id="{CD2AF7A0-6F42-EE84-C80D-3F09A4CE1CA3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2" name="Rectangle 248">
                <a:extLst>
                  <a:ext uri="{FF2B5EF4-FFF2-40B4-BE49-F238E27FC236}">
                    <a16:creationId xmlns:a16="http://schemas.microsoft.com/office/drawing/2014/main" id="{2B837C34-A318-8992-BBAA-BAEF28522DA3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3" name="Rectangle 250">
                <a:extLst>
                  <a:ext uri="{FF2B5EF4-FFF2-40B4-BE49-F238E27FC236}">
                    <a16:creationId xmlns:a16="http://schemas.microsoft.com/office/drawing/2014/main" id="{22A447AE-0813-EC84-A8ED-8C545A245F58}"/>
                  </a:ext>
                </a:extLst>
              </p:cNvPr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4" name="Rectangle 252">
                <a:extLst>
                  <a:ext uri="{FF2B5EF4-FFF2-40B4-BE49-F238E27FC236}">
                    <a16:creationId xmlns:a16="http://schemas.microsoft.com/office/drawing/2014/main" id="{AEAF77C3-6754-D556-FA48-7232B161DF17}"/>
                  </a:ext>
                </a:extLst>
              </p:cNvPr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5" name="Rectangle 254">
                <a:extLst>
                  <a:ext uri="{FF2B5EF4-FFF2-40B4-BE49-F238E27FC236}">
                    <a16:creationId xmlns:a16="http://schemas.microsoft.com/office/drawing/2014/main" id="{AA39F81A-5132-6D86-6349-CAB7D91AB6B9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6" name="Rectangle 256">
                <a:extLst>
                  <a:ext uri="{FF2B5EF4-FFF2-40B4-BE49-F238E27FC236}">
                    <a16:creationId xmlns:a16="http://schemas.microsoft.com/office/drawing/2014/main" id="{D733645D-20D3-9DE6-7182-0D92AC09CE1B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7" name="Rectangle 258">
                <a:extLst>
                  <a:ext uri="{FF2B5EF4-FFF2-40B4-BE49-F238E27FC236}">
                    <a16:creationId xmlns:a16="http://schemas.microsoft.com/office/drawing/2014/main" id="{73CE80F6-176C-F45C-B1D1-454B86D20B86}"/>
                  </a:ext>
                </a:extLst>
              </p:cNvPr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8" name="Rectangle 260">
                <a:extLst>
                  <a:ext uri="{FF2B5EF4-FFF2-40B4-BE49-F238E27FC236}">
                    <a16:creationId xmlns:a16="http://schemas.microsoft.com/office/drawing/2014/main" id="{7241DF8E-2B37-D1CE-51F9-62E7E05EA426}"/>
                  </a:ext>
                </a:extLst>
              </p:cNvPr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9" name="Rectangle 262">
                <a:extLst>
                  <a:ext uri="{FF2B5EF4-FFF2-40B4-BE49-F238E27FC236}">
                    <a16:creationId xmlns:a16="http://schemas.microsoft.com/office/drawing/2014/main" id="{431D94C3-D214-F159-BA69-E63C1801FBD0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0" name="Rectangle 264">
                <a:extLst>
                  <a:ext uri="{FF2B5EF4-FFF2-40B4-BE49-F238E27FC236}">
                    <a16:creationId xmlns:a16="http://schemas.microsoft.com/office/drawing/2014/main" id="{DA15647B-2769-6AF5-844B-24050FAE65A2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1" name="Rectangle 266">
                <a:extLst>
                  <a:ext uri="{FF2B5EF4-FFF2-40B4-BE49-F238E27FC236}">
                    <a16:creationId xmlns:a16="http://schemas.microsoft.com/office/drawing/2014/main" id="{392E1F78-214A-3626-9B5D-617040E4213E}"/>
                  </a:ext>
                </a:extLst>
              </p:cNvPr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2" name="Rectangle 268">
                <a:extLst>
                  <a:ext uri="{FF2B5EF4-FFF2-40B4-BE49-F238E27FC236}">
                    <a16:creationId xmlns:a16="http://schemas.microsoft.com/office/drawing/2014/main" id="{4FF89333-BE01-90C1-0278-C4B8C0DCAFB1}"/>
                  </a:ext>
                </a:extLst>
              </p:cNvPr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3" name="Rectangle 270">
                <a:extLst>
                  <a:ext uri="{FF2B5EF4-FFF2-40B4-BE49-F238E27FC236}">
                    <a16:creationId xmlns:a16="http://schemas.microsoft.com/office/drawing/2014/main" id="{8F92F65B-59EC-12C3-6F1D-9D784FA599AB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54" name="그룹 353">
                <a:extLst>
                  <a:ext uri="{FF2B5EF4-FFF2-40B4-BE49-F238E27FC236}">
                    <a16:creationId xmlns:a16="http://schemas.microsoft.com/office/drawing/2014/main" id="{13B5D0E9-5BDE-67BD-EF81-6D98AF26BE4B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8827440" cy="1295409"/>
                <a:chOff x="635723" y="5227320"/>
                <a:chExt cx="8827440" cy="1295409"/>
              </a:xfrm>
            </p:grpSpPr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96D16675-BFFD-E7DE-7CC3-F5A239079E1D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778AF102-BBF7-6AD4-0087-7E330A306C2C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345729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필터 탭 클릭 — 해당 채널의 공지사항만 필터링하여 목록 표시</a:t>
                  </a:r>
                </a:p>
              </p:txBody>
            </p:sp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4139A5AA-A1D0-F851-6C3E-288C5521BAE0}"/>
                    </a:ext>
                  </a:extLst>
                </p:cNvPr>
                <p:cNvSpPr txBox="1"/>
                <p:nvPr/>
              </p:nvSpPr>
              <p:spPr>
                <a:xfrm>
                  <a:off x="6799339" y="5275897"/>
                  <a:ext cx="90472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탭 클릭 (Click)</a:t>
                  </a:r>
                </a:p>
              </p:txBody>
            </p:sp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B97150F5-7AB4-B165-B530-C9C2EB68AEFF}"/>
                    </a:ext>
                  </a:extLst>
                </p:cNvPr>
                <p:cNvSpPr txBox="1"/>
                <p:nvPr/>
              </p:nvSpPr>
              <p:spPr>
                <a:xfrm>
                  <a:off x="7842250" y="5275897"/>
                  <a:ext cx="114957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활성</a:t>
                  </a:r>
                  <a:r>
                    <a:rPr sz="900" dirty="0">
                      <a:latin typeface="+mn-ea"/>
                    </a:rPr>
                    <a:t> 탭 </a:t>
                  </a:r>
                  <a:r>
                    <a:rPr sz="900" dirty="0" err="1">
                      <a:latin typeface="+mn-ea"/>
                    </a:rPr>
                    <a:t>스타일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변경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A6EE84CB-97DC-94A0-BC05-FDF8FD238197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43601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분류·기간 드롭박스 + 키워드 입력 후 [검색] — 전문 검색(제목·내용·작성자) 결과 표시</a:t>
                  </a:r>
                </a:p>
              </p:txBody>
            </p:sp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9F751F2A-AA50-9DB9-9A63-4A41D8A17579}"/>
                    </a:ext>
                  </a:extLst>
                </p:cNvPr>
                <p:cNvSpPr txBox="1"/>
                <p:nvPr/>
              </p:nvSpPr>
              <p:spPr>
                <a:xfrm>
                  <a:off x="6744246" y="54790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BF5FB8F8-3F23-8DFA-AE50-A513387757CE}"/>
                    </a:ext>
                  </a:extLst>
                </p:cNvPr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빈 검색 시 전체 목록 반환</a:t>
                  </a:r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A2012532-78EB-C3F9-C7B5-B162B07F7869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40479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공지 고정 행 — [공지] 태그 + 배경색으로 일반 게시물과 구분, 목록 최상단 고정</a:t>
                  </a:r>
                </a:p>
              </p:txBody>
            </p:sp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14356916-46BC-8FB9-F5BF-1E0BFCFA7F01}"/>
                    </a:ext>
                  </a:extLst>
                </p:cNvPr>
                <p:cNvSpPr txBox="1"/>
                <p:nvPr/>
              </p:nvSpPr>
              <p:spPr>
                <a:xfrm>
                  <a:off x="6808520" y="56822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4343D537-4D6E-E627-9774-3D60947B5EFE}"/>
                    </a:ext>
                  </a:extLst>
                </p:cNvPr>
                <p:cNvSpPr txBox="1"/>
                <p:nvPr/>
              </p:nvSpPr>
              <p:spPr>
                <a:xfrm>
                  <a:off x="7842250" y="5682297"/>
                  <a:ext cx="162091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고정 해제는 관리자 전용 기능</a:t>
                  </a:r>
                </a:p>
              </p:txBody>
            </p:sp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AFD5BFF6-3673-8A30-20B9-BF84D30FE8D0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391027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뱃지 — 행별 채널(대변인방·온라인방·외신·전체) 색상 코드로 시각 구분</a:t>
                  </a: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7E26F898-CCD2-D280-8662-8ECC55FFE44B}"/>
                    </a:ext>
                  </a:extLst>
                </p:cNvPr>
                <p:cNvSpPr txBox="1"/>
                <p:nvPr/>
              </p:nvSpPr>
              <p:spPr>
                <a:xfrm>
                  <a:off x="6808519" y="58854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96055177-487B-758D-6E30-6CCC7A6A7C9B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154133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전체 채널 필터 시 항상 노출</a:t>
                  </a: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A6A59292-C684-2D67-A4B8-FD700C3ECEF6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30838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제목 클릭 → 공지사항 상세 보기 화면(SCR-NEW-103) 이동</a:t>
                  </a:r>
                </a:p>
              </p:txBody>
            </p:sp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D21705F3-90C1-FF57-1E68-9A1C7FCF83A1}"/>
                    </a:ext>
                  </a:extLst>
                </p:cNvPr>
                <p:cNvSpPr txBox="1"/>
                <p:nvPr/>
              </p:nvSpPr>
              <p:spPr>
                <a:xfrm>
                  <a:off x="6762610" y="6088697"/>
                  <a:ext cx="9781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링크 클릭 (Link)</a:t>
                  </a: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7E1CABDC-5D43-D615-1430-668C48F6D9C4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139442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현재 탭 이동 (새 탭 아님)</a:t>
                  </a:r>
                </a:p>
              </p:txBody>
            </p:sp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18A2B99D-9FD9-8CBC-0440-0CE16FA32FF0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9247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페이지네이션 클릭 — 해당 페이지의 공지사항 목록 로드</a:t>
                  </a:r>
                </a:p>
              </p:txBody>
            </p:sp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11FA7E14-2B43-B0D4-8119-6A604D198EEA}"/>
                    </a:ext>
                  </a:extLst>
                </p:cNvPr>
                <p:cNvSpPr txBox="1"/>
                <p:nvPr/>
              </p:nvSpPr>
              <p:spPr>
                <a:xfrm>
                  <a:off x="6744247" y="62918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102D2579-2C85-6CED-2CFF-AEEC9BFD549F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기본</a:t>
                  </a:r>
                  <a:r>
                    <a:rPr sz="900" dirty="0">
                      <a:latin typeface="+mn-ea"/>
                    </a:rPr>
                    <a:t> 10건/</a:t>
                  </a:r>
                  <a:r>
                    <a:rPr sz="900" dirty="0" err="1">
                      <a:latin typeface="+mn-ea"/>
                    </a:rPr>
                    <a:t>페이지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AF70A338-41AE-2A06-C8AA-44B9AE91F891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52D047A8-4D0B-DEA1-AB3F-22E9E8A2CBA1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260" name="Oval 468">
                  <a:extLst>
                    <a:ext uri="{FF2B5EF4-FFF2-40B4-BE49-F238E27FC236}">
                      <a16:creationId xmlns:a16="http://schemas.microsoft.com/office/drawing/2014/main" id="{32DD9468-3185-A8C0-97A9-34906D373681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112FCA5B-FF78-0228-5B02-14A886000AE7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253489B1-9810-8999-895F-F18DBFB70449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237" name="Oval 474">
                  <a:extLst>
                    <a:ext uri="{FF2B5EF4-FFF2-40B4-BE49-F238E27FC236}">
                      <a16:creationId xmlns:a16="http://schemas.microsoft.com/office/drawing/2014/main" id="{69DA43E0-C07B-38E6-7E4A-B1E071B29D03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65869B8E-AB0F-53DA-C424-2EBB59E199D7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5B821B17-9D6F-D1A7-C7A4-19FB0D908AA2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235" name="Oval 480">
                  <a:extLst>
                    <a:ext uri="{FF2B5EF4-FFF2-40B4-BE49-F238E27FC236}">
                      <a16:creationId xmlns:a16="http://schemas.microsoft.com/office/drawing/2014/main" id="{B6BAA4E4-E770-5571-6D4F-7BE798F63211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08141A08-3F45-9D0F-B851-62E345CE41D3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226" name="그룹 225">
                <a:extLst>
                  <a:ext uri="{FF2B5EF4-FFF2-40B4-BE49-F238E27FC236}">
                    <a16:creationId xmlns:a16="http://schemas.microsoft.com/office/drawing/2014/main" id="{E9FE36C5-11F0-931A-A532-86EE572B663E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233" name="Oval 486">
                  <a:extLst>
                    <a:ext uri="{FF2B5EF4-FFF2-40B4-BE49-F238E27FC236}">
                      <a16:creationId xmlns:a16="http://schemas.microsoft.com/office/drawing/2014/main" id="{332ADCDD-207A-7BCE-F95A-30889C19C6C6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455A5149-D77D-F26A-0379-05498E8BC78B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CA4A3BAD-324B-DB87-2D68-BAF97F1F3192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231" name="Oval 492">
                  <a:extLst>
                    <a:ext uri="{FF2B5EF4-FFF2-40B4-BE49-F238E27FC236}">
                      <a16:creationId xmlns:a16="http://schemas.microsoft.com/office/drawing/2014/main" id="{F84F1816-F721-36C5-FFF3-24A81B7F5329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94D74964-342B-2BBC-58A0-C7E6667D960D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B75A7DFB-90D5-A303-29B3-722A9A2F888E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229" name="Oval 492">
                  <a:extLst>
                    <a:ext uri="{FF2B5EF4-FFF2-40B4-BE49-F238E27FC236}">
                      <a16:creationId xmlns:a16="http://schemas.microsoft.com/office/drawing/2014/main" id="{AB4038E6-24BC-4336-43BC-1F72E50ED848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65D5854-013D-60EB-03C1-84FB7378DE0E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34569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SCR-NEW-3xx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권한별 페이지 — 구성요소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12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권한별 화면의 컴포넌트 차이를 명확히 구분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11680919" cy="216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00" y="972000"/>
            <a:ext cx="2336184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1784" y="972000"/>
            <a:ext cx="31538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일반 사용자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5632" y="972000"/>
            <a:ext cx="31538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취합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9480" y="972000"/>
            <a:ext cx="3037039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관리자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600" y="1188000"/>
            <a:ext cx="11680919" cy="295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5600" y="1188000"/>
            <a:ext cx="2228184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자료 제출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1784" y="11880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 (본인 제출)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5632" y="11880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9480" y="1188000"/>
            <a:ext cx="2929039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600" y="1483200"/>
            <a:ext cx="11680919" cy="295200"/>
          </a:xfrm>
          <a:prstGeom prst="rect">
            <a:avLst/>
          </a:prstGeom>
          <a:solidFill>
            <a:srgbClr val="E8ECF4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600" y="1483200"/>
            <a:ext cx="2228184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제출 진행도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1784" y="14832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△ 검토 (불필요 가능)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5632" y="14832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 부서별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9480" y="1483200"/>
            <a:ext cx="2929039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 전체 현황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600" y="1778400"/>
            <a:ext cx="11680919" cy="295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5600" y="1778400"/>
            <a:ext cx="2228184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취합 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1784" y="17784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5632" y="17784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9480" y="1778400"/>
            <a:ext cx="2929039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5600" y="2073600"/>
            <a:ext cx="11680919" cy="295200"/>
          </a:xfrm>
          <a:prstGeom prst="rect">
            <a:avLst/>
          </a:prstGeom>
          <a:solidFill>
            <a:srgbClr val="E8ECF4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5600" y="2073600"/>
            <a:ext cx="2228184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첨부 일괄 다운로드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1784" y="20736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5632" y="20736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9480" y="2073600"/>
            <a:ext cx="2929039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5600" y="2368800"/>
            <a:ext cx="11680919" cy="295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5600" y="2368800"/>
            <a:ext cx="2228184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권한 승인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1784" y="23688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5632" y="2368800"/>
            <a:ext cx="3045848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9480" y="2368800"/>
            <a:ext cx="2929039" cy="29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2A2A2A"/>
                </a:solidFill>
                <a:latin typeface="Noto Sans KR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600" y="2754000"/>
            <a:ext cx="11680919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Noto Sans KR"/>
              </a:rPr>
              <a:t>→ 일반 사용자 화면의 ‘제출 진행도’ 필요 여부는 추가 검토 (불필요 시 제거).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/>
          <p:cNvGrpSpPr/>
          <p:nvPr/>
        </p:nvGrpSpPr>
        <p:grpSpPr>
          <a:xfrm>
            <a:off x="-28541" y="-7210"/>
            <a:ext cx="12220541" cy="6865210"/>
            <a:chOff x="-28541" y="-7210"/>
            <a:chExt cx="12220541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-28541" y="5011746"/>
              <a:ext cx="12220541" cy="1574800"/>
              <a:chOff x="525572" y="5016500"/>
              <a:chExt cx="11666428" cy="1574800"/>
            </a:xfrm>
          </p:grpSpPr>
          <p:sp>
            <p:nvSpPr>
              <p:cNvPr id="3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6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8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10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2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" name="Rectangle 248"/>
              <p:cNvSpPr/>
              <p:nvPr/>
            </p:nvSpPr>
            <p:spPr>
              <a:xfrm>
                <a:off x="546100" y="5827268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5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Rectangle 256"/>
              <p:cNvSpPr/>
              <p:nvPr/>
            </p:nvSpPr>
            <p:spPr>
              <a:xfrm>
                <a:off x="546100" y="6030468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1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>
                <a:off x="574541" y="5206238"/>
                <a:ext cx="298719" cy="1262221"/>
                <a:chOff x="574541" y="5237988"/>
                <a:chExt cx="298719" cy="1262221"/>
              </a:xfrm>
            </p:grpSpPr>
            <p:sp>
              <p:nvSpPr>
                <p:cNvPr id="37" name="TextBox 36"/>
                <p:cNvSpPr txBox="1"/>
                <p:nvPr/>
              </p:nvSpPr>
              <p:spPr>
                <a:xfrm>
                  <a:off x="574541" y="52379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①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574541" y="54411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②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574541" y="56443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③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574541" y="5823712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④</a:t>
                  </a:r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574541" y="6014212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 dirty="0">
                      <a:latin typeface="+mn-ea"/>
                    </a:rPr>
                    <a:t>⑤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574541" y="6253988"/>
                  <a:ext cx="298719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1000">
                      <a:latin typeface="+mn-ea"/>
                    </a:rPr>
                    <a:t>⑥</a:t>
                  </a:r>
                </a:p>
              </p:txBody>
            </p:sp>
          </p:grp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1900" cy="4375271"/>
              <a:chOff x="9690100" y="635000"/>
              <a:chExt cx="250190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45629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22029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사용 컴포넌트</a:t>
                </a: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617902" y="6642100"/>
            <a:ext cx="1535998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5</a:t>
            </a:r>
            <a:r>
              <a:rPr sz="800" dirty="0">
                <a:solidFill>
                  <a:srgbClr val="AABBCC"/>
                </a:solidFill>
                <a:latin typeface="+mn-ea"/>
              </a:rPr>
              <a:t>01  | 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업무캘린더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-7038" y="381000"/>
            <a:ext cx="12160938" cy="261610"/>
            <a:chOff x="660400" y="381000"/>
            <a:chExt cx="11493500" cy="261610"/>
          </a:xfrm>
        </p:grpSpPr>
        <p:sp>
          <p:nvSpPr>
            <p:cNvPr id="84" name="TextBox 83"/>
            <p:cNvSpPr txBox="1"/>
            <p:nvPr/>
          </p:nvSpPr>
          <p:spPr>
            <a:xfrm>
              <a:off x="660400" y="381000"/>
              <a:ext cx="84114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업무캘린더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1047629" y="381000"/>
              <a:ext cx="110627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</a:t>
              </a:r>
              <a:r>
                <a:rPr sz="1000" dirty="0" err="1">
                  <a:solidFill>
                    <a:srgbClr val="AABBCC"/>
                  </a:solidFill>
                  <a:latin typeface="+mn-ea"/>
                </a:rPr>
                <a:t>업무캘린더</a:t>
              </a:r>
              <a:endParaRPr sz="1000" dirty="0">
                <a:solidFill>
                  <a:srgbClr val="AABBCC"/>
                </a:solidFill>
                <a:latin typeface="+mn-ea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385407" y="5225097"/>
            <a:ext cx="9132522" cy="1246832"/>
            <a:chOff x="927100" y="5275897"/>
            <a:chExt cx="8712613" cy="1246832"/>
          </a:xfrm>
        </p:grpSpPr>
        <p:sp>
          <p:nvSpPr>
            <p:cNvPr id="87" name="TextBox 86"/>
            <p:cNvSpPr txBox="1"/>
            <p:nvPr/>
          </p:nvSpPr>
          <p:spPr>
            <a:xfrm>
              <a:off x="927100" y="5275897"/>
              <a:ext cx="38434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A1A1A"/>
                  </a:solidFill>
                  <a:latin typeface="+mn-ea"/>
                </a:rPr>
                <a:t>뷰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전환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탭 —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월간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주간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목록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클릭으로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캘린더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뷰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전환</a:t>
              </a:r>
              <a:r>
                <a:rPr lang="en-US" sz="900" dirty="0">
                  <a:solidFill>
                    <a:srgbClr val="1A1A1A"/>
                  </a:solidFill>
                  <a:latin typeface="+mn-ea"/>
                </a:rPr>
                <a:t>/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◀▶로 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이동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814169" y="5275897"/>
              <a:ext cx="8750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탭 클릭 (Click)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848600" y="5275897"/>
              <a:ext cx="179111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오늘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버튼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시 </a:t>
              </a:r>
              <a:r>
                <a:rPr sz="900" dirty="0" err="1">
                  <a:latin typeface="+mn-ea"/>
                </a:rPr>
                <a:t>현재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월로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이동</a:t>
              </a:r>
              <a:endParaRPr sz="900" dirty="0">
                <a:latin typeface="+mn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27100" y="5479097"/>
              <a:ext cx="36385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필터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탭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채널의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일정만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표시</a:t>
              </a:r>
              <a:r>
                <a:rPr lang="en-US" sz="900" dirty="0">
                  <a:solidFill>
                    <a:srgbClr val="1A1A1A"/>
                  </a:solidFill>
                  <a:latin typeface="+mn-ea"/>
                </a:rPr>
                <a:t>/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[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전체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시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모든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표시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814168" y="5479097"/>
              <a:ext cx="8750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탭 클릭 (Click)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848600" y="5479097"/>
              <a:ext cx="15403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복합 채널 선택 시 합산 표시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27100" y="5682297"/>
              <a:ext cx="393824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캘린더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그리드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마감·매체협업·스튜디오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예약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이벤트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표시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808816" y="5682297"/>
              <a:ext cx="8857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848600" y="5682297"/>
              <a:ext cx="16198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자료요청 등록 즉시 자동 반영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27100" y="5885497"/>
              <a:ext cx="364462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이벤트 바 클릭 → 팝오버 표시: 제목·요청기관·제출 현황·바로가기 버튼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802698" y="5885497"/>
              <a:ext cx="8980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클릭 → 팝오버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848600" y="5885497"/>
              <a:ext cx="139961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팝오버 외부 클릭 시 닫힘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27100" y="6088697"/>
              <a:ext cx="37486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범례 — 이벤트 유형별 색상 코드 안내 (자료요청/매체협업/스튜디오/임박)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808816" y="6088697"/>
              <a:ext cx="8857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표시 (Display)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848600" y="6088697"/>
              <a:ext cx="8980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항상 하단 고정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27100" y="6291897"/>
              <a:ext cx="44092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A1A1A"/>
                  </a:solidFill>
                  <a:latin typeface="+mn-ea"/>
                </a:rPr>
                <a:t>[</a:t>
              </a:r>
              <a:r>
                <a:rPr lang="ko-KR" altLang="en-US" sz="900" dirty="0">
                  <a:solidFill>
                    <a:srgbClr val="1A1A1A"/>
                  </a:solidFill>
                  <a:latin typeface="+mn-ea"/>
                </a:rPr>
                <a:t>엑셀다운로드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클릭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→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캘린더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파일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다운로드</a:t>
              </a:r>
              <a:r>
                <a:rPr lang="en-US" sz="900" dirty="0">
                  <a:solidFill>
                    <a:srgbClr val="1A1A1A"/>
                  </a:solidFill>
                  <a:latin typeface="+mn-ea"/>
                </a:rPr>
                <a:t>/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[PDF</a:t>
              </a:r>
              <a:r>
                <a:rPr lang="ko-KR" altLang="en-US" sz="900" dirty="0">
                  <a:solidFill>
                    <a:srgbClr val="1A1A1A"/>
                  </a:solidFill>
                  <a:latin typeface="+mn-ea"/>
                </a:rPr>
                <a:t>다운로드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] →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인쇄용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월간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일정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출력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619947" y="6291897"/>
              <a:ext cx="12635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버튼 클릭 (Download)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848600" y="6291897"/>
              <a:ext cx="139961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채널 필터 적용 상태 반영</a:t>
              </a:r>
            </a:p>
          </p:txBody>
        </p:sp>
      </p:grpSp>
      <p:sp>
        <p:nvSpPr>
          <p:cNvPr id="285" name="Rectangle 110"/>
          <p:cNvSpPr/>
          <p:nvPr/>
        </p:nvSpPr>
        <p:spPr>
          <a:xfrm>
            <a:off x="11668" y="4013200"/>
            <a:ext cx="1378785" cy="685800"/>
          </a:xfrm>
          <a:prstGeom prst="rect">
            <a:avLst/>
          </a:prstGeom>
          <a:solidFill>
            <a:srgbClr val="FFF8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105" name="그룹 104"/>
          <p:cNvGrpSpPr/>
          <p:nvPr/>
        </p:nvGrpSpPr>
        <p:grpSpPr>
          <a:xfrm>
            <a:off x="9779000" y="1092200"/>
            <a:ext cx="2324100" cy="3456632"/>
            <a:chOff x="9779000" y="1092200"/>
            <a:chExt cx="2324100" cy="3456632"/>
          </a:xfrm>
        </p:grpSpPr>
        <p:sp>
          <p:nvSpPr>
            <p:cNvPr id="106" name="TextBox 105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5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업무캘린더 (개선)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 (채널 필터)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업무캘린더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779000" y="2552700"/>
              <a:ext cx="18069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탭(PC용) — 월간/주간/목록 뷰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779000" y="2705100"/>
              <a:ext cx="8963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채널 필터 탭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779000" y="2857500"/>
              <a:ext cx="13195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캘린더 그리드 (월간)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779000" y="3009900"/>
              <a:ext cx="13516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이벤트 바 (색상 코드)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779000" y="3162300"/>
              <a:ext cx="12747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팝오버 — 일정 상세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779000" y="33147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엑셀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/PDF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다운로드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버튼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9779000" y="3652012"/>
              <a:ext cx="793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개선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포인트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779000" y="38608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자료요청 등록 → 자동 반영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779000" y="40132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마감일 변경 → 자동 동기화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779000" y="4165600"/>
              <a:ext cx="11272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채널별 색상 분류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779000" y="4318000"/>
              <a:ext cx="12426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엑셀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/PDF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내보내기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282" name="그룹 281"/>
          <p:cNvGrpSpPr/>
          <p:nvPr/>
        </p:nvGrpSpPr>
        <p:grpSpPr>
          <a:xfrm>
            <a:off x="-7038" y="629329"/>
            <a:ext cx="9762681" cy="4354733"/>
            <a:chOff x="-7038" y="629329"/>
            <a:chExt cx="9762681" cy="4354733"/>
          </a:xfrm>
        </p:grpSpPr>
        <p:grpSp>
          <p:nvGrpSpPr>
            <p:cNvPr id="121" name="그룹 120"/>
            <p:cNvGrpSpPr/>
            <p:nvPr/>
          </p:nvGrpSpPr>
          <p:grpSpPr>
            <a:xfrm>
              <a:off x="5318" y="4704662"/>
              <a:ext cx="9657671" cy="279400"/>
              <a:chOff x="546100" y="4699000"/>
              <a:chExt cx="9144000" cy="279400"/>
            </a:xfrm>
          </p:grpSpPr>
          <p:sp>
            <p:nvSpPr>
              <p:cNvPr id="122" name="Rectangle 157"/>
              <p:cNvSpPr/>
              <p:nvPr/>
            </p:nvSpPr>
            <p:spPr>
              <a:xfrm>
                <a:off x="546100" y="4699000"/>
                <a:ext cx="9144000" cy="279400"/>
              </a:xfrm>
              <a:prstGeom prst="rect">
                <a:avLst/>
              </a:prstGeom>
              <a:solidFill>
                <a:srgbClr val="F0F2F8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660400" y="4737100"/>
                <a:ext cx="4541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범 례:</a:t>
                </a:r>
              </a:p>
            </p:txBody>
          </p:sp>
          <p:sp>
            <p:nvSpPr>
              <p:cNvPr id="124" name="Rectangle 159"/>
              <p:cNvSpPr/>
              <p:nvPr/>
            </p:nvSpPr>
            <p:spPr>
              <a:xfrm>
                <a:off x="1270000" y="4762500"/>
                <a:ext cx="152400" cy="152400"/>
              </a:xfrm>
              <a:prstGeom prst="rect">
                <a:avLst/>
              </a:prstGeom>
              <a:solidFill>
                <a:srgbClr val="1F5CB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1441450" y="4743450"/>
                <a:ext cx="86086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자료요청</a:t>
                </a:r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마감</a:t>
                </a:r>
                <a:endParaRPr sz="900" dirty="0">
                  <a:solidFill>
                    <a:srgbClr val="1A1A1A"/>
                  </a:solidFill>
                  <a:latin typeface="+mn-ea"/>
                </a:endParaRPr>
              </a:p>
            </p:txBody>
          </p:sp>
          <p:sp>
            <p:nvSpPr>
              <p:cNvPr id="126" name="Rectangle 161"/>
              <p:cNvSpPr/>
              <p:nvPr/>
            </p:nvSpPr>
            <p:spPr>
              <a:xfrm>
                <a:off x="2667000" y="4762500"/>
                <a:ext cx="152400" cy="152400"/>
              </a:xfrm>
              <a:prstGeom prst="rect">
                <a:avLst/>
              </a:prstGeom>
              <a:solidFill>
                <a:srgbClr val="ED6C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2838450" y="4743450"/>
                <a:ext cx="86086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매체협업 과제</a:t>
                </a:r>
              </a:p>
            </p:txBody>
          </p:sp>
          <p:sp>
            <p:nvSpPr>
              <p:cNvPr id="128" name="Rectangle 163"/>
              <p:cNvSpPr/>
              <p:nvPr/>
            </p:nvSpPr>
            <p:spPr>
              <a:xfrm>
                <a:off x="4064000" y="4762500"/>
                <a:ext cx="152400" cy="152400"/>
              </a:xfrm>
              <a:prstGeom prst="rect">
                <a:avLst/>
              </a:prstGeom>
              <a:solidFill>
                <a:srgbClr val="0080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4235450" y="4743450"/>
                <a:ext cx="86086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스튜디오 예약</a:t>
                </a:r>
              </a:p>
            </p:txBody>
          </p:sp>
          <p:sp>
            <p:nvSpPr>
              <p:cNvPr id="130" name="Rectangle 165"/>
              <p:cNvSpPr/>
              <p:nvPr/>
            </p:nvSpPr>
            <p:spPr>
              <a:xfrm>
                <a:off x="5461000" y="4762500"/>
                <a:ext cx="152400" cy="1524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5632450" y="4743450"/>
                <a:ext cx="84872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D-3 이내 임박</a:t>
                </a:r>
              </a:p>
            </p:txBody>
          </p:sp>
        </p:grpSp>
        <p:grpSp>
          <p:nvGrpSpPr>
            <p:cNvPr id="177" name="그룹 176"/>
            <p:cNvGrpSpPr/>
            <p:nvPr/>
          </p:nvGrpSpPr>
          <p:grpSpPr>
            <a:xfrm>
              <a:off x="11496" y="1064121"/>
              <a:ext cx="9651493" cy="3613534"/>
              <a:chOff x="546100" y="1034666"/>
              <a:chExt cx="9067800" cy="3613534"/>
            </a:xfrm>
          </p:grpSpPr>
          <p:sp>
            <p:nvSpPr>
              <p:cNvPr id="178" name="Rectangle 42"/>
              <p:cNvSpPr/>
              <p:nvPr/>
            </p:nvSpPr>
            <p:spPr>
              <a:xfrm>
                <a:off x="546100" y="1041400"/>
                <a:ext cx="1295400" cy="177800"/>
              </a:xfrm>
              <a:prstGeom prst="rect">
                <a:avLst/>
              </a:prstGeom>
              <a:solidFill>
                <a:srgbClr val="FFF8F8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79" name="Rectangle 44"/>
              <p:cNvSpPr/>
              <p:nvPr/>
            </p:nvSpPr>
            <p:spPr>
              <a:xfrm>
                <a:off x="1841500" y="1041400"/>
                <a:ext cx="1295400" cy="1778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0" name="Rectangle 46"/>
              <p:cNvSpPr/>
              <p:nvPr/>
            </p:nvSpPr>
            <p:spPr>
              <a:xfrm>
                <a:off x="3136900" y="1041400"/>
                <a:ext cx="1295400" cy="1778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1" name="Rectangle 48"/>
              <p:cNvSpPr/>
              <p:nvPr/>
            </p:nvSpPr>
            <p:spPr>
              <a:xfrm>
                <a:off x="4432300" y="1041400"/>
                <a:ext cx="1295400" cy="1778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2" name="Rectangle 50"/>
              <p:cNvSpPr/>
              <p:nvPr/>
            </p:nvSpPr>
            <p:spPr>
              <a:xfrm>
                <a:off x="5727700" y="1041400"/>
                <a:ext cx="1295400" cy="1778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3" name="Rectangle 52"/>
              <p:cNvSpPr/>
              <p:nvPr/>
            </p:nvSpPr>
            <p:spPr>
              <a:xfrm>
                <a:off x="7023100" y="1041400"/>
                <a:ext cx="1295400" cy="177800"/>
              </a:xfrm>
              <a:prstGeom prst="rect">
                <a:avLst/>
              </a:prstGeom>
              <a:solidFill>
                <a:srgbClr val="445064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4" name="Rectangle 54"/>
              <p:cNvSpPr/>
              <p:nvPr/>
            </p:nvSpPr>
            <p:spPr>
              <a:xfrm>
                <a:off x="8318500" y="1041400"/>
                <a:ext cx="1295400" cy="177800"/>
              </a:xfrm>
              <a:prstGeom prst="rect">
                <a:avLst/>
              </a:prstGeom>
              <a:solidFill>
                <a:srgbClr val="FFF8F8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>
                <a:off x="1052834" y="1034666"/>
                <a:ext cx="8054333" cy="230832"/>
                <a:chOff x="1052834" y="1077912"/>
                <a:chExt cx="8054333" cy="230832"/>
              </a:xfrm>
            </p:grpSpPr>
            <p:sp>
              <p:nvSpPr>
                <p:cNvPr id="275" name="TextBox 274"/>
                <p:cNvSpPr txBox="1"/>
                <p:nvPr/>
              </p:nvSpPr>
              <p:spPr>
                <a:xfrm>
                  <a:off x="1052834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 dirty="0">
                      <a:solidFill>
                        <a:srgbClr val="FFBBBB"/>
                      </a:solidFill>
                      <a:latin typeface="+mn-ea"/>
                    </a:rPr>
                    <a:t>일</a:t>
                  </a:r>
                </a:p>
              </p:txBody>
            </p:sp>
            <p:sp>
              <p:nvSpPr>
                <p:cNvPr id="276" name="TextBox 275"/>
                <p:cNvSpPr txBox="1"/>
                <p:nvPr/>
              </p:nvSpPr>
              <p:spPr>
                <a:xfrm>
                  <a:off x="2348232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월</a:t>
                  </a:r>
                </a:p>
              </p:txBody>
            </p:sp>
            <p:sp>
              <p:nvSpPr>
                <p:cNvPr id="277" name="TextBox 276"/>
                <p:cNvSpPr txBox="1"/>
                <p:nvPr/>
              </p:nvSpPr>
              <p:spPr>
                <a:xfrm>
                  <a:off x="3643635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화</a:t>
                  </a:r>
                </a:p>
              </p:txBody>
            </p:sp>
            <p:sp>
              <p:nvSpPr>
                <p:cNvPr id="278" name="TextBox 277"/>
                <p:cNvSpPr txBox="1"/>
                <p:nvPr/>
              </p:nvSpPr>
              <p:spPr>
                <a:xfrm>
                  <a:off x="4939034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수</a:t>
                  </a:r>
                </a:p>
              </p:txBody>
            </p:sp>
            <p:sp>
              <p:nvSpPr>
                <p:cNvPr id="279" name="TextBox 278"/>
                <p:cNvSpPr txBox="1"/>
                <p:nvPr/>
              </p:nvSpPr>
              <p:spPr>
                <a:xfrm>
                  <a:off x="6234433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목</a:t>
                  </a:r>
                </a:p>
              </p:txBody>
            </p:sp>
            <p:sp>
              <p:nvSpPr>
                <p:cNvPr id="280" name="TextBox 279"/>
                <p:cNvSpPr txBox="1"/>
                <p:nvPr/>
              </p:nvSpPr>
              <p:spPr>
                <a:xfrm>
                  <a:off x="7529835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FFFFFF"/>
                      </a:solidFill>
                      <a:latin typeface="+mn-ea"/>
                    </a:rPr>
                    <a:t>금</a:t>
                  </a:r>
                </a:p>
              </p:txBody>
            </p:sp>
            <p:sp>
              <p:nvSpPr>
                <p:cNvPr id="281" name="TextBox 280"/>
                <p:cNvSpPr txBox="1"/>
                <p:nvPr/>
              </p:nvSpPr>
              <p:spPr>
                <a:xfrm>
                  <a:off x="8825233" y="1077912"/>
                  <a:ext cx="2819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+mn-ea"/>
                    </a:rPr>
                    <a:t>토</a:t>
                  </a:r>
                </a:p>
              </p:txBody>
            </p:sp>
          </p:grpSp>
          <p:sp>
            <p:nvSpPr>
              <p:cNvPr id="186" name="Rectangle 56"/>
              <p:cNvSpPr/>
              <p:nvPr/>
            </p:nvSpPr>
            <p:spPr>
              <a:xfrm>
                <a:off x="546100" y="12192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571500" y="12446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AAAAAA"/>
                    </a:solidFill>
                    <a:latin typeface="+mn-ea"/>
                  </a:rPr>
                  <a:t>31</a:t>
                </a:r>
              </a:p>
            </p:txBody>
          </p:sp>
          <p:sp>
            <p:nvSpPr>
              <p:cNvPr id="188" name="Rectangle 58"/>
              <p:cNvSpPr/>
              <p:nvPr/>
            </p:nvSpPr>
            <p:spPr>
              <a:xfrm>
                <a:off x="1841500" y="12192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1866900" y="12446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</a:t>
                </a:r>
              </a:p>
            </p:txBody>
          </p:sp>
          <p:sp>
            <p:nvSpPr>
              <p:cNvPr id="190" name="Rectangle 60"/>
              <p:cNvSpPr/>
              <p:nvPr/>
            </p:nvSpPr>
            <p:spPr>
              <a:xfrm>
                <a:off x="1854200" y="1397000"/>
                <a:ext cx="1270000" cy="114300"/>
              </a:xfrm>
              <a:prstGeom prst="rect">
                <a:avLst/>
              </a:prstGeom>
              <a:solidFill>
                <a:srgbClr val="1F5CB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1768226" y="1341644"/>
                <a:ext cx="149280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자료요청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: 6월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홍보계획서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등록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92" name="Rectangle 62"/>
              <p:cNvSpPr/>
              <p:nvPr/>
            </p:nvSpPr>
            <p:spPr>
              <a:xfrm>
                <a:off x="3136900" y="12192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3" name="TextBox 192"/>
              <p:cNvSpPr txBox="1"/>
              <p:nvPr/>
            </p:nvSpPr>
            <p:spPr>
              <a:xfrm>
                <a:off x="3162300" y="12446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</a:t>
                </a:r>
              </a:p>
            </p:txBody>
          </p:sp>
          <p:sp>
            <p:nvSpPr>
              <p:cNvPr id="194" name="Rectangle 64"/>
              <p:cNvSpPr/>
              <p:nvPr/>
            </p:nvSpPr>
            <p:spPr>
              <a:xfrm>
                <a:off x="4432300" y="12192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>
                <a:off x="4457700" y="12446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3</a:t>
                </a:r>
              </a:p>
            </p:txBody>
          </p:sp>
          <p:sp>
            <p:nvSpPr>
              <p:cNvPr id="196" name="Rectangle 66"/>
              <p:cNvSpPr/>
              <p:nvPr/>
            </p:nvSpPr>
            <p:spPr>
              <a:xfrm>
                <a:off x="5727700" y="12192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7" name="TextBox 196"/>
              <p:cNvSpPr txBox="1"/>
              <p:nvPr/>
            </p:nvSpPr>
            <p:spPr>
              <a:xfrm>
                <a:off x="5753100" y="12446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4</a:t>
                </a:r>
              </a:p>
            </p:txBody>
          </p:sp>
          <p:sp>
            <p:nvSpPr>
              <p:cNvPr id="198" name="Rectangle 68"/>
              <p:cNvSpPr/>
              <p:nvPr/>
            </p:nvSpPr>
            <p:spPr>
              <a:xfrm>
                <a:off x="7023100" y="12192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7048500" y="12446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5</a:t>
                </a:r>
              </a:p>
            </p:txBody>
          </p:sp>
          <p:sp>
            <p:nvSpPr>
              <p:cNvPr id="200" name="Rectangle 70"/>
              <p:cNvSpPr/>
              <p:nvPr/>
            </p:nvSpPr>
            <p:spPr>
              <a:xfrm>
                <a:off x="7035800" y="1397000"/>
                <a:ext cx="1270000" cy="114300"/>
              </a:xfrm>
              <a:prstGeom prst="rect">
                <a:avLst/>
              </a:prstGeom>
              <a:solidFill>
                <a:srgbClr val="0080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7048500" y="1347576"/>
                <a:ext cx="77893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스튜디오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예약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02" name="Rectangle 72"/>
              <p:cNvSpPr/>
              <p:nvPr/>
            </p:nvSpPr>
            <p:spPr>
              <a:xfrm>
                <a:off x="8318500" y="12192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8343900" y="12446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6</a:t>
                </a:r>
              </a:p>
            </p:txBody>
          </p:sp>
          <p:sp>
            <p:nvSpPr>
              <p:cNvPr id="204" name="Rectangle 74"/>
              <p:cNvSpPr/>
              <p:nvPr/>
            </p:nvSpPr>
            <p:spPr>
              <a:xfrm>
                <a:off x="546100" y="19050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571500" y="19304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7</a:t>
                </a:r>
              </a:p>
            </p:txBody>
          </p:sp>
          <p:sp>
            <p:nvSpPr>
              <p:cNvPr id="206" name="Rectangle 76"/>
              <p:cNvSpPr/>
              <p:nvPr/>
            </p:nvSpPr>
            <p:spPr>
              <a:xfrm>
                <a:off x="1841500" y="19050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1866900" y="19304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8</a:t>
                </a:r>
              </a:p>
            </p:txBody>
          </p:sp>
          <p:sp>
            <p:nvSpPr>
              <p:cNvPr id="208" name="Rectangle 78"/>
              <p:cNvSpPr/>
              <p:nvPr/>
            </p:nvSpPr>
            <p:spPr>
              <a:xfrm>
                <a:off x="3136900" y="19050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3162300" y="19304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9</a:t>
                </a:r>
              </a:p>
            </p:txBody>
          </p:sp>
          <p:sp>
            <p:nvSpPr>
              <p:cNvPr id="210" name="Rectangle 80"/>
              <p:cNvSpPr/>
              <p:nvPr/>
            </p:nvSpPr>
            <p:spPr>
              <a:xfrm>
                <a:off x="3149600" y="2082800"/>
                <a:ext cx="1270000" cy="114300"/>
              </a:xfrm>
              <a:prstGeom prst="rect">
                <a:avLst/>
              </a:prstGeom>
              <a:solidFill>
                <a:srgbClr val="ED6C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>
                <a:off x="3162300" y="2033622"/>
                <a:ext cx="998818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매체협업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과제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마감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12" name="Rectangle 82"/>
              <p:cNvSpPr/>
              <p:nvPr/>
            </p:nvSpPr>
            <p:spPr>
              <a:xfrm>
                <a:off x="4432300" y="19050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3" name="TextBox 212"/>
              <p:cNvSpPr txBox="1"/>
              <p:nvPr/>
            </p:nvSpPr>
            <p:spPr>
              <a:xfrm>
                <a:off x="4457700" y="19304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10</a:t>
                </a:r>
              </a:p>
            </p:txBody>
          </p:sp>
          <p:sp>
            <p:nvSpPr>
              <p:cNvPr id="214" name="Rectangle 84"/>
              <p:cNvSpPr/>
              <p:nvPr/>
            </p:nvSpPr>
            <p:spPr>
              <a:xfrm>
                <a:off x="5727700" y="19050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5" name="TextBox 214"/>
              <p:cNvSpPr txBox="1"/>
              <p:nvPr/>
            </p:nvSpPr>
            <p:spPr>
              <a:xfrm>
                <a:off x="5753100" y="19304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11</a:t>
                </a:r>
              </a:p>
            </p:txBody>
          </p:sp>
          <p:sp>
            <p:nvSpPr>
              <p:cNvPr id="216" name="Rectangle 86"/>
              <p:cNvSpPr/>
              <p:nvPr/>
            </p:nvSpPr>
            <p:spPr>
              <a:xfrm>
                <a:off x="7023100" y="19050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>
                <a:off x="7048500" y="19304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12</a:t>
                </a:r>
              </a:p>
            </p:txBody>
          </p:sp>
          <p:sp>
            <p:nvSpPr>
              <p:cNvPr id="218" name="Rectangle 88"/>
              <p:cNvSpPr/>
              <p:nvPr/>
            </p:nvSpPr>
            <p:spPr>
              <a:xfrm>
                <a:off x="8318500" y="19050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8343900" y="19304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13</a:t>
                </a:r>
              </a:p>
            </p:txBody>
          </p:sp>
          <p:sp>
            <p:nvSpPr>
              <p:cNvPr id="220" name="Rectangle 90"/>
              <p:cNvSpPr/>
              <p:nvPr/>
            </p:nvSpPr>
            <p:spPr>
              <a:xfrm>
                <a:off x="546100" y="25908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571500" y="26162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14</a:t>
                </a:r>
              </a:p>
            </p:txBody>
          </p:sp>
          <p:sp>
            <p:nvSpPr>
              <p:cNvPr id="222" name="Rectangle 92"/>
              <p:cNvSpPr/>
              <p:nvPr/>
            </p:nvSpPr>
            <p:spPr>
              <a:xfrm>
                <a:off x="558800" y="2768600"/>
                <a:ext cx="1270000" cy="1143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3" name="TextBox 222"/>
              <p:cNvSpPr txBox="1"/>
              <p:nvPr/>
            </p:nvSpPr>
            <p:spPr>
              <a:xfrm>
                <a:off x="571500" y="2719422"/>
                <a:ext cx="116599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자료요청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: 5월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실적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D-3</a:t>
                </a:r>
              </a:p>
            </p:txBody>
          </p:sp>
          <p:sp>
            <p:nvSpPr>
              <p:cNvPr id="224" name="Rectangle 94"/>
              <p:cNvSpPr/>
              <p:nvPr/>
            </p:nvSpPr>
            <p:spPr>
              <a:xfrm>
                <a:off x="558800" y="2908300"/>
                <a:ext cx="1270000" cy="114300"/>
              </a:xfrm>
              <a:prstGeom prst="rect">
                <a:avLst/>
              </a:prstGeom>
              <a:solidFill>
                <a:srgbClr val="0080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>
                <a:off x="571500" y="2865054"/>
                <a:ext cx="77893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스튜디오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예약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26" name="Rectangle 96"/>
              <p:cNvSpPr/>
              <p:nvPr/>
            </p:nvSpPr>
            <p:spPr>
              <a:xfrm>
                <a:off x="1841500" y="25908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7" name="TextBox 226"/>
              <p:cNvSpPr txBox="1"/>
              <p:nvPr/>
            </p:nvSpPr>
            <p:spPr>
              <a:xfrm>
                <a:off x="1866900" y="26162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15</a:t>
                </a:r>
              </a:p>
            </p:txBody>
          </p:sp>
          <p:sp>
            <p:nvSpPr>
              <p:cNvPr id="228" name="Rectangle 98"/>
              <p:cNvSpPr/>
              <p:nvPr/>
            </p:nvSpPr>
            <p:spPr>
              <a:xfrm>
                <a:off x="3136900" y="25908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9" name="TextBox 228"/>
              <p:cNvSpPr txBox="1"/>
              <p:nvPr/>
            </p:nvSpPr>
            <p:spPr>
              <a:xfrm>
                <a:off x="3162300" y="26162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16</a:t>
                </a:r>
              </a:p>
            </p:txBody>
          </p:sp>
          <p:sp>
            <p:nvSpPr>
              <p:cNvPr id="230" name="Rectangle 100"/>
              <p:cNvSpPr/>
              <p:nvPr/>
            </p:nvSpPr>
            <p:spPr>
              <a:xfrm>
                <a:off x="4432300" y="25908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1" name="TextBox 230"/>
              <p:cNvSpPr txBox="1"/>
              <p:nvPr/>
            </p:nvSpPr>
            <p:spPr>
              <a:xfrm>
                <a:off x="4457700" y="26162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17</a:t>
                </a:r>
              </a:p>
            </p:txBody>
          </p:sp>
          <p:sp>
            <p:nvSpPr>
              <p:cNvPr id="232" name="Rectangle 102"/>
              <p:cNvSpPr/>
              <p:nvPr/>
            </p:nvSpPr>
            <p:spPr>
              <a:xfrm>
                <a:off x="4445000" y="2768600"/>
                <a:ext cx="1270000" cy="1143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4422873" y="2719176"/>
                <a:ext cx="134822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자료요청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: SNS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콘텐츠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마감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34" name="Rectangle 104"/>
              <p:cNvSpPr/>
              <p:nvPr/>
            </p:nvSpPr>
            <p:spPr>
              <a:xfrm>
                <a:off x="5727700" y="25908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6" name="Rectangle 106"/>
              <p:cNvSpPr/>
              <p:nvPr/>
            </p:nvSpPr>
            <p:spPr>
              <a:xfrm>
                <a:off x="7023100" y="25908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7" name="TextBox 236"/>
              <p:cNvSpPr txBox="1"/>
              <p:nvPr/>
            </p:nvSpPr>
            <p:spPr>
              <a:xfrm>
                <a:off x="7048500" y="26162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19</a:t>
                </a:r>
              </a:p>
            </p:txBody>
          </p:sp>
          <p:sp>
            <p:nvSpPr>
              <p:cNvPr id="238" name="Rectangle 108"/>
              <p:cNvSpPr/>
              <p:nvPr/>
            </p:nvSpPr>
            <p:spPr>
              <a:xfrm>
                <a:off x="8318500" y="25908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9" name="TextBox 238"/>
              <p:cNvSpPr txBox="1"/>
              <p:nvPr/>
            </p:nvSpPr>
            <p:spPr>
              <a:xfrm>
                <a:off x="8343900" y="26162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20</a:t>
                </a:r>
              </a:p>
            </p:txBody>
          </p:sp>
          <p:sp>
            <p:nvSpPr>
              <p:cNvPr id="240" name="Rectangle 110"/>
              <p:cNvSpPr/>
              <p:nvPr/>
            </p:nvSpPr>
            <p:spPr>
              <a:xfrm>
                <a:off x="546100" y="32766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>
                <a:off x="5715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21</a:t>
                </a:r>
              </a:p>
            </p:txBody>
          </p:sp>
          <p:sp>
            <p:nvSpPr>
              <p:cNvPr id="242" name="Rectangle 112"/>
              <p:cNvSpPr/>
              <p:nvPr/>
            </p:nvSpPr>
            <p:spPr>
              <a:xfrm>
                <a:off x="1841500" y="32766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3" name="TextBox 242"/>
              <p:cNvSpPr txBox="1"/>
              <p:nvPr/>
            </p:nvSpPr>
            <p:spPr>
              <a:xfrm>
                <a:off x="18669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22</a:t>
                </a:r>
              </a:p>
            </p:txBody>
          </p:sp>
          <p:sp>
            <p:nvSpPr>
              <p:cNvPr id="244" name="Rectangle 114"/>
              <p:cNvSpPr/>
              <p:nvPr/>
            </p:nvSpPr>
            <p:spPr>
              <a:xfrm>
                <a:off x="3136900" y="32766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31623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23</a:t>
                </a:r>
              </a:p>
            </p:txBody>
          </p:sp>
          <p:sp>
            <p:nvSpPr>
              <p:cNvPr id="246" name="Rectangle 116"/>
              <p:cNvSpPr/>
              <p:nvPr/>
            </p:nvSpPr>
            <p:spPr>
              <a:xfrm>
                <a:off x="4432300" y="32766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7" name="TextBox 246"/>
              <p:cNvSpPr txBox="1"/>
              <p:nvPr/>
            </p:nvSpPr>
            <p:spPr>
              <a:xfrm>
                <a:off x="44577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24</a:t>
                </a:r>
              </a:p>
            </p:txBody>
          </p:sp>
          <p:sp>
            <p:nvSpPr>
              <p:cNvPr id="248" name="Rectangle 118"/>
              <p:cNvSpPr/>
              <p:nvPr/>
            </p:nvSpPr>
            <p:spPr>
              <a:xfrm>
                <a:off x="5727700" y="32766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>
                <a:off x="57531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25</a:t>
                </a:r>
              </a:p>
            </p:txBody>
          </p:sp>
          <p:sp>
            <p:nvSpPr>
              <p:cNvPr id="250" name="Rectangle 120"/>
              <p:cNvSpPr/>
              <p:nvPr/>
            </p:nvSpPr>
            <p:spPr>
              <a:xfrm>
                <a:off x="5740400" y="3454400"/>
                <a:ext cx="1270000" cy="114300"/>
              </a:xfrm>
              <a:prstGeom prst="rect">
                <a:avLst/>
              </a:prstGeom>
              <a:solidFill>
                <a:srgbClr val="1F5CB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1" name="TextBox 250"/>
              <p:cNvSpPr txBox="1"/>
              <p:nvPr/>
            </p:nvSpPr>
            <p:spPr>
              <a:xfrm>
                <a:off x="5753100" y="3404976"/>
                <a:ext cx="131509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자료요청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: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홍보계획서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마감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52" name="Rectangle 122"/>
              <p:cNvSpPr/>
              <p:nvPr/>
            </p:nvSpPr>
            <p:spPr>
              <a:xfrm>
                <a:off x="7023100" y="32766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>
                <a:off x="70485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26</a:t>
                </a:r>
              </a:p>
            </p:txBody>
          </p:sp>
          <p:sp>
            <p:nvSpPr>
              <p:cNvPr id="254" name="Rectangle 124"/>
              <p:cNvSpPr/>
              <p:nvPr/>
            </p:nvSpPr>
            <p:spPr>
              <a:xfrm>
                <a:off x="8318500" y="32766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>
                <a:off x="8343900" y="33020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27</a:t>
                </a:r>
              </a:p>
            </p:txBody>
          </p:sp>
          <p:sp>
            <p:nvSpPr>
              <p:cNvPr id="256" name="Rectangle 126"/>
              <p:cNvSpPr/>
              <p:nvPr/>
            </p:nvSpPr>
            <p:spPr>
              <a:xfrm>
                <a:off x="546100" y="3962400"/>
                <a:ext cx="1295400" cy="685800"/>
              </a:xfrm>
              <a:prstGeom prst="rect">
                <a:avLst/>
              </a:prstGeom>
              <a:noFill/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567869" y="39878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28</a:t>
                </a:r>
              </a:p>
            </p:txBody>
          </p:sp>
          <p:sp>
            <p:nvSpPr>
              <p:cNvPr id="260" name="Rectangle 130"/>
              <p:cNvSpPr/>
              <p:nvPr/>
            </p:nvSpPr>
            <p:spPr>
              <a:xfrm>
                <a:off x="558800" y="4140200"/>
                <a:ext cx="1270000" cy="114300"/>
              </a:xfrm>
              <a:prstGeom prst="rect">
                <a:avLst/>
              </a:prstGeom>
              <a:solidFill>
                <a:srgbClr val="0080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1" name="TextBox 260"/>
              <p:cNvSpPr txBox="1"/>
              <p:nvPr/>
            </p:nvSpPr>
            <p:spPr>
              <a:xfrm>
                <a:off x="571500" y="4091022"/>
                <a:ext cx="77893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스튜디오</a:t>
                </a:r>
                <a:r>
                  <a:rPr sz="8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FFFFFF"/>
                    </a:solidFill>
                    <a:latin typeface="+mn-ea"/>
                  </a:rPr>
                  <a:t>예약</a:t>
                </a:r>
                <a:endParaRPr sz="8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62" name="Rectangle 132"/>
              <p:cNvSpPr/>
              <p:nvPr/>
            </p:nvSpPr>
            <p:spPr>
              <a:xfrm>
                <a:off x="1841500" y="39624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3" name="TextBox 262"/>
              <p:cNvSpPr txBox="1"/>
              <p:nvPr/>
            </p:nvSpPr>
            <p:spPr>
              <a:xfrm>
                <a:off x="1866900" y="39878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29</a:t>
                </a:r>
              </a:p>
            </p:txBody>
          </p:sp>
          <p:sp>
            <p:nvSpPr>
              <p:cNvPr id="264" name="Rectangle 134"/>
              <p:cNvSpPr/>
              <p:nvPr/>
            </p:nvSpPr>
            <p:spPr>
              <a:xfrm>
                <a:off x="3136900" y="39624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3162300" y="3987800"/>
                <a:ext cx="30000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1A1A1A"/>
                    </a:solidFill>
                    <a:latin typeface="+mn-ea"/>
                  </a:rPr>
                  <a:t>30</a:t>
                </a:r>
              </a:p>
            </p:txBody>
          </p:sp>
          <p:sp>
            <p:nvSpPr>
              <p:cNvPr id="266" name="Rectangle 136"/>
              <p:cNvSpPr/>
              <p:nvPr/>
            </p:nvSpPr>
            <p:spPr>
              <a:xfrm>
                <a:off x="4432300" y="39624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7" name="TextBox 266"/>
              <p:cNvSpPr txBox="1"/>
              <p:nvPr/>
            </p:nvSpPr>
            <p:spPr>
              <a:xfrm>
                <a:off x="4457700" y="39878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AAAAAA"/>
                    </a:solidFill>
                    <a:latin typeface="+mn-ea"/>
                  </a:rPr>
                  <a:t>1</a:t>
                </a:r>
              </a:p>
            </p:txBody>
          </p:sp>
          <p:sp>
            <p:nvSpPr>
              <p:cNvPr id="268" name="Rectangle 138"/>
              <p:cNvSpPr/>
              <p:nvPr/>
            </p:nvSpPr>
            <p:spPr>
              <a:xfrm>
                <a:off x="5727700" y="39624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9" name="TextBox 268"/>
              <p:cNvSpPr txBox="1"/>
              <p:nvPr/>
            </p:nvSpPr>
            <p:spPr>
              <a:xfrm>
                <a:off x="5753100" y="39878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AAAAAA"/>
                    </a:solidFill>
                    <a:latin typeface="+mn-ea"/>
                  </a:rPr>
                  <a:t>2</a:t>
                </a:r>
              </a:p>
            </p:txBody>
          </p:sp>
          <p:sp>
            <p:nvSpPr>
              <p:cNvPr id="270" name="Rectangle 140"/>
              <p:cNvSpPr/>
              <p:nvPr/>
            </p:nvSpPr>
            <p:spPr>
              <a:xfrm>
                <a:off x="7023100" y="3962400"/>
                <a:ext cx="1295400" cy="68580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1" name="TextBox 270"/>
              <p:cNvSpPr txBox="1"/>
              <p:nvPr/>
            </p:nvSpPr>
            <p:spPr>
              <a:xfrm>
                <a:off x="7048500" y="39878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AAAAAA"/>
                    </a:solidFill>
                    <a:latin typeface="+mn-ea"/>
                  </a:rPr>
                  <a:t>3</a:t>
                </a:r>
              </a:p>
            </p:txBody>
          </p:sp>
          <p:sp>
            <p:nvSpPr>
              <p:cNvPr id="272" name="Rectangle 142"/>
              <p:cNvSpPr/>
              <p:nvPr/>
            </p:nvSpPr>
            <p:spPr>
              <a:xfrm>
                <a:off x="8318500" y="3962400"/>
                <a:ext cx="1295400" cy="685800"/>
              </a:xfrm>
              <a:prstGeom prst="rect">
                <a:avLst/>
              </a:prstGeom>
              <a:solidFill>
                <a:srgbClr val="FFF8F8"/>
              </a:solidFill>
              <a:ln w="381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>
                <a:off x="8343900" y="3987800"/>
                <a:ext cx="23675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AAAAAA"/>
                    </a:solidFill>
                    <a:latin typeface="+mn-ea"/>
                  </a:rPr>
                  <a:t>4</a:t>
                </a:r>
              </a:p>
            </p:txBody>
          </p:sp>
        </p:grpSp>
        <p:grpSp>
          <p:nvGrpSpPr>
            <p:cNvPr id="151" name="그룹 150"/>
            <p:cNvGrpSpPr/>
            <p:nvPr/>
          </p:nvGrpSpPr>
          <p:grpSpPr>
            <a:xfrm>
              <a:off x="-7038" y="629329"/>
              <a:ext cx="9762681" cy="284873"/>
              <a:chOff x="546100" y="642143"/>
              <a:chExt cx="9244435" cy="284873"/>
            </a:xfrm>
          </p:grpSpPr>
          <p:sp>
            <p:nvSpPr>
              <p:cNvPr id="152" name="Rectangle 18"/>
              <p:cNvSpPr/>
              <p:nvPr/>
            </p:nvSpPr>
            <p:spPr>
              <a:xfrm>
                <a:off x="546100" y="642143"/>
                <a:ext cx="635000" cy="254000"/>
              </a:xfrm>
              <a:prstGeom prst="rect">
                <a:avLst/>
              </a:prstGeom>
              <a:solidFill>
                <a:srgbClr val="2E4470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666880" y="685800"/>
                <a:ext cx="39344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월간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54" name="Rectangle 20"/>
              <p:cNvSpPr/>
              <p:nvPr/>
            </p:nvSpPr>
            <p:spPr>
              <a:xfrm>
                <a:off x="1181100" y="649763"/>
                <a:ext cx="635000" cy="2540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1301880" y="685800"/>
                <a:ext cx="39344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주간</a:t>
                </a:r>
              </a:p>
            </p:txBody>
          </p:sp>
          <p:sp>
            <p:nvSpPr>
              <p:cNvPr id="156" name="Rectangle 22"/>
              <p:cNvSpPr/>
              <p:nvPr/>
            </p:nvSpPr>
            <p:spPr>
              <a:xfrm>
                <a:off x="1816100" y="648798"/>
                <a:ext cx="635000" cy="2540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1936880" y="685800"/>
                <a:ext cx="39344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445064"/>
                    </a:solidFill>
                    <a:latin typeface="+mn-ea"/>
                  </a:rPr>
                  <a:t>목록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3373959" y="673100"/>
                <a:ext cx="13800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dirty="0">
                    <a:solidFill>
                      <a:srgbClr val="1E2D45"/>
                    </a:solidFill>
                    <a:latin typeface="+mn-ea"/>
                  </a:rPr>
                  <a:t>◀   2026년 6월   ▶</a:t>
                </a:r>
              </a:p>
            </p:txBody>
          </p:sp>
          <p:grpSp>
            <p:nvGrpSpPr>
              <p:cNvPr id="159" name="그룹 158"/>
              <p:cNvGrpSpPr/>
              <p:nvPr/>
            </p:nvGrpSpPr>
            <p:grpSpPr>
              <a:xfrm>
                <a:off x="7747000" y="673100"/>
                <a:ext cx="2043535" cy="230832"/>
                <a:chOff x="7747000" y="673100"/>
                <a:chExt cx="2043535" cy="230832"/>
              </a:xfrm>
            </p:grpSpPr>
            <p:sp>
              <p:nvSpPr>
                <p:cNvPr id="160" name="Rectangle 25"/>
                <p:cNvSpPr/>
                <p:nvPr/>
              </p:nvSpPr>
              <p:spPr>
                <a:xfrm>
                  <a:off x="7747000" y="673100"/>
                  <a:ext cx="609600" cy="177800"/>
                </a:xfrm>
                <a:prstGeom prst="rect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7824721" y="673100"/>
                  <a:ext cx="45415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 dirty="0">
                      <a:solidFill>
                        <a:srgbClr val="FFFFFF"/>
                      </a:solidFill>
                      <a:latin typeface="+mn-ea"/>
                    </a:rPr>
                    <a:t>오  늘</a:t>
                  </a:r>
                </a:p>
              </p:txBody>
            </p:sp>
            <p:sp>
              <p:nvSpPr>
                <p:cNvPr id="162" name="Rectangle 27"/>
                <p:cNvSpPr/>
                <p:nvPr/>
              </p:nvSpPr>
              <p:spPr>
                <a:xfrm>
                  <a:off x="8407400" y="673100"/>
                  <a:ext cx="635000" cy="177800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63" name="TextBox 162"/>
                <p:cNvSpPr txBox="1"/>
                <p:nvPr/>
              </p:nvSpPr>
              <p:spPr>
                <a:xfrm>
                  <a:off x="8332365" y="673100"/>
                  <a:ext cx="785062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800" dirty="0">
                      <a:solidFill>
                        <a:srgbClr val="445064"/>
                      </a:solidFill>
                      <a:latin typeface="+mn-ea"/>
                    </a:rPr>
                    <a:t>엑셀</a:t>
                  </a:r>
                  <a:r>
                    <a:rPr sz="800" dirty="0">
                      <a:solidFill>
                        <a:srgbClr val="445064"/>
                      </a:solidFill>
                      <a:latin typeface="+mn-ea"/>
                    </a:rPr>
                    <a:t> </a:t>
                  </a:r>
                  <a:r>
                    <a:rPr lang="ko-KR" altLang="en-US" sz="800" dirty="0">
                      <a:solidFill>
                        <a:srgbClr val="445064"/>
                      </a:solidFill>
                      <a:latin typeface="+mn-ea"/>
                    </a:rPr>
                    <a:t>다운로드</a:t>
                  </a:r>
                  <a:endParaRPr sz="800" dirty="0">
                    <a:solidFill>
                      <a:srgbClr val="445064"/>
                    </a:solidFill>
                    <a:latin typeface="+mn-ea"/>
                  </a:endParaRPr>
                </a:p>
              </p:txBody>
            </p:sp>
            <p:sp>
              <p:nvSpPr>
                <p:cNvPr id="164" name="Rectangle 29"/>
                <p:cNvSpPr/>
                <p:nvPr/>
              </p:nvSpPr>
              <p:spPr>
                <a:xfrm>
                  <a:off x="9093200" y="673100"/>
                  <a:ext cx="609600" cy="177800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65" name="TextBox 164"/>
                <p:cNvSpPr txBox="1"/>
                <p:nvPr/>
              </p:nvSpPr>
              <p:spPr>
                <a:xfrm>
                  <a:off x="9005473" y="673100"/>
                  <a:ext cx="785062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800" dirty="0">
                      <a:solidFill>
                        <a:srgbClr val="445064"/>
                      </a:solidFill>
                      <a:latin typeface="+mn-ea"/>
                    </a:rPr>
                    <a:t>PDF </a:t>
                  </a:r>
                  <a:r>
                    <a:rPr lang="ko-KR" altLang="en-US" sz="800" dirty="0">
                      <a:solidFill>
                        <a:srgbClr val="445064"/>
                      </a:solidFill>
                      <a:latin typeface="+mn-ea"/>
                    </a:rPr>
                    <a:t>다운로드</a:t>
                  </a:r>
                  <a:endParaRPr sz="800" dirty="0">
                    <a:solidFill>
                      <a:srgbClr val="44506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66" name="그룹 165"/>
            <p:cNvGrpSpPr/>
            <p:nvPr/>
          </p:nvGrpSpPr>
          <p:grpSpPr>
            <a:xfrm>
              <a:off x="3114" y="883329"/>
              <a:ext cx="9659875" cy="217825"/>
              <a:chOff x="546099" y="876304"/>
              <a:chExt cx="9686985" cy="217825"/>
            </a:xfrm>
          </p:grpSpPr>
          <p:sp>
            <p:nvSpPr>
              <p:cNvPr id="167" name="Rectangle 32"/>
              <p:cNvSpPr/>
              <p:nvPr/>
            </p:nvSpPr>
            <p:spPr>
              <a:xfrm>
                <a:off x="546099" y="889000"/>
                <a:ext cx="9686985" cy="152400"/>
              </a:xfrm>
              <a:prstGeom prst="rect">
                <a:avLst/>
              </a:prstGeom>
              <a:solidFill>
                <a:srgbClr val="F0F2F8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68" name="그룹 167"/>
              <p:cNvGrpSpPr/>
              <p:nvPr/>
            </p:nvGrpSpPr>
            <p:grpSpPr>
              <a:xfrm>
                <a:off x="635000" y="876304"/>
                <a:ext cx="2984500" cy="217825"/>
                <a:chOff x="635000" y="876304"/>
                <a:chExt cx="2984500" cy="217825"/>
              </a:xfrm>
            </p:grpSpPr>
            <p:sp>
              <p:nvSpPr>
                <p:cNvPr id="169" name="Rectangle 33"/>
                <p:cNvSpPr/>
                <p:nvPr/>
              </p:nvSpPr>
              <p:spPr>
                <a:xfrm>
                  <a:off x="635000" y="901700"/>
                  <a:ext cx="698500" cy="127000"/>
                </a:xfrm>
                <a:prstGeom prst="rect">
                  <a:avLst/>
                </a:prstGeom>
                <a:solidFill>
                  <a:srgbClr val="1E2D45"/>
                </a:solidFill>
                <a:ln w="381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788778" y="876304"/>
                  <a:ext cx="39094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800" dirty="0" err="1">
                      <a:solidFill>
                        <a:srgbClr val="FFFFFF"/>
                      </a:solidFill>
                      <a:latin typeface="+mn-ea"/>
                    </a:rPr>
                    <a:t>전체</a:t>
                  </a:r>
                  <a:endParaRPr sz="8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171" name="Rectangle 35"/>
                <p:cNvSpPr/>
                <p:nvPr/>
              </p:nvSpPr>
              <p:spPr>
                <a:xfrm>
                  <a:off x="1397000" y="901700"/>
                  <a:ext cx="698500" cy="127000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1447898" y="878685"/>
                  <a:ext cx="596705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800" dirty="0" err="1">
                      <a:solidFill>
                        <a:srgbClr val="445064"/>
                      </a:solidFill>
                      <a:latin typeface="+mn-ea"/>
                    </a:rPr>
                    <a:t>대변인방</a:t>
                  </a:r>
                  <a:endParaRPr sz="800" dirty="0">
                    <a:solidFill>
                      <a:srgbClr val="445064"/>
                    </a:solidFill>
                    <a:latin typeface="+mn-ea"/>
                  </a:endParaRPr>
                </a:p>
              </p:txBody>
            </p:sp>
            <p:sp>
              <p:nvSpPr>
                <p:cNvPr id="173" name="Rectangle 37"/>
                <p:cNvSpPr/>
                <p:nvPr/>
              </p:nvSpPr>
              <p:spPr>
                <a:xfrm>
                  <a:off x="2159000" y="901700"/>
                  <a:ext cx="698500" cy="127000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2209897" y="876304"/>
                  <a:ext cx="596705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800" dirty="0" err="1">
                      <a:solidFill>
                        <a:srgbClr val="445064"/>
                      </a:solidFill>
                      <a:latin typeface="+mn-ea"/>
                    </a:rPr>
                    <a:t>온라인방</a:t>
                  </a:r>
                  <a:endParaRPr sz="800" dirty="0">
                    <a:solidFill>
                      <a:srgbClr val="445064"/>
                    </a:solidFill>
                    <a:latin typeface="+mn-ea"/>
                  </a:endParaRPr>
                </a:p>
              </p:txBody>
            </p:sp>
            <p:sp>
              <p:nvSpPr>
                <p:cNvPr id="175" name="Rectangle 39"/>
                <p:cNvSpPr/>
                <p:nvPr/>
              </p:nvSpPr>
              <p:spPr>
                <a:xfrm>
                  <a:off x="2921000" y="901700"/>
                  <a:ext cx="698500" cy="127000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CCCC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>
                    <a:latin typeface="+mn-ea"/>
                  </a:endParaRP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3074779" y="878685"/>
                  <a:ext cx="39094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800" dirty="0" err="1">
                      <a:solidFill>
                        <a:srgbClr val="445064"/>
                      </a:solidFill>
                      <a:latin typeface="+mn-ea"/>
                    </a:rPr>
                    <a:t>외신</a:t>
                  </a:r>
                  <a:endParaRPr sz="800" dirty="0">
                    <a:solidFill>
                      <a:srgbClr val="445064"/>
                    </a:solidFill>
                    <a:latin typeface="+mn-ea"/>
                  </a:endParaRPr>
                </a:p>
              </p:txBody>
            </p:sp>
          </p:grpSp>
        </p:grpSp>
      </p:grpSp>
      <p:grpSp>
        <p:nvGrpSpPr>
          <p:cNvPr id="289" name="그룹 288"/>
          <p:cNvGrpSpPr/>
          <p:nvPr/>
        </p:nvGrpSpPr>
        <p:grpSpPr>
          <a:xfrm>
            <a:off x="5525783" y="2619058"/>
            <a:ext cx="1378785" cy="685800"/>
            <a:chOff x="5525783" y="2619058"/>
            <a:chExt cx="1378785" cy="685800"/>
          </a:xfrm>
        </p:grpSpPr>
        <p:sp>
          <p:nvSpPr>
            <p:cNvPr id="283" name="Rectangle 126"/>
            <p:cNvSpPr/>
            <p:nvPr/>
          </p:nvSpPr>
          <p:spPr>
            <a:xfrm>
              <a:off x="5525783" y="2619058"/>
              <a:ext cx="1378785" cy="685800"/>
            </a:xfrm>
            <a:prstGeom prst="rect">
              <a:avLst/>
            </a:prstGeom>
            <a:solidFill>
              <a:srgbClr val="E8F0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88" name="그룹 287"/>
            <p:cNvGrpSpPr/>
            <p:nvPr/>
          </p:nvGrpSpPr>
          <p:grpSpPr>
            <a:xfrm>
              <a:off x="5537212" y="2636286"/>
              <a:ext cx="1324800" cy="230832"/>
              <a:chOff x="4884142" y="7076925"/>
              <a:chExt cx="1324800" cy="230832"/>
            </a:xfrm>
          </p:grpSpPr>
          <p:sp>
            <p:nvSpPr>
              <p:cNvPr id="286" name="Rectangle 128"/>
              <p:cNvSpPr/>
              <p:nvPr/>
            </p:nvSpPr>
            <p:spPr>
              <a:xfrm>
                <a:off x="4927566" y="7106603"/>
                <a:ext cx="216280" cy="1270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4" name="TextBox 283"/>
              <p:cNvSpPr txBox="1"/>
              <p:nvPr/>
            </p:nvSpPr>
            <p:spPr>
              <a:xfrm>
                <a:off x="4884142" y="7076925"/>
                <a:ext cx="132480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dirty="0">
                    <a:solidFill>
                      <a:schemeClr val="bg1"/>
                    </a:solidFill>
                    <a:latin typeface="+mn-ea"/>
                  </a:rPr>
                  <a:t>18</a:t>
                </a:r>
              </a:p>
            </p:txBody>
          </p:sp>
        </p:grpSp>
      </p:grpSp>
      <p:grpSp>
        <p:nvGrpSpPr>
          <p:cNvPr id="132" name="그룹 131"/>
          <p:cNvGrpSpPr/>
          <p:nvPr/>
        </p:nvGrpSpPr>
        <p:grpSpPr>
          <a:xfrm>
            <a:off x="4214277" y="2944105"/>
            <a:ext cx="2286000" cy="918927"/>
            <a:chOff x="5080000" y="2717800"/>
            <a:chExt cx="2286000" cy="918927"/>
          </a:xfrm>
        </p:grpSpPr>
        <p:sp>
          <p:nvSpPr>
            <p:cNvPr id="133" name="Rectangle 145"/>
            <p:cNvSpPr/>
            <p:nvPr/>
          </p:nvSpPr>
          <p:spPr>
            <a:xfrm>
              <a:off x="5080000" y="2717800"/>
              <a:ext cx="2286000" cy="88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4" name="Rectangle 146"/>
            <p:cNvSpPr/>
            <p:nvPr/>
          </p:nvSpPr>
          <p:spPr>
            <a:xfrm>
              <a:off x="5080000" y="2717800"/>
              <a:ext cx="22860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5118100" y="2743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FFFFFF"/>
                  </a:solidFill>
                  <a:latin typeface="+mn-ea"/>
                </a:rPr>
                <a:t>일정 상세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5130800" y="2946400"/>
              <a:ext cx="4154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제목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638800" y="2946400"/>
              <a:ext cx="15888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자료요청: SNS 콘텐츠 마감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130800" y="3086100"/>
              <a:ext cx="4154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기관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5638800" y="3086100"/>
              <a:ext cx="110799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5130800" y="3225800"/>
              <a:ext cx="4154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현황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5638800" y="3225800"/>
              <a:ext cx="93487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CC0000"/>
                  </a:solidFill>
                  <a:latin typeface="+mn-ea"/>
                </a:rPr>
                <a:t>제출 3 / 전체 8</a:t>
              </a:r>
            </a:p>
          </p:txBody>
        </p:sp>
        <p:sp>
          <p:nvSpPr>
            <p:cNvPr id="142" name="Rectangle 154"/>
            <p:cNvSpPr/>
            <p:nvPr/>
          </p:nvSpPr>
          <p:spPr>
            <a:xfrm>
              <a:off x="5702965" y="3399545"/>
              <a:ext cx="1016000" cy="177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5814062" y="3405895"/>
              <a:ext cx="793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FFFFFF"/>
                  </a:solidFill>
                  <a:latin typeface="+mn-ea"/>
                </a:rPr>
                <a:t>바로가기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→</a:t>
              </a:r>
            </a:p>
          </p:txBody>
        </p:sp>
      </p:grpSp>
      <p:grpSp>
        <p:nvGrpSpPr>
          <p:cNvPr id="287" name="그룹 286"/>
          <p:cNvGrpSpPr/>
          <p:nvPr/>
        </p:nvGrpSpPr>
        <p:grpSpPr>
          <a:xfrm>
            <a:off x="1933151" y="566521"/>
            <a:ext cx="216000" cy="216000"/>
            <a:chOff x="3966029" y="6357600"/>
            <a:chExt cx="216000" cy="216000"/>
          </a:xfrm>
        </p:grpSpPr>
        <p:sp>
          <p:nvSpPr>
            <p:cNvPr id="29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92" name="그룹 291"/>
          <p:cNvGrpSpPr/>
          <p:nvPr/>
        </p:nvGrpSpPr>
        <p:grpSpPr>
          <a:xfrm>
            <a:off x="3010594" y="876200"/>
            <a:ext cx="216000" cy="216000"/>
            <a:chOff x="3966029" y="6357600"/>
            <a:chExt cx="216000" cy="216000"/>
          </a:xfrm>
        </p:grpSpPr>
        <p:sp>
          <p:nvSpPr>
            <p:cNvPr id="29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95" name="그룹 294"/>
          <p:cNvGrpSpPr/>
          <p:nvPr/>
        </p:nvGrpSpPr>
        <p:grpSpPr>
          <a:xfrm>
            <a:off x="140157" y="1048425"/>
            <a:ext cx="216000" cy="216000"/>
            <a:chOff x="3966029" y="6357600"/>
            <a:chExt cx="216000" cy="216000"/>
          </a:xfrm>
        </p:grpSpPr>
        <p:sp>
          <p:nvSpPr>
            <p:cNvPr id="29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98" name="그룹 297"/>
          <p:cNvGrpSpPr/>
          <p:nvPr/>
        </p:nvGrpSpPr>
        <p:grpSpPr>
          <a:xfrm>
            <a:off x="4053368" y="2937755"/>
            <a:ext cx="216000" cy="216000"/>
            <a:chOff x="3966029" y="6357600"/>
            <a:chExt cx="216000" cy="216000"/>
          </a:xfrm>
        </p:grpSpPr>
        <p:sp>
          <p:nvSpPr>
            <p:cNvPr id="299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01" name="그룹 300"/>
          <p:cNvGrpSpPr/>
          <p:nvPr/>
        </p:nvGrpSpPr>
        <p:grpSpPr>
          <a:xfrm>
            <a:off x="447560" y="4609312"/>
            <a:ext cx="216000" cy="216000"/>
            <a:chOff x="3966029" y="6357600"/>
            <a:chExt cx="216000" cy="216000"/>
          </a:xfrm>
        </p:grpSpPr>
        <p:sp>
          <p:nvSpPr>
            <p:cNvPr id="302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04" name="그룹 303"/>
          <p:cNvGrpSpPr/>
          <p:nvPr/>
        </p:nvGrpSpPr>
        <p:grpSpPr>
          <a:xfrm>
            <a:off x="8835438" y="492350"/>
            <a:ext cx="216000" cy="216000"/>
            <a:chOff x="3966029" y="6357600"/>
            <a:chExt cx="216000" cy="216000"/>
          </a:xfrm>
        </p:grpSpPr>
        <p:sp>
          <p:nvSpPr>
            <p:cNvPr id="305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07" name="Rectangle 306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34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2E16691-E9F3-124F-4094-F0FB94CBF5F3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CECAFC2-D872-76C6-D4F4-8E21AFD18815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8CB3CF3-D984-8667-23FB-E7A44AC0D33A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EC34C03-82CC-475E-332E-46359A0F6090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DE4FFAE-95F0-1A72-5EC8-416E2D0605AF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F095087-8130-36C1-4AD9-29920C746894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8718F24-C78C-3C44-B9E4-BE3393415724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9CE2DCF-0733-4C77-865E-5B4DF4691B61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CE9C73C-6D65-B7EF-EEFC-9F5779EBF081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674749A-8B7D-17A3-3A2F-5FCA0644158B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E4126BA-987A-4618-59D4-D74CA8B61372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00042D53-080A-E083-8E32-D2C9094C5A6A}"/>
              </a:ext>
            </a:extLst>
          </p:cNvPr>
          <p:cNvGrpSpPr/>
          <p:nvPr/>
        </p:nvGrpSpPr>
        <p:grpSpPr>
          <a:xfrm>
            <a:off x="0" y="7773480"/>
            <a:ext cx="12220541" cy="1574800"/>
            <a:chOff x="-28541" y="5030280"/>
            <a:chExt cx="12220541" cy="1574800"/>
          </a:xfrm>
        </p:grpSpPr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0C5418F7-CBA7-4F70-645C-AFAF2FAF2135}"/>
                </a:ext>
              </a:extLst>
            </p:cNvPr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326" name="Rectangle 215">
                <a:extLst>
                  <a:ext uri="{FF2B5EF4-FFF2-40B4-BE49-F238E27FC236}">
                    <a16:creationId xmlns:a16="http://schemas.microsoft.com/office/drawing/2014/main" id="{DB3D1DFE-7042-85A8-20EF-39D046CB30E4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7" name="Rectangle 216">
                <a:extLst>
                  <a:ext uri="{FF2B5EF4-FFF2-40B4-BE49-F238E27FC236}">
                    <a16:creationId xmlns:a16="http://schemas.microsoft.com/office/drawing/2014/main" id="{FBDB78D0-2A39-D610-19B4-89C3E2717166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25468878-5DDD-66E8-2207-C8ADE6B76067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29" name="Rectangle 218">
                <a:extLst>
                  <a:ext uri="{FF2B5EF4-FFF2-40B4-BE49-F238E27FC236}">
                    <a16:creationId xmlns:a16="http://schemas.microsoft.com/office/drawing/2014/main" id="{99366181-A5D2-9F10-3A04-1161F835DF1F}"/>
                  </a:ext>
                </a:extLst>
              </p:cNvPr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7DC7F68B-DD4E-C287-D836-139CA39245FA}"/>
                  </a:ext>
                </a:extLst>
              </p:cNvPr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331" name="Rectangle 220">
                <a:extLst>
                  <a:ext uri="{FF2B5EF4-FFF2-40B4-BE49-F238E27FC236}">
                    <a16:creationId xmlns:a16="http://schemas.microsoft.com/office/drawing/2014/main" id="{F0ED9A1D-DD8B-1988-719E-83DB90B33501}"/>
                  </a:ext>
                </a:extLst>
              </p:cNvPr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221140A8-BF28-BAA3-56B8-B8FEA4DA074C}"/>
                  </a:ext>
                </a:extLst>
              </p:cNvPr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333" name="Rectangle 222">
                <a:extLst>
                  <a:ext uri="{FF2B5EF4-FFF2-40B4-BE49-F238E27FC236}">
                    <a16:creationId xmlns:a16="http://schemas.microsoft.com/office/drawing/2014/main" id="{91559213-1821-FAA2-31B4-17C600A808B5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563D32B9-8E91-2E35-2DCC-BDCB918205C5}"/>
                  </a:ext>
                </a:extLst>
              </p:cNvPr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335" name="Rectangle 224">
                <a:extLst>
                  <a:ext uri="{FF2B5EF4-FFF2-40B4-BE49-F238E27FC236}">
                    <a16:creationId xmlns:a16="http://schemas.microsoft.com/office/drawing/2014/main" id="{7D620156-D283-459F-9B5E-BC358B5B2FAA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6" name="Rectangle 226">
                <a:extLst>
                  <a:ext uri="{FF2B5EF4-FFF2-40B4-BE49-F238E27FC236}">
                    <a16:creationId xmlns:a16="http://schemas.microsoft.com/office/drawing/2014/main" id="{8CC03194-5466-FE43-AADD-787E1AD70056}"/>
                  </a:ext>
                </a:extLst>
              </p:cNvPr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7" name="Rectangle 228">
                <a:extLst>
                  <a:ext uri="{FF2B5EF4-FFF2-40B4-BE49-F238E27FC236}">
                    <a16:creationId xmlns:a16="http://schemas.microsoft.com/office/drawing/2014/main" id="{CD949B8F-1EDE-0202-CB9F-858E75DD8B6E}"/>
                  </a:ext>
                </a:extLst>
              </p:cNvPr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8" name="Rectangle 230">
                <a:extLst>
                  <a:ext uri="{FF2B5EF4-FFF2-40B4-BE49-F238E27FC236}">
                    <a16:creationId xmlns:a16="http://schemas.microsoft.com/office/drawing/2014/main" id="{3B27B522-284B-8944-9097-073707CDBC71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9" name="Rectangle 232">
                <a:extLst>
                  <a:ext uri="{FF2B5EF4-FFF2-40B4-BE49-F238E27FC236}">
                    <a16:creationId xmlns:a16="http://schemas.microsoft.com/office/drawing/2014/main" id="{EDB9B005-338B-2FA3-1CC9-74FCA2D362E8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0" name="Rectangle 234">
                <a:extLst>
                  <a:ext uri="{FF2B5EF4-FFF2-40B4-BE49-F238E27FC236}">
                    <a16:creationId xmlns:a16="http://schemas.microsoft.com/office/drawing/2014/main" id="{354CF1C6-1ABF-C5C6-A88A-CF55691BD2AC}"/>
                  </a:ext>
                </a:extLst>
              </p:cNvPr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1" name="Rectangle 236">
                <a:extLst>
                  <a:ext uri="{FF2B5EF4-FFF2-40B4-BE49-F238E27FC236}">
                    <a16:creationId xmlns:a16="http://schemas.microsoft.com/office/drawing/2014/main" id="{FE4D90BD-C3FC-FE88-9F2F-A0C9F4AF803D}"/>
                  </a:ext>
                </a:extLst>
              </p:cNvPr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2" name="Rectangle 238">
                <a:extLst>
                  <a:ext uri="{FF2B5EF4-FFF2-40B4-BE49-F238E27FC236}">
                    <a16:creationId xmlns:a16="http://schemas.microsoft.com/office/drawing/2014/main" id="{29FC2CA2-D3D6-5C35-5899-5F5AF274ACE0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3" name="Rectangle 240">
                <a:extLst>
                  <a:ext uri="{FF2B5EF4-FFF2-40B4-BE49-F238E27FC236}">
                    <a16:creationId xmlns:a16="http://schemas.microsoft.com/office/drawing/2014/main" id="{749E9608-5F2C-AFAF-BEC5-898552C97033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4" name="Rectangle 242">
                <a:extLst>
                  <a:ext uri="{FF2B5EF4-FFF2-40B4-BE49-F238E27FC236}">
                    <a16:creationId xmlns:a16="http://schemas.microsoft.com/office/drawing/2014/main" id="{CDC3D6E9-B2C2-349D-B403-A3D45D88DACE}"/>
                  </a:ext>
                </a:extLst>
              </p:cNvPr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5" name="Rectangle 244">
                <a:extLst>
                  <a:ext uri="{FF2B5EF4-FFF2-40B4-BE49-F238E27FC236}">
                    <a16:creationId xmlns:a16="http://schemas.microsoft.com/office/drawing/2014/main" id="{BF847D09-F702-5021-8348-F38A3B27D79C}"/>
                  </a:ext>
                </a:extLst>
              </p:cNvPr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6" name="Rectangle 246">
                <a:extLst>
                  <a:ext uri="{FF2B5EF4-FFF2-40B4-BE49-F238E27FC236}">
                    <a16:creationId xmlns:a16="http://schemas.microsoft.com/office/drawing/2014/main" id="{64A4C464-1A58-E955-4695-55B3EBF96F94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7" name="Rectangle 248">
                <a:extLst>
                  <a:ext uri="{FF2B5EF4-FFF2-40B4-BE49-F238E27FC236}">
                    <a16:creationId xmlns:a16="http://schemas.microsoft.com/office/drawing/2014/main" id="{0961F2B4-508E-4ED0-53DE-6D66B025BC67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8" name="Rectangle 250">
                <a:extLst>
                  <a:ext uri="{FF2B5EF4-FFF2-40B4-BE49-F238E27FC236}">
                    <a16:creationId xmlns:a16="http://schemas.microsoft.com/office/drawing/2014/main" id="{1C0D0D62-6A55-4FEE-8A36-3963C6406305}"/>
                  </a:ext>
                </a:extLst>
              </p:cNvPr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49" name="Rectangle 252">
                <a:extLst>
                  <a:ext uri="{FF2B5EF4-FFF2-40B4-BE49-F238E27FC236}">
                    <a16:creationId xmlns:a16="http://schemas.microsoft.com/office/drawing/2014/main" id="{D9B0EEE6-82E1-420F-D3EE-E67F0FDDBB6C}"/>
                  </a:ext>
                </a:extLst>
              </p:cNvPr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0" name="Rectangle 254">
                <a:extLst>
                  <a:ext uri="{FF2B5EF4-FFF2-40B4-BE49-F238E27FC236}">
                    <a16:creationId xmlns:a16="http://schemas.microsoft.com/office/drawing/2014/main" id="{AC0227FF-59D9-8218-5F13-746A1654ED93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1" name="Rectangle 256">
                <a:extLst>
                  <a:ext uri="{FF2B5EF4-FFF2-40B4-BE49-F238E27FC236}">
                    <a16:creationId xmlns:a16="http://schemas.microsoft.com/office/drawing/2014/main" id="{4BC8FF33-B914-D316-3DED-A32C37B2BDC7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2" name="Rectangle 258">
                <a:extLst>
                  <a:ext uri="{FF2B5EF4-FFF2-40B4-BE49-F238E27FC236}">
                    <a16:creationId xmlns:a16="http://schemas.microsoft.com/office/drawing/2014/main" id="{0DBE0FF1-7DDE-2F6A-45D1-5949A421348A}"/>
                  </a:ext>
                </a:extLst>
              </p:cNvPr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3" name="Rectangle 260">
                <a:extLst>
                  <a:ext uri="{FF2B5EF4-FFF2-40B4-BE49-F238E27FC236}">
                    <a16:creationId xmlns:a16="http://schemas.microsoft.com/office/drawing/2014/main" id="{BD20CA61-E79A-3758-4B70-A7AC76910C27}"/>
                  </a:ext>
                </a:extLst>
              </p:cNvPr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4" name="Rectangle 262">
                <a:extLst>
                  <a:ext uri="{FF2B5EF4-FFF2-40B4-BE49-F238E27FC236}">
                    <a16:creationId xmlns:a16="http://schemas.microsoft.com/office/drawing/2014/main" id="{72E4966D-B2A8-A57A-BDEF-5224B2C9F8B8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5" name="Rectangle 264">
                <a:extLst>
                  <a:ext uri="{FF2B5EF4-FFF2-40B4-BE49-F238E27FC236}">
                    <a16:creationId xmlns:a16="http://schemas.microsoft.com/office/drawing/2014/main" id="{D7A8D45B-703D-AD6E-B5BA-D5C8DBBCFB78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6" name="Rectangle 266">
                <a:extLst>
                  <a:ext uri="{FF2B5EF4-FFF2-40B4-BE49-F238E27FC236}">
                    <a16:creationId xmlns:a16="http://schemas.microsoft.com/office/drawing/2014/main" id="{E7B33DB0-E488-0687-B594-AFA56FBD7E7A}"/>
                  </a:ext>
                </a:extLst>
              </p:cNvPr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7" name="Rectangle 268">
                <a:extLst>
                  <a:ext uri="{FF2B5EF4-FFF2-40B4-BE49-F238E27FC236}">
                    <a16:creationId xmlns:a16="http://schemas.microsoft.com/office/drawing/2014/main" id="{969C0847-A8C0-1DA2-C864-8F0D584E5A90}"/>
                  </a:ext>
                </a:extLst>
              </p:cNvPr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58" name="Rectangle 270">
                <a:extLst>
                  <a:ext uri="{FF2B5EF4-FFF2-40B4-BE49-F238E27FC236}">
                    <a16:creationId xmlns:a16="http://schemas.microsoft.com/office/drawing/2014/main" id="{BAEC2095-7433-E187-F062-1F87C01A03C4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EBFC5210-AC6D-C67F-6A77-525D7758CBD4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8827440" cy="1295409"/>
                <a:chOff x="635723" y="5227320"/>
                <a:chExt cx="8827440" cy="1295409"/>
              </a:xfrm>
            </p:grpSpPr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7BC91EF6-E330-BF9B-F463-0C36088CF493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1C87F7BE-41CE-9788-2EB3-E68D6183DB81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345729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필터 탭 클릭 — 해당 채널의 공지사항만 필터링하여 목록 표시</a:t>
                  </a:r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9BE95D65-7B48-F6F7-722D-B509D1A36ABB}"/>
                    </a:ext>
                  </a:extLst>
                </p:cNvPr>
                <p:cNvSpPr txBox="1"/>
                <p:nvPr/>
              </p:nvSpPr>
              <p:spPr>
                <a:xfrm>
                  <a:off x="6799339" y="5275897"/>
                  <a:ext cx="90472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탭 클릭 (Click)</a:t>
                  </a:r>
                </a:p>
              </p:txBody>
            </p:sp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5A714543-0AB2-97E5-6E67-BD308C308700}"/>
                    </a:ext>
                  </a:extLst>
                </p:cNvPr>
                <p:cNvSpPr txBox="1"/>
                <p:nvPr/>
              </p:nvSpPr>
              <p:spPr>
                <a:xfrm>
                  <a:off x="7842250" y="5275897"/>
                  <a:ext cx="114957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활성</a:t>
                  </a:r>
                  <a:r>
                    <a:rPr sz="900" dirty="0">
                      <a:latin typeface="+mn-ea"/>
                    </a:rPr>
                    <a:t> 탭 </a:t>
                  </a:r>
                  <a:r>
                    <a:rPr sz="900" dirty="0" err="1">
                      <a:latin typeface="+mn-ea"/>
                    </a:rPr>
                    <a:t>스타일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변경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FD179016-3A06-D4CF-EF96-E8DA2AB1C994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43601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분류·기간 드롭박스 + 키워드 입력 후 [검색] — 전문 검색(제목·내용·작성자) 결과 표시</a:t>
                  </a:r>
                </a:p>
              </p:txBody>
            </p:sp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AC6FA667-2E96-A775-446F-CE707082E001}"/>
                    </a:ext>
                  </a:extLst>
                </p:cNvPr>
                <p:cNvSpPr txBox="1"/>
                <p:nvPr/>
              </p:nvSpPr>
              <p:spPr>
                <a:xfrm>
                  <a:off x="6744246" y="54790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34EF6455-C2AD-CFBF-7D0B-7B4F3A129B50}"/>
                    </a:ext>
                  </a:extLst>
                </p:cNvPr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빈 검색 시 전체 목록 반환</a:t>
                  </a:r>
                </a:p>
              </p:txBody>
            </p:sp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15157EE9-4D26-2D16-7BE4-16369E68B60F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40479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공지 고정 행 — [공지] 태그 + 배경색으로 일반 게시물과 구분, 목록 최상단 고정</a:t>
                  </a: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72627082-6679-A6E4-D029-A31464E755E7}"/>
                    </a:ext>
                  </a:extLst>
                </p:cNvPr>
                <p:cNvSpPr txBox="1"/>
                <p:nvPr/>
              </p:nvSpPr>
              <p:spPr>
                <a:xfrm>
                  <a:off x="6808520" y="56822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FB7B7317-156D-C9BA-E14C-EA3CF5DEF6BC}"/>
                    </a:ext>
                  </a:extLst>
                </p:cNvPr>
                <p:cNvSpPr txBox="1"/>
                <p:nvPr/>
              </p:nvSpPr>
              <p:spPr>
                <a:xfrm>
                  <a:off x="7842250" y="5682297"/>
                  <a:ext cx="162091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고정 해제는 관리자 전용 기능</a:t>
                  </a: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473C003F-01CF-E7C5-3E45-E016299B5B6E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391027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뱃지 — 행별 채널(대변인방·온라인방·외신·전체) 색상 코드로 시각 구분</a:t>
                  </a:r>
                </a:p>
              </p:txBody>
            </p:sp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6600EA4F-38BE-CBC7-7A70-DD7924316679}"/>
                    </a:ext>
                  </a:extLst>
                </p:cNvPr>
                <p:cNvSpPr txBox="1"/>
                <p:nvPr/>
              </p:nvSpPr>
              <p:spPr>
                <a:xfrm>
                  <a:off x="6808519" y="58854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C029BA34-1007-27CA-DB34-E42EDC076C06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154133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전체 채널 필터 시 항상 노출</a:t>
                  </a:r>
                </a:p>
              </p:txBody>
            </p:sp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D68D2E7-BAB9-5886-B7F1-AD29DB196BBC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30838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제목 클릭 → 공지사항 상세 보기 화면(SCR-NEW-103) 이동</a:t>
                  </a:r>
                </a:p>
              </p:txBody>
            </p:sp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F7A885C5-42CD-2D0C-02DC-0670DCE15A1B}"/>
                    </a:ext>
                  </a:extLst>
                </p:cNvPr>
                <p:cNvSpPr txBox="1"/>
                <p:nvPr/>
              </p:nvSpPr>
              <p:spPr>
                <a:xfrm>
                  <a:off x="6762610" y="6088697"/>
                  <a:ext cx="9781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링크 클릭 (Link)</a:t>
                  </a:r>
                </a:p>
              </p:txBody>
            </p:sp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BE377479-CD42-5FB1-B225-51467EA064D2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139442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현재 탭 이동 (새 탭 아님)</a:t>
                  </a:r>
                </a:p>
              </p:txBody>
            </p:sp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F6214FC4-9256-3A8F-715C-92E5A60B3514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9247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페이지네이션 클릭 — 해당 페이지의 공지사항 목록 로드</a:t>
                  </a:r>
                </a:p>
              </p:txBody>
            </p:sp>
            <p:sp>
              <p:nvSpPr>
                <p:cNvPr id="377" name="TextBox 376">
                  <a:extLst>
                    <a:ext uri="{FF2B5EF4-FFF2-40B4-BE49-F238E27FC236}">
                      <a16:creationId xmlns:a16="http://schemas.microsoft.com/office/drawing/2014/main" id="{BC3FBB7F-D2F8-C44A-5BF1-15ECCC37B00D}"/>
                    </a:ext>
                  </a:extLst>
                </p:cNvPr>
                <p:cNvSpPr txBox="1"/>
                <p:nvPr/>
              </p:nvSpPr>
              <p:spPr>
                <a:xfrm>
                  <a:off x="6744247" y="62918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48B77C06-05CC-48E3-40D7-4D0BD045FD28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기본</a:t>
                  </a:r>
                  <a:r>
                    <a:rPr sz="900" dirty="0">
                      <a:latin typeface="+mn-ea"/>
                    </a:rPr>
                    <a:t> 10건/</a:t>
                  </a:r>
                  <a:r>
                    <a:rPr sz="900" dirty="0" err="1">
                      <a:latin typeface="+mn-ea"/>
                    </a:rPr>
                    <a:t>페이지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259" name="그룹 258">
              <a:extLst>
                <a:ext uri="{FF2B5EF4-FFF2-40B4-BE49-F238E27FC236}">
                  <a16:creationId xmlns:a16="http://schemas.microsoft.com/office/drawing/2014/main" id="{8BE210A1-8742-DF92-F843-3316DED2A1C2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274" name="그룹 273">
                <a:extLst>
                  <a:ext uri="{FF2B5EF4-FFF2-40B4-BE49-F238E27FC236}">
                    <a16:creationId xmlns:a16="http://schemas.microsoft.com/office/drawing/2014/main" id="{70D25C08-552F-5531-6B14-01CE54A4B107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324" name="Oval 468">
                  <a:extLst>
                    <a:ext uri="{FF2B5EF4-FFF2-40B4-BE49-F238E27FC236}">
                      <a16:creationId xmlns:a16="http://schemas.microsoft.com/office/drawing/2014/main" id="{42EA14A7-6B34-7613-A73A-EAE0E02E3940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174D2442-7DD4-024E-C9D8-CC4D24D977E7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309" name="그룹 308">
                <a:extLst>
                  <a:ext uri="{FF2B5EF4-FFF2-40B4-BE49-F238E27FC236}">
                    <a16:creationId xmlns:a16="http://schemas.microsoft.com/office/drawing/2014/main" id="{5684B1CC-29C5-752F-E03F-DE10098BD96B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322" name="Oval 474">
                  <a:extLst>
                    <a:ext uri="{FF2B5EF4-FFF2-40B4-BE49-F238E27FC236}">
                      <a16:creationId xmlns:a16="http://schemas.microsoft.com/office/drawing/2014/main" id="{547F7325-BE7B-A4D9-7D2E-30D4BA2E41CD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8C97252D-5120-7347-43A7-1C9535ABED82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310" name="그룹 309">
                <a:extLst>
                  <a:ext uri="{FF2B5EF4-FFF2-40B4-BE49-F238E27FC236}">
                    <a16:creationId xmlns:a16="http://schemas.microsoft.com/office/drawing/2014/main" id="{F3385108-6F54-CD0C-9740-16E5D5192CD4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320" name="Oval 480">
                  <a:extLst>
                    <a:ext uri="{FF2B5EF4-FFF2-40B4-BE49-F238E27FC236}">
                      <a16:creationId xmlns:a16="http://schemas.microsoft.com/office/drawing/2014/main" id="{5D4EAEE0-21F5-1429-9DD5-95615C6B682B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90D27096-F8F0-AAD6-0AB9-3C5912D968B4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311" name="그룹 310">
                <a:extLst>
                  <a:ext uri="{FF2B5EF4-FFF2-40B4-BE49-F238E27FC236}">
                    <a16:creationId xmlns:a16="http://schemas.microsoft.com/office/drawing/2014/main" id="{29A9BB41-C4C8-A228-81AF-C9C7BDBCBC3C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318" name="Oval 486">
                  <a:extLst>
                    <a:ext uri="{FF2B5EF4-FFF2-40B4-BE49-F238E27FC236}">
                      <a16:creationId xmlns:a16="http://schemas.microsoft.com/office/drawing/2014/main" id="{0C80EECD-69A5-01B8-AEBD-B6E6DD14E959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165D9EFE-6047-82B4-3772-3DCAEEC794D5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312" name="그룹 311">
                <a:extLst>
                  <a:ext uri="{FF2B5EF4-FFF2-40B4-BE49-F238E27FC236}">
                    <a16:creationId xmlns:a16="http://schemas.microsoft.com/office/drawing/2014/main" id="{C2C4E069-BDD8-C3E0-9602-A69DC43101B2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316" name="Oval 492">
                  <a:extLst>
                    <a:ext uri="{FF2B5EF4-FFF2-40B4-BE49-F238E27FC236}">
                      <a16:creationId xmlns:a16="http://schemas.microsoft.com/office/drawing/2014/main" id="{FAD28A60-3AD0-9F7A-66E3-EBAE960ABF44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0F351BB6-876F-A4E0-6313-E0C9D22A3D9E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313" name="그룹 312">
                <a:extLst>
                  <a:ext uri="{FF2B5EF4-FFF2-40B4-BE49-F238E27FC236}">
                    <a16:creationId xmlns:a16="http://schemas.microsoft.com/office/drawing/2014/main" id="{3A059740-1088-3D21-D178-9DB6D44A1A53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314" name="Oval 492">
                  <a:extLst>
                    <a:ext uri="{FF2B5EF4-FFF2-40B4-BE49-F238E27FC236}">
                      <a16:creationId xmlns:a16="http://schemas.microsoft.com/office/drawing/2014/main" id="{18A3B486-6495-7FE2-1287-4D0E9DE95D7D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id="{16775458-7A34-736D-AC2D-FEBDC2E619AC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34569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업무캘린더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10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주간 필터 삭제 · 월 선택 시 해당 월 리스트 화면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552459" cy="540000"/>
          </a:xfrm>
          <a:prstGeom prst="rect">
            <a:avLst/>
          </a:prstGeom>
          <a:solidFill>
            <a:srgbClr val="FBEE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54000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전 (AS-IS)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B5341F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주간 단위 필터 중심 → 주간 이동 부담, 월 단위 파악 어려움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059" y="1152000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2E4470"/>
                </a:solidFill>
                <a:latin typeface="Noto Sans K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059" y="972000"/>
            <a:ext cx="5552459" cy="540000"/>
          </a:xfrm>
          <a:prstGeom prst="rect">
            <a:avLst/>
          </a:prstGeom>
          <a:solidFill>
            <a:srgbClr val="EAF3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0059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0059" y="972000"/>
            <a:ext cx="43200" cy="5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405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후 (TO-BE)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2059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주간 필터 삭제, 목록 필터에서 ‘월’ 선택 시 해당 월 일정 리스트 화면 제공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00" y="1692000"/>
            <a:ext cx="11680919" cy="72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5600" y="1692000"/>
            <a:ext cx="1168091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5600" y="1692000"/>
            <a:ext cx="43200" cy="72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9" y="1692000"/>
            <a:ext cx="1146491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0" y="20340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기본값: 현재 월 / 월 선택 시 해당 월의 일정 목록 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600" y="22356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캘린더 뷰 ↔ 월 리스트 뷰 전환 제공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AD89-CBA9-EBE5-1FAF-417E4739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93391B-F010-FBBF-A738-3862DFC75651}"/>
              </a:ext>
            </a:extLst>
          </p:cNvPr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8662F3-75FF-11F2-AA7C-90342C32A962}"/>
              </a:ext>
            </a:extLst>
          </p:cNvPr>
          <p:cNvSpPr/>
          <p:nvPr/>
        </p:nvSpPr>
        <p:spPr>
          <a:xfrm>
            <a:off x="1588" y="0"/>
            <a:ext cx="76180" cy="6858000"/>
          </a:xfrm>
          <a:prstGeom prst="rect">
            <a:avLst/>
          </a:prstGeom>
          <a:solidFill>
            <a:srgbClr val="2E447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BC647-94F6-B06E-0A0B-77993528E8BB}"/>
              </a:ext>
            </a:extLst>
          </p:cNvPr>
          <p:cNvSpPr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FF191-D82C-E1A9-3B60-7D0CF60D5102}"/>
              </a:ext>
            </a:extLst>
          </p:cNvPr>
          <p:cNvSpPr txBox="1"/>
          <p:nvPr/>
        </p:nvSpPr>
        <p:spPr>
          <a:xfrm>
            <a:off x="509462" y="2031493"/>
            <a:ext cx="698325" cy="698325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+mn-ea"/>
              </a:rPr>
              <a:t>6</a:t>
            </a:r>
            <a:endParaRPr sz="3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B5FF8-465E-4CFA-C57B-9E18DD7F63D3}"/>
              </a:ext>
            </a:extLst>
          </p:cNvPr>
          <p:cNvSpPr txBox="1"/>
          <p:nvPr/>
        </p:nvSpPr>
        <p:spPr>
          <a:xfrm>
            <a:off x="1398239" y="2085415"/>
            <a:ext cx="94348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별책 </a:t>
            </a:r>
            <a:r>
              <a:rPr lang="en-US" altLang="ko-KR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– </a:t>
            </a:r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화면 및 컴포넌트 개선안</a:t>
            </a:r>
            <a:r>
              <a:rPr lang="en-US" altLang="ko-KR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(UI</a:t>
            </a:r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개선</a:t>
            </a:r>
            <a:r>
              <a:rPr lang="en-US" altLang="ko-KR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  <a:endParaRPr sz="40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6FDA1-90EB-522A-44CE-CF9A8688A54F}"/>
              </a:ext>
            </a:extLst>
          </p:cNvPr>
          <p:cNvSpPr txBox="1"/>
          <p:nvPr/>
        </p:nvSpPr>
        <p:spPr>
          <a:xfrm>
            <a:off x="1398239" y="2793301"/>
            <a:ext cx="698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Schedule &amp; Expected Outcomes</a:t>
            </a:r>
          </a:p>
          <a:p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3EFE3-3FE3-3001-82F1-26018D11B743}"/>
              </a:ext>
            </a:extLst>
          </p:cNvPr>
          <p:cNvSpPr/>
          <p:nvPr/>
        </p:nvSpPr>
        <p:spPr>
          <a:xfrm>
            <a:off x="1398239" y="3174206"/>
            <a:ext cx="5713571" cy="12696"/>
          </a:xfrm>
          <a:prstGeom prst="rect">
            <a:avLst/>
          </a:prstGeom>
          <a:solidFill>
            <a:srgbClr val="446699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35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692976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7038" y="-7210"/>
            <a:ext cx="12199038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-28541" y="5011746"/>
            <a:ext cx="12220541" cy="1574800"/>
            <a:chOff x="525572" y="5016500"/>
            <a:chExt cx="11666428" cy="1574800"/>
          </a:xfrm>
        </p:grpSpPr>
        <p:sp>
          <p:nvSpPr>
            <p:cNvPr id="25" name="Rectangle 215"/>
            <p:cNvSpPr/>
            <p:nvPr/>
          </p:nvSpPr>
          <p:spPr>
            <a:xfrm>
              <a:off x="546100" y="5016500"/>
              <a:ext cx="11645900" cy="157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" name="Rectangle 216"/>
            <p:cNvSpPr/>
            <p:nvPr/>
          </p:nvSpPr>
          <p:spPr>
            <a:xfrm>
              <a:off x="546100" y="5016500"/>
              <a:ext cx="3556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5572" y="5031105"/>
              <a:ext cx="3966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번호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8" name="Rectangle 218"/>
            <p:cNvSpPr/>
            <p:nvPr/>
          </p:nvSpPr>
          <p:spPr>
            <a:xfrm>
              <a:off x="901700" y="5016500"/>
              <a:ext cx="57785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562016" y="503110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설  명</a:t>
              </a:r>
            </a:p>
          </p:txBody>
        </p:sp>
        <p:sp>
          <p:nvSpPr>
            <p:cNvPr id="30" name="Rectangle 220"/>
            <p:cNvSpPr/>
            <p:nvPr/>
          </p:nvSpPr>
          <p:spPr>
            <a:xfrm>
              <a:off x="6680200" y="5016500"/>
              <a:ext cx="11430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72793" y="5031105"/>
              <a:ext cx="757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이벤트 타입</a:t>
              </a:r>
            </a:p>
          </p:txBody>
        </p:sp>
        <p:sp>
          <p:nvSpPr>
            <p:cNvPr id="32" name="Rectangle 222"/>
            <p:cNvSpPr/>
            <p:nvPr/>
          </p:nvSpPr>
          <p:spPr>
            <a:xfrm>
              <a:off x="7823200" y="5016500"/>
              <a:ext cx="43688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778665" y="503110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비  고</a:t>
              </a:r>
            </a:p>
          </p:txBody>
        </p:sp>
        <p:sp>
          <p:nvSpPr>
            <p:cNvPr id="34" name="Rectangle 224"/>
            <p:cNvSpPr/>
            <p:nvPr/>
          </p:nvSpPr>
          <p:spPr>
            <a:xfrm>
              <a:off x="546100" y="5219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" name="Rectangle 226"/>
            <p:cNvSpPr/>
            <p:nvPr/>
          </p:nvSpPr>
          <p:spPr>
            <a:xfrm>
              <a:off x="901700" y="5219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" name="Rectangle 228"/>
            <p:cNvSpPr/>
            <p:nvPr/>
          </p:nvSpPr>
          <p:spPr>
            <a:xfrm>
              <a:off x="6680200" y="5219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" name="Rectangle 230"/>
            <p:cNvSpPr/>
            <p:nvPr/>
          </p:nvSpPr>
          <p:spPr>
            <a:xfrm>
              <a:off x="7823200" y="5219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" name="Rectangle 232"/>
            <p:cNvSpPr/>
            <p:nvPr/>
          </p:nvSpPr>
          <p:spPr>
            <a:xfrm>
              <a:off x="546100" y="54229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" name="Rectangle 234"/>
            <p:cNvSpPr/>
            <p:nvPr/>
          </p:nvSpPr>
          <p:spPr>
            <a:xfrm>
              <a:off x="901700" y="54229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" name="Rectangle 236"/>
            <p:cNvSpPr/>
            <p:nvPr/>
          </p:nvSpPr>
          <p:spPr>
            <a:xfrm>
              <a:off x="6680200" y="54229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1" name="Rectangle 238"/>
            <p:cNvSpPr/>
            <p:nvPr/>
          </p:nvSpPr>
          <p:spPr>
            <a:xfrm>
              <a:off x="7823200" y="54229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" name="Rectangle 240"/>
            <p:cNvSpPr/>
            <p:nvPr/>
          </p:nvSpPr>
          <p:spPr>
            <a:xfrm>
              <a:off x="546100" y="56261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3" name="Rectangle 242"/>
            <p:cNvSpPr/>
            <p:nvPr/>
          </p:nvSpPr>
          <p:spPr>
            <a:xfrm>
              <a:off x="901700" y="56261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244"/>
            <p:cNvSpPr/>
            <p:nvPr/>
          </p:nvSpPr>
          <p:spPr>
            <a:xfrm>
              <a:off x="6680200" y="56261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" name="Rectangle 246"/>
            <p:cNvSpPr/>
            <p:nvPr/>
          </p:nvSpPr>
          <p:spPr>
            <a:xfrm>
              <a:off x="7823200" y="56261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" name="Rectangle 248"/>
            <p:cNvSpPr/>
            <p:nvPr/>
          </p:nvSpPr>
          <p:spPr>
            <a:xfrm>
              <a:off x="546100" y="58293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7" name="Rectangle 250"/>
            <p:cNvSpPr/>
            <p:nvPr/>
          </p:nvSpPr>
          <p:spPr>
            <a:xfrm>
              <a:off x="901700" y="58293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" name="Rectangle 252"/>
            <p:cNvSpPr/>
            <p:nvPr/>
          </p:nvSpPr>
          <p:spPr>
            <a:xfrm>
              <a:off x="6680200" y="58293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9" name="Rectangle 254"/>
            <p:cNvSpPr/>
            <p:nvPr/>
          </p:nvSpPr>
          <p:spPr>
            <a:xfrm>
              <a:off x="7823200" y="58293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" name="Rectangle 256"/>
            <p:cNvSpPr/>
            <p:nvPr/>
          </p:nvSpPr>
          <p:spPr>
            <a:xfrm>
              <a:off x="546100" y="60325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1" name="Rectangle 258"/>
            <p:cNvSpPr/>
            <p:nvPr/>
          </p:nvSpPr>
          <p:spPr>
            <a:xfrm>
              <a:off x="901700" y="60325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2" name="Rectangle 260"/>
            <p:cNvSpPr/>
            <p:nvPr/>
          </p:nvSpPr>
          <p:spPr>
            <a:xfrm>
              <a:off x="6680200" y="60325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3" name="Rectangle 262"/>
            <p:cNvSpPr/>
            <p:nvPr/>
          </p:nvSpPr>
          <p:spPr>
            <a:xfrm>
              <a:off x="7823200" y="60325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4" name="Rectangle 264"/>
            <p:cNvSpPr/>
            <p:nvPr/>
          </p:nvSpPr>
          <p:spPr>
            <a:xfrm>
              <a:off x="546100" y="6235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5" name="Rectangle 266"/>
            <p:cNvSpPr/>
            <p:nvPr/>
          </p:nvSpPr>
          <p:spPr>
            <a:xfrm>
              <a:off x="901700" y="6235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6" name="Rectangle 268"/>
            <p:cNvSpPr/>
            <p:nvPr/>
          </p:nvSpPr>
          <p:spPr>
            <a:xfrm>
              <a:off x="6680200" y="6235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7" name="Rectangle 270"/>
            <p:cNvSpPr/>
            <p:nvPr/>
          </p:nvSpPr>
          <p:spPr>
            <a:xfrm>
              <a:off x="7823200" y="6235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574541" y="5187950"/>
              <a:ext cx="298719" cy="449421"/>
              <a:chOff x="574541" y="5219700"/>
              <a:chExt cx="298719" cy="449421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574541" y="5219700"/>
                <a:ext cx="29871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dirty="0">
                    <a:latin typeface="+mn-ea"/>
                  </a:rPr>
                  <a:t>①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74541" y="5422900"/>
                <a:ext cx="29871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dirty="0">
                    <a:latin typeface="+mn-ea"/>
                  </a:rPr>
                  <a:t>②</a:t>
                </a:r>
              </a:p>
            </p:txBody>
          </p:sp>
        </p:grpSp>
      </p:grpSp>
      <p:sp>
        <p:nvSpPr>
          <p:cNvPr id="5" name="Rectangle 4"/>
          <p:cNvSpPr/>
          <p:nvPr/>
        </p:nvSpPr>
        <p:spPr>
          <a:xfrm>
            <a:off x="4633" y="-721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36475"/>
            <a:ext cx="2501900" cy="4375271"/>
            <a:chOff x="9690100" y="635000"/>
            <a:chExt cx="2501900" cy="4381500"/>
          </a:xfrm>
        </p:grpSpPr>
        <p:sp>
          <p:nvSpPr>
            <p:cNvPr id="15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779000" y="645629"/>
              <a:ext cx="861133" cy="246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79000" y="952500"/>
              <a:ext cx="562975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 ID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79000" y="1295400"/>
              <a:ext cx="530915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779000" y="1638300"/>
              <a:ext cx="678391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79000" y="1981200"/>
              <a:ext cx="678391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22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79000" y="2322029"/>
              <a:ext cx="909223" cy="23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사용 컴포넌트</a:t>
              </a:r>
            </a:p>
          </p:txBody>
        </p:sp>
        <p:sp>
          <p:nvSpPr>
            <p:cNvPr id="24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13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11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10" name="Rectangle 17"/>
          <p:cNvSpPr/>
          <p:nvPr/>
        </p:nvSpPr>
        <p:spPr>
          <a:xfrm>
            <a:off x="-7038" y="630246"/>
            <a:ext cx="9697138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0" y="358140"/>
            <a:ext cx="44704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</a:rPr>
              <a:t>매체협업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 &gt;  </a:t>
            </a:r>
            <a:r>
              <a:rPr lang="ko-KR" altLang="en-US" sz="1100" b="1" dirty="0">
                <a:solidFill>
                  <a:srgbClr val="FFFFFF"/>
                </a:solidFill>
                <a:latin typeface="+mn-ea"/>
              </a:rPr>
              <a:t>게재실적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382260" y="381000"/>
            <a:ext cx="1771640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AABBCC"/>
                </a:solidFill>
                <a:latin typeface="+mn-ea"/>
              </a:rPr>
              <a:t>홈  &gt;  </a:t>
            </a:r>
            <a:r>
              <a:rPr lang="ko-KR" altLang="en-US" sz="1000" dirty="0">
                <a:solidFill>
                  <a:srgbClr val="AABBCC"/>
                </a:solidFill>
                <a:latin typeface="+mn-ea"/>
              </a:rPr>
              <a:t>매체협업</a:t>
            </a:r>
            <a:r>
              <a:rPr sz="1000" dirty="0">
                <a:solidFill>
                  <a:srgbClr val="AABBCC"/>
                </a:solidFill>
                <a:latin typeface="+mn-ea"/>
              </a:rPr>
              <a:t>  &gt;  </a:t>
            </a:r>
            <a:r>
              <a:rPr lang="ko-KR" altLang="en-US" sz="1000" dirty="0">
                <a:solidFill>
                  <a:srgbClr val="AABBCC"/>
                </a:solidFill>
                <a:latin typeface="+mn-ea"/>
              </a:rPr>
              <a:t>게재실적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9779000" y="1092200"/>
            <a:ext cx="2324100" cy="1274921"/>
            <a:chOff x="9779000" y="1092200"/>
            <a:chExt cx="2324100" cy="1274921"/>
          </a:xfrm>
        </p:grpSpPr>
        <p:sp>
          <p:nvSpPr>
            <p:cNvPr id="80" name="TextBox 79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EW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6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매체협업 게재실적 목록화면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 (로그인)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매체협업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&gt; 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게재 실적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372" name="그룹 371"/>
          <p:cNvGrpSpPr/>
          <p:nvPr/>
        </p:nvGrpSpPr>
        <p:grpSpPr>
          <a:xfrm>
            <a:off x="-1" y="1307644"/>
            <a:ext cx="9649695" cy="2114146"/>
            <a:chOff x="216000" y="1458000"/>
            <a:chExt cx="9360000" cy="1814400"/>
          </a:xfrm>
        </p:grpSpPr>
        <p:sp>
          <p:nvSpPr>
            <p:cNvPr id="211" name="Rectangle 43"/>
            <p:cNvSpPr/>
            <p:nvPr/>
          </p:nvSpPr>
          <p:spPr>
            <a:xfrm>
              <a:off x="216000" y="1458000"/>
              <a:ext cx="9360000" cy="216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216000" y="1496664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dirty="0" err="1">
                  <a:solidFill>
                    <a:srgbClr val="FFFFFF"/>
                  </a:solidFill>
                  <a:latin typeface="+mn-ea"/>
                </a:rPr>
                <a:t>번호</a:t>
              </a:r>
              <a:endParaRPr sz="105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17963" y="1496664"/>
              <a:ext cx="1205890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부처명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1823853" y="1496664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시행월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742626" y="1496664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협업과제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661399" y="1496664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게재일정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096982" y="1496664"/>
              <a:ext cx="200981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사용 콘텐츠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106798" y="1496664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담당자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8255264" y="1496664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일자</a:t>
              </a:r>
            </a:p>
          </p:txBody>
        </p:sp>
        <p:sp>
          <p:nvSpPr>
            <p:cNvPr id="220" name="Rectangle 52"/>
            <p:cNvSpPr/>
            <p:nvPr/>
          </p:nvSpPr>
          <p:spPr>
            <a:xfrm>
              <a:off x="216000" y="1673999"/>
              <a:ext cx="9360000" cy="266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216000" y="1737862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3358</a:t>
              </a: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675387" y="17378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조달청</a:t>
              </a: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823853" y="17378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4월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2742626" y="17378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3월 협업</a:t>
              </a:r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3661399" y="1737862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2026-04-01 ~ 04-30</a:t>
              </a:r>
            </a:p>
          </p:txBody>
        </p:sp>
        <p:sp>
          <p:nvSpPr>
            <p:cNvPr id="226" name="Rounded Rectangle 58"/>
            <p:cNvSpPr/>
            <p:nvPr/>
          </p:nvSpPr>
          <p:spPr>
            <a:xfrm>
              <a:off x="5154405" y="1726199"/>
              <a:ext cx="330183" cy="162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5154405" y="1741164"/>
              <a:ext cx="33018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28" name="Rounded Rectangle 60"/>
            <p:cNvSpPr/>
            <p:nvPr/>
          </p:nvSpPr>
          <p:spPr>
            <a:xfrm>
              <a:off x="5536270" y="1726199"/>
              <a:ext cx="647602" cy="162000"/>
            </a:xfrm>
            <a:prstGeom prst="roundRect">
              <a:avLst>
                <a:gd name="adj" fmla="val 50000"/>
              </a:avLst>
            </a:prstGeom>
            <a:solidFill>
              <a:srgbClr val="F0E7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5536270" y="1741164"/>
              <a:ext cx="647602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dirty="0" err="1">
                  <a:solidFill>
                    <a:srgbClr val="6A1B9A"/>
                  </a:solidFill>
                  <a:latin typeface="+mn-ea"/>
                </a:rPr>
                <a:t>문자그래픽</a:t>
              </a:r>
              <a:endParaRPr sz="1000" dirty="0">
                <a:solidFill>
                  <a:srgbClr val="6A1B9A"/>
                </a:solidFill>
                <a:latin typeface="+mn-ea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7106798" y="17378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최○서</a:t>
              </a: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8255264" y="1737862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2026-05-21</a:t>
              </a:r>
            </a:p>
          </p:txBody>
        </p:sp>
        <p:sp>
          <p:nvSpPr>
            <p:cNvPr id="232" name="Rectangle 64"/>
            <p:cNvSpPr/>
            <p:nvPr/>
          </p:nvSpPr>
          <p:spPr>
            <a:xfrm>
              <a:off x="216000" y="1940400"/>
              <a:ext cx="9360000" cy="2664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216000" y="2004262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3357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675387" y="20042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성평등가족부</a:t>
              </a: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1823853" y="20042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4월</a:t>
              </a: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2742626" y="20042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3월 협업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3661399" y="2004262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2026-04-01 ~ 04-30</a:t>
              </a:r>
            </a:p>
          </p:txBody>
        </p:sp>
        <p:sp>
          <p:nvSpPr>
            <p:cNvPr id="238" name="Rounded Rectangle 70"/>
            <p:cNvSpPr/>
            <p:nvPr/>
          </p:nvSpPr>
          <p:spPr>
            <a:xfrm>
              <a:off x="5154405" y="1992599"/>
              <a:ext cx="330183" cy="162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5154405" y="2007563"/>
              <a:ext cx="33018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7106798" y="20042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이○지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8255264" y="2004262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2026-05-19</a:t>
              </a:r>
            </a:p>
          </p:txBody>
        </p:sp>
        <p:sp>
          <p:nvSpPr>
            <p:cNvPr id="242" name="Rectangle 74"/>
            <p:cNvSpPr/>
            <p:nvPr/>
          </p:nvSpPr>
          <p:spPr>
            <a:xfrm>
              <a:off x="216000" y="2206800"/>
              <a:ext cx="9360000" cy="266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216000" y="2270662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3356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675387" y="22706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산업통상자원부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823853" y="22706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4월</a:t>
              </a: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2742626" y="22706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3월 협업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3661399" y="2270662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2026-04-01 ~ 04-30</a:t>
              </a:r>
            </a:p>
          </p:txBody>
        </p:sp>
        <p:sp>
          <p:nvSpPr>
            <p:cNvPr id="248" name="Rounded Rectangle 80"/>
            <p:cNvSpPr/>
            <p:nvPr/>
          </p:nvSpPr>
          <p:spPr>
            <a:xfrm>
              <a:off x="5154405" y="2259000"/>
              <a:ext cx="330183" cy="162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5154405" y="2273964"/>
              <a:ext cx="33018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50" name="Rounded Rectangle 82"/>
            <p:cNvSpPr/>
            <p:nvPr/>
          </p:nvSpPr>
          <p:spPr>
            <a:xfrm>
              <a:off x="5536270" y="2259000"/>
              <a:ext cx="502454" cy="162000"/>
            </a:xfrm>
            <a:prstGeom prst="roundRect">
              <a:avLst>
                <a:gd name="adj" fmla="val 50000"/>
              </a:avLst>
            </a:prstGeom>
            <a:solidFill>
              <a:srgbClr val="FC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5536270" y="2273964"/>
              <a:ext cx="502454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E8821C"/>
                  </a:solidFill>
                  <a:latin typeface="+mn-ea"/>
                </a:rPr>
                <a:t>지면광고</a:t>
              </a:r>
            </a:p>
          </p:txBody>
        </p:sp>
        <p:sp>
          <p:nvSpPr>
            <p:cNvPr id="252" name="Rounded Rectangle 84"/>
            <p:cNvSpPr/>
            <p:nvPr/>
          </p:nvSpPr>
          <p:spPr>
            <a:xfrm>
              <a:off x="6090405" y="2259000"/>
              <a:ext cx="670033" cy="162000"/>
            </a:xfrm>
            <a:prstGeom prst="roundRect">
              <a:avLst>
                <a:gd name="adj" fmla="val 50000"/>
              </a:avLst>
            </a:prstGeom>
            <a:solidFill>
              <a:srgbClr val="F0E7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6090405" y="2273964"/>
              <a:ext cx="67003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dirty="0" err="1">
                  <a:solidFill>
                    <a:srgbClr val="6A1B9A"/>
                  </a:solidFill>
                  <a:latin typeface="+mn-ea"/>
                </a:rPr>
                <a:t>문자그래픽</a:t>
              </a:r>
              <a:endParaRPr sz="1000" dirty="0">
                <a:solidFill>
                  <a:srgbClr val="6A1B9A"/>
                </a:solidFill>
                <a:latin typeface="+mn-ea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7106798" y="22706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김○경</a:t>
              </a: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8255264" y="2270662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2026-05-18</a:t>
              </a:r>
            </a:p>
          </p:txBody>
        </p:sp>
        <p:sp>
          <p:nvSpPr>
            <p:cNvPr id="256" name="Rectangle 88"/>
            <p:cNvSpPr/>
            <p:nvPr/>
          </p:nvSpPr>
          <p:spPr>
            <a:xfrm>
              <a:off x="216000" y="2473200"/>
              <a:ext cx="9360000" cy="2664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216000" y="2537063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3355</a:t>
              </a:r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675387" y="2537063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○○부처</a:t>
              </a: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1823853" y="2537063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4월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2742626" y="2537063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3월 협업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661399" y="2537063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dirty="0">
                  <a:solidFill>
                    <a:srgbClr val="243241"/>
                  </a:solidFill>
                  <a:latin typeface="+mn-ea"/>
                </a:rPr>
                <a:t>2026-04-01 ~ 04-30</a:t>
              </a:r>
            </a:p>
          </p:txBody>
        </p:sp>
        <p:sp>
          <p:nvSpPr>
            <p:cNvPr id="262" name="Rounded Rectangle 94"/>
            <p:cNvSpPr/>
            <p:nvPr/>
          </p:nvSpPr>
          <p:spPr>
            <a:xfrm>
              <a:off x="5154405" y="2525400"/>
              <a:ext cx="330183" cy="162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5154405" y="2540365"/>
              <a:ext cx="33018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64" name="Rounded Rectangle 96"/>
            <p:cNvSpPr/>
            <p:nvPr/>
          </p:nvSpPr>
          <p:spPr>
            <a:xfrm>
              <a:off x="5536270" y="2525400"/>
              <a:ext cx="502454" cy="162000"/>
            </a:xfrm>
            <a:prstGeom prst="roundRect">
              <a:avLst>
                <a:gd name="adj" fmla="val 50000"/>
              </a:avLst>
            </a:prstGeom>
            <a:solidFill>
              <a:srgbClr val="FC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5536270" y="2540365"/>
              <a:ext cx="502454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E8821C"/>
                  </a:solidFill>
                  <a:latin typeface="+mn-ea"/>
                </a:rPr>
                <a:t>지면광고</a:t>
              </a: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7106798" y="2537063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손○름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8255264" y="2537063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2026-05-11</a:t>
              </a:r>
            </a:p>
          </p:txBody>
        </p:sp>
        <p:sp>
          <p:nvSpPr>
            <p:cNvPr id="268" name="Rectangle 100"/>
            <p:cNvSpPr/>
            <p:nvPr/>
          </p:nvSpPr>
          <p:spPr>
            <a:xfrm>
              <a:off x="216000" y="2739600"/>
              <a:ext cx="9360000" cy="266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216000" y="2803462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3354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675387" y="28034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중소벤처기업부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1823853" y="28034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4월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2742626" y="28034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3월 협업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3661399" y="2803462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2026-04-01 ~ 04-30</a:t>
              </a:r>
            </a:p>
          </p:txBody>
        </p:sp>
        <p:sp>
          <p:nvSpPr>
            <p:cNvPr id="274" name="Rounded Rectangle 106"/>
            <p:cNvSpPr/>
            <p:nvPr/>
          </p:nvSpPr>
          <p:spPr>
            <a:xfrm>
              <a:off x="5154405" y="2791800"/>
              <a:ext cx="330183" cy="162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5154405" y="2806765"/>
              <a:ext cx="33018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7106798" y="28034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김○연</a:t>
              </a: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8255264" y="2803462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2026-05-08</a:t>
              </a:r>
            </a:p>
          </p:txBody>
        </p:sp>
        <p:sp>
          <p:nvSpPr>
            <p:cNvPr id="278" name="Rectangle 110"/>
            <p:cNvSpPr/>
            <p:nvPr/>
          </p:nvSpPr>
          <p:spPr>
            <a:xfrm>
              <a:off x="216000" y="3006000"/>
              <a:ext cx="9360000" cy="2664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216000" y="3069862"/>
              <a:ext cx="401962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dirty="0">
                  <a:solidFill>
                    <a:srgbClr val="243241"/>
                  </a:solidFill>
                  <a:latin typeface="+mn-ea"/>
                </a:rPr>
                <a:t>3353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675387" y="3069862"/>
              <a:ext cx="119255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dirty="0" err="1">
                  <a:solidFill>
                    <a:srgbClr val="243241"/>
                  </a:solidFill>
                  <a:latin typeface="+mn-ea"/>
                </a:rPr>
                <a:t>과학기술정보통신부</a:t>
              </a:r>
              <a:endParaRPr sz="105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1823853" y="30698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5월</a:t>
              </a: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2742626" y="3069862"/>
              <a:ext cx="91877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4월 협업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661399" y="3069862"/>
              <a:ext cx="1435583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2026-04-01 ~ 04-30</a:t>
              </a:r>
            </a:p>
          </p:txBody>
        </p:sp>
        <p:sp>
          <p:nvSpPr>
            <p:cNvPr id="284" name="Rounded Rectangle 116"/>
            <p:cNvSpPr/>
            <p:nvPr/>
          </p:nvSpPr>
          <p:spPr>
            <a:xfrm>
              <a:off x="5154405" y="3058199"/>
              <a:ext cx="330183" cy="162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5154405" y="3073164"/>
              <a:ext cx="330183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86" name="Rounded Rectangle 118"/>
            <p:cNvSpPr/>
            <p:nvPr/>
          </p:nvSpPr>
          <p:spPr>
            <a:xfrm>
              <a:off x="5536270" y="3058199"/>
              <a:ext cx="647602" cy="162000"/>
            </a:xfrm>
            <a:prstGeom prst="roundRect">
              <a:avLst>
                <a:gd name="adj" fmla="val 50000"/>
              </a:avLst>
            </a:prstGeom>
            <a:solidFill>
              <a:srgbClr val="F0E7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5536270" y="3073164"/>
              <a:ext cx="640687" cy="1320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dirty="0" err="1">
                  <a:solidFill>
                    <a:srgbClr val="6A1B9A"/>
                  </a:solidFill>
                  <a:latin typeface="+mn-ea"/>
                </a:rPr>
                <a:t>문자그래픽</a:t>
              </a:r>
              <a:endParaRPr sz="1000" dirty="0">
                <a:solidFill>
                  <a:srgbClr val="6A1B9A"/>
                </a:solidFill>
                <a:latin typeface="+mn-ea"/>
              </a:endParaRP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7106798" y="3069862"/>
              <a:ext cx="1148466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부○린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8255264" y="3069862"/>
              <a:ext cx="1320735" cy="1386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2026-05-07</a:t>
              </a:r>
            </a:p>
          </p:txBody>
        </p:sp>
      </p:grpSp>
      <p:grpSp>
        <p:nvGrpSpPr>
          <p:cNvPr id="298" name="그룹 297"/>
          <p:cNvGrpSpPr/>
          <p:nvPr/>
        </p:nvGrpSpPr>
        <p:grpSpPr>
          <a:xfrm>
            <a:off x="-7038" y="625647"/>
            <a:ext cx="9697138" cy="268932"/>
            <a:chOff x="546100" y="635000"/>
            <a:chExt cx="9144000" cy="268932"/>
          </a:xfrm>
        </p:grpSpPr>
        <p:sp>
          <p:nvSpPr>
            <p:cNvPr id="299" name="Rectangle 18"/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660400" y="654566"/>
              <a:ext cx="7001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게재 실적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8625344" y="673100"/>
              <a:ext cx="10266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900">
                  <a:solidFill>
                    <a:srgbClr val="FFCCCC"/>
                  </a:solidFill>
                  <a:latin typeface="+mn-ea"/>
                </a:rPr>
                <a:t>＊ 필수 입력 항목</a:t>
              </a:r>
            </a:p>
          </p:txBody>
        </p:sp>
      </p:grpSp>
      <p:sp>
        <p:nvSpPr>
          <p:cNvPr id="331" name="TextBox 330"/>
          <p:cNvSpPr txBox="1"/>
          <p:nvPr/>
        </p:nvSpPr>
        <p:spPr>
          <a:xfrm>
            <a:off x="8783433" y="4128975"/>
            <a:ext cx="44755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  <a:latin typeface="+mn-ea"/>
              </a:rPr>
              <a:t>검 색</a:t>
            </a:r>
          </a:p>
        </p:txBody>
      </p:sp>
      <p:grpSp>
        <p:nvGrpSpPr>
          <p:cNvPr id="339" name="그룹 338"/>
          <p:cNvGrpSpPr/>
          <p:nvPr/>
        </p:nvGrpSpPr>
        <p:grpSpPr>
          <a:xfrm>
            <a:off x="-14978" y="902947"/>
            <a:ext cx="9686175" cy="298327"/>
            <a:chOff x="0" y="4338525"/>
            <a:chExt cx="9481932" cy="280671"/>
          </a:xfrm>
        </p:grpSpPr>
        <p:grpSp>
          <p:nvGrpSpPr>
            <p:cNvPr id="319" name="그룹 318"/>
            <p:cNvGrpSpPr/>
            <p:nvPr/>
          </p:nvGrpSpPr>
          <p:grpSpPr>
            <a:xfrm>
              <a:off x="0" y="4338525"/>
              <a:ext cx="8772074" cy="280671"/>
              <a:chOff x="546100" y="939800"/>
              <a:chExt cx="9144000" cy="280671"/>
            </a:xfrm>
          </p:grpSpPr>
          <p:sp>
            <p:nvSpPr>
              <p:cNvPr id="320" name="Rectangle 27"/>
              <p:cNvSpPr/>
              <p:nvPr/>
            </p:nvSpPr>
            <p:spPr>
              <a:xfrm>
                <a:off x="546100" y="939800"/>
                <a:ext cx="9144000" cy="279400"/>
              </a:xfrm>
              <a:prstGeom prst="rect">
                <a:avLst/>
              </a:prstGeom>
              <a:solidFill>
                <a:srgbClr val="F0F2F8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1" name="Rectangle 28"/>
              <p:cNvSpPr/>
              <p:nvPr/>
            </p:nvSpPr>
            <p:spPr>
              <a:xfrm>
                <a:off x="635000" y="977900"/>
                <a:ext cx="1117600" cy="2032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2" name="TextBox 321"/>
              <p:cNvSpPr txBox="1"/>
              <p:nvPr/>
            </p:nvSpPr>
            <p:spPr>
              <a:xfrm>
                <a:off x="617027" y="992171"/>
                <a:ext cx="1013293" cy="2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ko-KR" altLang="en-US" sz="900" dirty="0" err="1">
                    <a:solidFill>
                      <a:srgbClr val="445064"/>
                    </a:solidFill>
                    <a:latin typeface="+mn-ea"/>
                  </a:rPr>
                  <a:t>기관명</a:t>
                </a:r>
                <a:r>
                  <a:rPr lang="ko-KR" altLang="en-US" sz="900" dirty="0">
                    <a:solidFill>
                      <a:srgbClr val="445064"/>
                    </a:solidFill>
                    <a:latin typeface="+mn-ea"/>
                  </a:rPr>
                  <a:t> 전체</a:t>
                </a:r>
                <a:r>
                  <a:rPr sz="900" dirty="0">
                    <a:solidFill>
                      <a:srgbClr val="445064"/>
                    </a:solidFill>
                    <a:latin typeface="+mn-ea"/>
                  </a:rPr>
                  <a:t>  ▼</a:t>
                </a:r>
              </a:p>
            </p:txBody>
          </p:sp>
          <p:sp>
            <p:nvSpPr>
              <p:cNvPr id="323" name="Rectangle 30"/>
              <p:cNvSpPr/>
              <p:nvPr/>
            </p:nvSpPr>
            <p:spPr>
              <a:xfrm>
                <a:off x="1803400" y="977900"/>
                <a:ext cx="1117600" cy="2032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4" name="TextBox 323"/>
              <p:cNvSpPr txBox="1"/>
              <p:nvPr/>
            </p:nvSpPr>
            <p:spPr>
              <a:xfrm>
                <a:off x="1792286" y="992172"/>
                <a:ext cx="939515" cy="2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dirty="0" err="1">
                    <a:solidFill>
                      <a:srgbClr val="445064"/>
                    </a:solidFill>
                    <a:latin typeface="+mn-ea"/>
                  </a:rPr>
                  <a:t>기간</a:t>
                </a:r>
                <a:r>
                  <a:rPr sz="900" dirty="0">
                    <a:solidFill>
                      <a:srgbClr val="445064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445064"/>
                    </a:solidFill>
                    <a:latin typeface="+mn-ea"/>
                  </a:rPr>
                  <a:t>선택</a:t>
                </a:r>
                <a:r>
                  <a:rPr sz="900" dirty="0">
                    <a:solidFill>
                      <a:srgbClr val="445064"/>
                    </a:solidFill>
                    <a:latin typeface="+mn-ea"/>
                  </a:rPr>
                  <a:t>  ▼</a:t>
                </a:r>
              </a:p>
            </p:txBody>
          </p:sp>
          <p:sp>
            <p:nvSpPr>
              <p:cNvPr id="325" name="Rectangle 32"/>
              <p:cNvSpPr/>
              <p:nvPr/>
            </p:nvSpPr>
            <p:spPr>
              <a:xfrm>
                <a:off x="2971800" y="977900"/>
                <a:ext cx="4953000" cy="2032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6" name="TextBox 325"/>
              <p:cNvSpPr txBox="1"/>
              <p:nvPr/>
            </p:nvSpPr>
            <p:spPr>
              <a:xfrm>
                <a:off x="3022600" y="1003300"/>
                <a:ext cx="1359622" cy="2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AAAAAA"/>
                    </a:solidFill>
                    <a:latin typeface="+mn-ea"/>
                  </a:rPr>
                  <a:t>제목·내용·작성자 검색</a:t>
                </a:r>
              </a:p>
            </p:txBody>
          </p:sp>
          <p:sp>
            <p:nvSpPr>
              <p:cNvPr id="327" name="Rectangle 34"/>
              <p:cNvSpPr/>
              <p:nvPr/>
            </p:nvSpPr>
            <p:spPr>
              <a:xfrm>
                <a:off x="7975600" y="977900"/>
                <a:ext cx="6096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28" name="TextBox 327"/>
              <p:cNvSpPr txBox="1"/>
              <p:nvPr/>
            </p:nvSpPr>
            <p:spPr>
              <a:xfrm>
                <a:off x="8052052" y="996950"/>
                <a:ext cx="456698" cy="2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검 색</a:t>
                </a:r>
              </a:p>
            </p:txBody>
          </p:sp>
          <p:sp>
            <p:nvSpPr>
              <p:cNvPr id="329" name="Rectangle 36"/>
              <p:cNvSpPr/>
              <p:nvPr/>
            </p:nvSpPr>
            <p:spPr>
              <a:xfrm>
                <a:off x="8636000" y="977900"/>
                <a:ext cx="508000" cy="2032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0" name="TextBox 329"/>
              <p:cNvSpPr txBox="1"/>
              <p:nvPr/>
            </p:nvSpPr>
            <p:spPr>
              <a:xfrm>
                <a:off x="8619121" y="996950"/>
                <a:ext cx="541757" cy="2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445064"/>
                    </a:solidFill>
                    <a:latin typeface="+mn-ea"/>
                  </a:rPr>
                  <a:t>초기화</a:t>
                </a:r>
                <a:endParaRPr sz="900" dirty="0">
                  <a:solidFill>
                    <a:srgbClr val="445064"/>
                  </a:solidFill>
                  <a:latin typeface="+mn-ea"/>
                </a:endParaRPr>
              </a:p>
            </p:txBody>
          </p:sp>
        </p:grpSp>
        <p:grpSp>
          <p:nvGrpSpPr>
            <p:cNvPr id="338" name="그룹 337"/>
            <p:cNvGrpSpPr/>
            <p:nvPr/>
          </p:nvGrpSpPr>
          <p:grpSpPr>
            <a:xfrm>
              <a:off x="8884551" y="4378100"/>
              <a:ext cx="597381" cy="227535"/>
              <a:chOff x="8884551" y="4403500"/>
              <a:chExt cx="597381" cy="227535"/>
            </a:xfrm>
          </p:grpSpPr>
          <p:sp>
            <p:nvSpPr>
              <p:cNvPr id="332" name="Rectangle 34"/>
              <p:cNvSpPr/>
              <p:nvPr/>
            </p:nvSpPr>
            <p:spPr>
              <a:xfrm>
                <a:off x="8884551" y="4403500"/>
                <a:ext cx="584805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37" name="TextBox 336"/>
              <p:cNvSpPr txBox="1"/>
              <p:nvPr/>
            </p:nvSpPr>
            <p:spPr>
              <a:xfrm>
                <a:off x="8916136" y="4413864"/>
                <a:ext cx="565796" cy="2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+  </a:t>
                </a:r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등록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403" name="TextBox 402"/>
          <p:cNvSpPr txBox="1"/>
          <p:nvPr/>
        </p:nvSpPr>
        <p:spPr>
          <a:xfrm>
            <a:off x="60066" y="3494618"/>
            <a:ext cx="216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dirty="0">
                <a:solidFill>
                  <a:srgbClr val="8B95A1"/>
                </a:solidFill>
                <a:latin typeface="+mn-ea"/>
              </a:rPr>
              <a:t>총 3,358건</a:t>
            </a:r>
          </a:p>
        </p:txBody>
      </p:sp>
      <p:sp>
        <p:nvSpPr>
          <p:cNvPr id="406" name="모서리가 둥근 직사각형 405"/>
          <p:cNvSpPr/>
          <p:nvPr/>
        </p:nvSpPr>
        <p:spPr>
          <a:xfrm>
            <a:off x="4965527" y="1576839"/>
            <a:ext cx="1412789" cy="29289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407" name="모서리가 둥근 직사각형 406"/>
          <p:cNvSpPr/>
          <p:nvPr/>
        </p:nvSpPr>
        <p:spPr>
          <a:xfrm>
            <a:off x="1791970" y="1308010"/>
            <a:ext cx="1689954" cy="211378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410" name="그룹 409"/>
          <p:cNvGrpSpPr/>
          <p:nvPr/>
        </p:nvGrpSpPr>
        <p:grpSpPr>
          <a:xfrm>
            <a:off x="359274" y="5232651"/>
            <a:ext cx="10044695" cy="434032"/>
            <a:chOff x="927100" y="5275897"/>
            <a:chExt cx="9561635" cy="434032"/>
          </a:xfrm>
        </p:grpSpPr>
        <p:sp>
          <p:nvSpPr>
            <p:cNvPr id="411" name="TextBox 410"/>
            <p:cNvSpPr txBox="1"/>
            <p:nvPr/>
          </p:nvSpPr>
          <p:spPr>
            <a:xfrm>
              <a:off x="927100" y="5275897"/>
              <a:ext cx="135073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 err="1">
                  <a:latin typeface="+mn-ea"/>
                </a:rPr>
                <a:t>시행월과</a:t>
              </a:r>
              <a:r>
                <a:rPr lang="ko-KR" altLang="en-US" sz="900" dirty="0">
                  <a:latin typeface="+mn-ea"/>
                </a:rPr>
                <a:t> 협업과제 분리</a:t>
              </a:r>
              <a:endParaRPr sz="900" dirty="0">
                <a:latin typeface="+mn-ea"/>
              </a:endParaRPr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7848600" y="5275897"/>
              <a:ext cx="26401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 err="1">
                  <a:latin typeface="+mn-ea"/>
                </a:rPr>
                <a:t>시행월과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err="1">
                  <a:latin typeface="+mn-ea"/>
                </a:rPr>
                <a:t>협업월</a:t>
              </a:r>
              <a:r>
                <a:rPr lang="ko-KR" altLang="en-US" sz="900" dirty="0">
                  <a:latin typeface="+mn-ea"/>
                </a:rPr>
                <a:t> 을 따로 표현하여 내용 파악 용이</a:t>
              </a:r>
              <a:endParaRPr sz="900" dirty="0">
                <a:latin typeface="+mn-ea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927100" y="5479097"/>
              <a:ext cx="1240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>
                  <a:latin typeface="+mn-ea"/>
                </a:rPr>
                <a:t>사용 </a:t>
              </a:r>
              <a:r>
                <a:rPr lang="ko-KR" altLang="en-US" sz="900" dirty="0" err="1">
                  <a:latin typeface="+mn-ea"/>
                </a:rPr>
                <a:t>콘텐츠</a:t>
              </a:r>
              <a:r>
                <a:rPr lang="ko-KR" altLang="en-US" sz="900" dirty="0">
                  <a:latin typeface="+mn-ea"/>
                </a:rPr>
                <a:t> 색상배지</a:t>
              </a:r>
              <a:endParaRPr sz="900" dirty="0">
                <a:latin typeface="+mn-ea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6944082" y="5479097"/>
              <a:ext cx="6152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dirty="0">
                  <a:latin typeface="+mn-ea"/>
                </a:rPr>
                <a:t>색상배지</a:t>
              </a:r>
              <a:endParaRPr sz="900" dirty="0">
                <a:latin typeface="+mn-ea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7848600" y="5479097"/>
              <a:ext cx="20862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900" dirty="0">
                  <a:latin typeface="+mn-ea"/>
                </a:rPr>
                <a:t>색상배지로 </a:t>
              </a:r>
              <a:r>
                <a:rPr lang="ko-KR" altLang="en-US" sz="900" dirty="0" err="1">
                  <a:latin typeface="+mn-ea"/>
                </a:rPr>
                <a:t>콘텐츠</a:t>
              </a:r>
              <a:r>
                <a:rPr lang="ko-KR" altLang="en-US" sz="900" dirty="0">
                  <a:latin typeface="+mn-ea"/>
                </a:rPr>
                <a:t> 구분하여 확인 용이</a:t>
              </a:r>
              <a:endParaRPr sz="900" dirty="0">
                <a:latin typeface="+mn-ea"/>
              </a:endParaRPr>
            </a:p>
          </p:txBody>
        </p:sp>
      </p:grpSp>
      <p:sp>
        <p:nvSpPr>
          <p:cNvPr id="429" name="TextBox 428"/>
          <p:cNvSpPr txBox="1"/>
          <p:nvPr/>
        </p:nvSpPr>
        <p:spPr>
          <a:xfrm>
            <a:off x="6616144" y="5248734"/>
            <a:ext cx="801823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900" dirty="0">
                <a:latin typeface="+mn-ea"/>
              </a:rPr>
              <a:t>리스트 분리</a:t>
            </a:r>
            <a:endParaRPr sz="900" dirty="0">
              <a:latin typeface="+mn-ea"/>
            </a:endParaRPr>
          </a:p>
        </p:txBody>
      </p:sp>
      <p:grpSp>
        <p:nvGrpSpPr>
          <p:cNvPr id="455" name="그룹 454"/>
          <p:cNvGrpSpPr/>
          <p:nvPr/>
        </p:nvGrpSpPr>
        <p:grpSpPr>
          <a:xfrm>
            <a:off x="9779000" y="2541475"/>
            <a:ext cx="1871025" cy="853132"/>
            <a:chOff x="9779000" y="2541475"/>
            <a:chExt cx="1871025" cy="853132"/>
          </a:xfrm>
        </p:grpSpPr>
        <p:sp>
          <p:nvSpPr>
            <p:cNvPr id="433" name="TextBox 432"/>
            <p:cNvSpPr txBox="1"/>
            <p:nvPr/>
          </p:nvSpPr>
          <p:spPr>
            <a:xfrm>
              <a:off x="9779000" y="2541475"/>
              <a:ext cx="14221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검색창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키워드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9779000" y="2693875"/>
              <a:ext cx="18325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(Default)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기간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9779000" y="2846275"/>
              <a:ext cx="18710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초기화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9779000" y="2998675"/>
              <a:ext cx="12362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표(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리스트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목록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9779000" y="3163775"/>
              <a:ext cx="14029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페이지넘버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페이지형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</a:t>
              </a:r>
            </a:p>
          </p:txBody>
        </p:sp>
      </p:grpSp>
      <p:sp>
        <p:nvSpPr>
          <p:cNvPr id="438" name="TextBox 437"/>
          <p:cNvSpPr txBox="1"/>
          <p:nvPr/>
        </p:nvSpPr>
        <p:spPr>
          <a:xfrm>
            <a:off x="10720494" y="6642100"/>
            <a:ext cx="1433406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NEW</a:t>
            </a:r>
            <a:r>
              <a:rPr sz="800" dirty="0">
                <a:solidFill>
                  <a:srgbClr val="AABBCC"/>
                </a:solidFill>
                <a:latin typeface="+mn-ea"/>
              </a:rPr>
              <a:t>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6</a:t>
            </a:r>
            <a:r>
              <a:rPr sz="800" dirty="0">
                <a:solidFill>
                  <a:srgbClr val="AABBCC"/>
                </a:solidFill>
                <a:latin typeface="+mn-ea"/>
              </a:rPr>
              <a:t>01  |  </a:t>
            </a:r>
            <a:r>
              <a:rPr lang="ko-KR" altLang="en-US" sz="800" dirty="0">
                <a:solidFill>
                  <a:srgbClr val="AABBCC"/>
                </a:solidFill>
                <a:latin typeface="+mn-ea"/>
              </a:rPr>
              <a:t>게재실적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439" name="그룹 438"/>
          <p:cNvGrpSpPr/>
          <p:nvPr/>
        </p:nvGrpSpPr>
        <p:grpSpPr>
          <a:xfrm>
            <a:off x="3807313" y="3575409"/>
            <a:ext cx="2128883" cy="243876"/>
            <a:chOff x="3736159" y="4572000"/>
            <a:chExt cx="2128883" cy="243876"/>
          </a:xfrm>
        </p:grpSpPr>
        <p:sp>
          <p:nvSpPr>
            <p:cNvPr id="440" name="Rectangle 142"/>
            <p:cNvSpPr/>
            <p:nvPr/>
          </p:nvSpPr>
          <p:spPr>
            <a:xfrm>
              <a:off x="37465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1" name="TextBox 440"/>
            <p:cNvSpPr txBox="1"/>
            <p:nvPr/>
          </p:nvSpPr>
          <p:spPr>
            <a:xfrm>
              <a:off x="37361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≪</a:t>
              </a:r>
            </a:p>
          </p:txBody>
        </p:sp>
        <p:sp>
          <p:nvSpPr>
            <p:cNvPr id="442" name="Rectangle 144"/>
            <p:cNvSpPr/>
            <p:nvPr/>
          </p:nvSpPr>
          <p:spPr>
            <a:xfrm>
              <a:off x="40513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40409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＜</a:t>
              </a:r>
            </a:p>
          </p:txBody>
        </p:sp>
        <p:sp>
          <p:nvSpPr>
            <p:cNvPr id="444" name="Rectangle 146"/>
            <p:cNvSpPr/>
            <p:nvPr/>
          </p:nvSpPr>
          <p:spPr>
            <a:xfrm>
              <a:off x="4356100" y="4572000"/>
              <a:ext cx="279400" cy="2032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5" name="TextBox 444"/>
            <p:cNvSpPr txBox="1"/>
            <p:nvPr/>
          </p:nvSpPr>
          <p:spPr>
            <a:xfrm>
              <a:off x="43698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446" name="Rectangle 148"/>
            <p:cNvSpPr/>
            <p:nvPr/>
          </p:nvSpPr>
          <p:spPr>
            <a:xfrm>
              <a:off x="46609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46746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2</a:t>
              </a:r>
            </a:p>
          </p:txBody>
        </p:sp>
        <p:sp>
          <p:nvSpPr>
            <p:cNvPr id="448" name="Rectangle 150"/>
            <p:cNvSpPr/>
            <p:nvPr/>
          </p:nvSpPr>
          <p:spPr>
            <a:xfrm>
              <a:off x="49657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49794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3</a:t>
              </a:r>
            </a:p>
          </p:txBody>
        </p:sp>
        <p:sp>
          <p:nvSpPr>
            <p:cNvPr id="450" name="Rectangle 152"/>
            <p:cNvSpPr/>
            <p:nvPr/>
          </p:nvSpPr>
          <p:spPr>
            <a:xfrm>
              <a:off x="52705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1" name="TextBox 450"/>
            <p:cNvSpPr txBox="1"/>
            <p:nvPr/>
          </p:nvSpPr>
          <p:spPr>
            <a:xfrm>
              <a:off x="52601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＞</a:t>
              </a:r>
            </a:p>
          </p:txBody>
        </p:sp>
        <p:sp>
          <p:nvSpPr>
            <p:cNvPr id="452" name="Rectangle 154"/>
            <p:cNvSpPr/>
            <p:nvPr/>
          </p:nvSpPr>
          <p:spPr>
            <a:xfrm>
              <a:off x="55753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3" name="TextBox 452"/>
            <p:cNvSpPr txBox="1"/>
            <p:nvPr/>
          </p:nvSpPr>
          <p:spPr>
            <a:xfrm>
              <a:off x="55649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≫</a:t>
              </a:r>
            </a:p>
          </p:txBody>
        </p:sp>
      </p:grpSp>
      <p:grpSp>
        <p:nvGrpSpPr>
          <p:cNvPr id="456" name="그룹 455"/>
          <p:cNvGrpSpPr/>
          <p:nvPr/>
        </p:nvGrpSpPr>
        <p:grpSpPr>
          <a:xfrm>
            <a:off x="1562733" y="1673450"/>
            <a:ext cx="216000" cy="216000"/>
            <a:chOff x="3966029" y="6357600"/>
            <a:chExt cx="216000" cy="216000"/>
          </a:xfrm>
        </p:grpSpPr>
        <p:sp>
          <p:nvSpPr>
            <p:cNvPr id="45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58" name="TextBox 45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459" name="그룹 458"/>
          <p:cNvGrpSpPr/>
          <p:nvPr/>
        </p:nvGrpSpPr>
        <p:grpSpPr>
          <a:xfrm>
            <a:off x="6418409" y="1627351"/>
            <a:ext cx="216000" cy="216000"/>
            <a:chOff x="3966029" y="6357600"/>
            <a:chExt cx="216000" cy="216000"/>
          </a:xfrm>
        </p:grpSpPr>
        <p:sp>
          <p:nvSpPr>
            <p:cNvPr id="46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sp>
        <p:nvSpPr>
          <p:cNvPr id="462" name="Rectangle 461"/>
          <p:cNvSpPr/>
          <p:nvPr/>
        </p:nvSpPr>
        <p:spPr>
          <a:xfrm>
            <a:off x="0" y="5004000"/>
            <a:ext cx="12193200" cy="156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Rectangle 462"/>
          <p:cNvSpPr/>
          <p:nvPr/>
        </p:nvSpPr>
        <p:spPr>
          <a:xfrm>
            <a:off x="547200" y="5022000"/>
            <a:ext cx="11646000" cy="198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TextBox 463"/>
          <p:cNvSpPr txBox="1"/>
          <p:nvPr/>
        </p:nvSpPr>
        <p:spPr>
          <a:xfrm>
            <a:off x="547200" y="5022000"/>
            <a:ext cx="388800" cy="1980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Noto Sans KR"/>
              </a:rPr>
              <a:t>번 호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936000" y="5022000"/>
            <a:ext cx="5742000" cy="1980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Noto Sans KR"/>
              </a:rPr>
              <a:t>설  명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6678000" y="5022000"/>
            <a:ext cx="1144800" cy="1980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Noto Sans KR"/>
              </a:rPr>
              <a:t>이벤트 타입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7822800" y="5022000"/>
            <a:ext cx="4370399" cy="1980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Noto Sans KR"/>
              </a:rPr>
              <a:t>비  고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547200" y="5220000"/>
            <a:ext cx="11646000" cy="266399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TextBox 470"/>
          <p:cNvSpPr txBox="1"/>
          <p:nvPr/>
        </p:nvSpPr>
        <p:spPr>
          <a:xfrm>
            <a:off x="1026000" y="5220000"/>
            <a:ext cx="56340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69" b="0">
                <a:solidFill>
                  <a:srgbClr val="222222"/>
                </a:solidFill>
                <a:latin typeface="Noto Sans KR"/>
              </a:rPr>
              <a:t>시행월과 협업과제(월)를 별도 컬럼으로 분리 표기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6678000" y="5220000"/>
            <a:ext cx="11448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830" b="1">
                <a:solidFill>
                  <a:srgbClr val="2E4470"/>
                </a:solidFill>
                <a:latin typeface="Noto Sans KR"/>
              </a:rPr>
              <a:t>표시(리스트 분리)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912800" y="5220000"/>
            <a:ext cx="4262399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Noto Sans KR"/>
              </a:rPr>
              <a:t>‘4월 시행(3월 협업)’ 혼재 → 분리로 의미 명확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547200" y="5486400"/>
            <a:ext cx="11646000" cy="266399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TextBox 476"/>
          <p:cNvSpPr txBox="1"/>
          <p:nvPr/>
        </p:nvSpPr>
        <p:spPr>
          <a:xfrm>
            <a:off x="1026000" y="5486400"/>
            <a:ext cx="56340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69" b="0">
                <a:solidFill>
                  <a:srgbClr val="222222"/>
                </a:solidFill>
                <a:latin typeface="Noto Sans KR"/>
              </a:rPr>
              <a:t>사용 콘텐츠(영상·지면광고·문자그래픽)를 색상 배지로 표시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6678000" y="5486400"/>
            <a:ext cx="11448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830" b="1">
                <a:solidFill>
                  <a:srgbClr val="2E4470"/>
                </a:solidFill>
                <a:latin typeface="Noto Sans KR"/>
              </a:rPr>
              <a:t>표시(색상 배지)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7912800" y="5486400"/>
            <a:ext cx="4262399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Noto Sans KR"/>
              </a:rPr>
              <a:t>배지 색으로 콘텐츠 유형 즉시 구분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547200" y="5752800"/>
            <a:ext cx="11646000" cy="266399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TextBox 482"/>
          <p:cNvSpPr txBox="1"/>
          <p:nvPr/>
        </p:nvSpPr>
        <p:spPr>
          <a:xfrm>
            <a:off x="1026000" y="5752800"/>
            <a:ext cx="56340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69" b="0">
                <a:solidFill>
                  <a:srgbClr val="222222"/>
                </a:solidFill>
                <a:latin typeface="Noto Sans KR"/>
              </a:rPr>
              <a:t>기관명·기간·검색어로 목록 필터 / [검색]·[초기화]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6678000" y="5752800"/>
            <a:ext cx="11448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830" b="1">
                <a:solidFill>
                  <a:srgbClr val="2E4470"/>
                </a:solidFill>
                <a:latin typeface="Noto Sans KR"/>
              </a:rPr>
              <a:t>선택·입력 / 버튼 클릭 → 목록 갱신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7912800" y="5752800"/>
            <a:ext cx="4262399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Noto Sans KR"/>
              </a:rPr>
              <a:t>기간 검색 라벨 명확화</a:t>
            </a:r>
          </a:p>
        </p:txBody>
      </p:sp>
      <p:sp>
        <p:nvSpPr>
          <p:cNvPr id="486" name="Rectangle 485"/>
          <p:cNvSpPr/>
          <p:nvPr/>
        </p:nvSpPr>
        <p:spPr>
          <a:xfrm>
            <a:off x="547200" y="6019200"/>
            <a:ext cx="11646000" cy="266399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TextBox 488"/>
          <p:cNvSpPr txBox="1"/>
          <p:nvPr/>
        </p:nvSpPr>
        <p:spPr>
          <a:xfrm>
            <a:off x="1026000" y="6019200"/>
            <a:ext cx="56340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69" b="0">
                <a:solidFill>
                  <a:srgbClr val="222222"/>
                </a:solidFill>
                <a:latin typeface="Noto Sans KR"/>
              </a:rPr>
              <a:t>[+ 등록] 버튼 — 게재실적 등록 화면으로 이동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6678000" y="6019200"/>
            <a:ext cx="11448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830" b="1">
                <a:solidFill>
                  <a:srgbClr val="2E4470"/>
                </a:solidFill>
                <a:latin typeface="Noto Sans KR"/>
              </a:rPr>
              <a:t>버튼 클릭 → 페이지 이동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7912800" y="6019200"/>
            <a:ext cx="4262399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Noto Sans KR"/>
              </a:rPr>
              <a:t>이동 대상 = 게재실적 등록 화면</a:t>
            </a:r>
          </a:p>
        </p:txBody>
      </p:sp>
      <p:sp>
        <p:nvSpPr>
          <p:cNvPr id="492" name="Rectangle 491"/>
          <p:cNvSpPr/>
          <p:nvPr/>
        </p:nvSpPr>
        <p:spPr>
          <a:xfrm>
            <a:off x="547200" y="6285600"/>
            <a:ext cx="11646000" cy="266399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07" name="그룹 506">
            <a:extLst>
              <a:ext uri="{FF2B5EF4-FFF2-40B4-BE49-F238E27FC236}">
                <a16:creationId xmlns:a16="http://schemas.microsoft.com/office/drawing/2014/main" id="{5DDC1070-DEAF-94D0-EAAF-D62B8771B113}"/>
              </a:ext>
            </a:extLst>
          </p:cNvPr>
          <p:cNvGrpSpPr/>
          <p:nvPr/>
        </p:nvGrpSpPr>
        <p:grpSpPr>
          <a:xfrm>
            <a:off x="547200" y="5270400"/>
            <a:ext cx="388800" cy="1231200"/>
            <a:chOff x="547200" y="5270400"/>
            <a:chExt cx="388800" cy="1231200"/>
          </a:xfrm>
        </p:grpSpPr>
        <p:sp>
          <p:nvSpPr>
            <p:cNvPr id="469" name="Oval 468"/>
            <p:cNvSpPr/>
            <p:nvPr/>
          </p:nvSpPr>
          <p:spPr>
            <a:xfrm>
              <a:off x="658800" y="5270400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547200" y="5270400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1</a:t>
              </a:r>
            </a:p>
          </p:txBody>
        </p:sp>
        <p:sp>
          <p:nvSpPr>
            <p:cNvPr id="475" name="Oval 474"/>
            <p:cNvSpPr/>
            <p:nvPr/>
          </p:nvSpPr>
          <p:spPr>
            <a:xfrm>
              <a:off x="658800" y="5536800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547200" y="5536800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2</a:t>
              </a:r>
            </a:p>
          </p:txBody>
        </p:sp>
        <p:sp>
          <p:nvSpPr>
            <p:cNvPr id="481" name="Oval 480"/>
            <p:cNvSpPr/>
            <p:nvPr/>
          </p:nvSpPr>
          <p:spPr>
            <a:xfrm>
              <a:off x="658800" y="5803200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2" name="TextBox 481"/>
            <p:cNvSpPr txBox="1"/>
            <p:nvPr/>
          </p:nvSpPr>
          <p:spPr>
            <a:xfrm>
              <a:off x="547200" y="5803200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3</a:t>
              </a:r>
            </a:p>
          </p:txBody>
        </p:sp>
        <p:sp>
          <p:nvSpPr>
            <p:cNvPr id="487" name="Oval 486"/>
            <p:cNvSpPr/>
            <p:nvPr/>
          </p:nvSpPr>
          <p:spPr>
            <a:xfrm>
              <a:off x="658800" y="6069600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547200" y="6069600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4</a:t>
              </a:r>
            </a:p>
          </p:txBody>
        </p:sp>
        <p:sp>
          <p:nvSpPr>
            <p:cNvPr id="493" name="Oval 492"/>
            <p:cNvSpPr/>
            <p:nvPr/>
          </p:nvSpPr>
          <p:spPr>
            <a:xfrm>
              <a:off x="658800" y="6336000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4" name="TextBox 493"/>
            <p:cNvSpPr txBox="1"/>
            <p:nvPr/>
          </p:nvSpPr>
          <p:spPr>
            <a:xfrm>
              <a:off x="547200" y="6336000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5</a:t>
              </a:r>
            </a:p>
          </p:txBody>
        </p:sp>
      </p:grpSp>
      <p:sp>
        <p:nvSpPr>
          <p:cNvPr id="495" name="TextBox 494"/>
          <p:cNvSpPr txBox="1"/>
          <p:nvPr/>
        </p:nvSpPr>
        <p:spPr>
          <a:xfrm>
            <a:off x="1026000" y="6285600"/>
            <a:ext cx="56340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69" b="0">
                <a:solidFill>
                  <a:srgbClr val="222222"/>
                </a:solidFill>
                <a:latin typeface="Noto Sans KR"/>
              </a:rPr>
              <a:t>목록 페이지네이션 (총 3,358건)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6678000" y="6285600"/>
            <a:ext cx="1144800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/>
            <a:r>
              <a:rPr sz="830" b="1">
                <a:solidFill>
                  <a:srgbClr val="2E4470"/>
                </a:solidFill>
                <a:latin typeface="Noto Sans KR"/>
              </a:rPr>
              <a:t>페이지 번호 클릭 → 목록 페이지 이동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7912800" y="6285600"/>
            <a:ext cx="4262399" cy="2663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/>
            <a:r>
              <a:rPr sz="850" b="0">
                <a:solidFill>
                  <a:srgbClr val="222222"/>
                </a:solidFill>
                <a:latin typeface="Noto Sans KR"/>
              </a:rPr>
              <a:t>페이지형 네비게이션</a:t>
            </a:r>
          </a:p>
        </p:txBody>
      </p:sp>
      <p:sp>
        <p:nvSpPr>
          <p:cNvPr id="498" name="Rectangle 497"/>
          <p:cNvSpPr/>
          <p:nvPr/>
        </p:nvSpPr>
        <p:spPr>
          <a:xfrm>
            <a:off x="547200" y="5022000"/>
            <a:ext cx="11646000" cy="1530000"/>
          </a:xfrm>
          <a:prstGeom prst="rect">
            <a:avLst/>
          </a:prstGeom>
          <a:noFill/>
          <a:ln w="9525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Rectangle 498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TextBox 499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36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357AA7-8CED-3700-93A2-9FC15BE1EBB5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225E9B8-DDFA-782B-C76A-AECDACD50E97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9796ADE-F141-15DD-B3D0-5EBB3AE5B19D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9E4CFD9-4904-FBA9-9A74-2544EAFB4D2D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D42EDA9C-8317-5B35-F7C2-D52028457D6A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128F7B0B-5D4F-F362-B8D3-776D97EFAE0E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3C68118E-457D-32C3-D0F9-5B2713AAF698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6A2774C7-8A20-776D-A1E6-7D8449DB249C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03ED7675-A32F-CB11-7DA4-7096D1DCAA11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A5E7023F-9E44-FAE0-BFBD-B447D30642B0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43230326-ED28-0BBE-12C6-0E992B9CF8A6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508" name="그룹 507">
            <a:extLst>
              <a:ext uri="{FF2B5EF4-FFF2-40B4-BE49-F238E27FC236}">
                <a16:creationId xmlns:a16="http://schemas.microsoft.com/office/drawing/2014/main" id="{0645698F-73DF-5892-58AC-B224FF7EA084}"/>
              </a:ext>
            </a:extLst>
          </p:cNvPr>
          <p:cNvGrpSpPr/>
          <p:nvPr/>
        </p:nvGrpSpPr>
        <p:grpSpPr>
          <a:xfrm>
            <a:off x="-124541" y="7792219"/>
            <a:ext cx="12220541" cy="1574800"/>
            <a:chOff x="-28541" y="5030280"/>
            <a:chExt cx="12220541" cy="1574800"/>
          </a:xfrm>
        </p:grpSpPr>
        <p:grpSp>
          <p:nvGrpSpPr>
            <p:cNvPr id="509" name="그룹 508">
              <a:extLst>
                <a:ext uri="{FF2B5EF4-FFF2-40B4-BE49-F238E27FC236}">
                  <a16:creationId xmlns:a16="http://schemas.microsoft.com/office/drawing/2014/main" id="{E0E0547C-E3F3-70FC-9EC8-93C673BB1AA5}"/>
                </a:ext>
              </a:extLst>
            </p:cNvPr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89" name="Rectangle 215">
                <a:extLst>
                  <a:ext uri="{FF2B5EF4-FFF2-40B4-BE49-F238E27FC236}">
                    <a16:creationId xmlns:a16="http://schemas.microsoft.com/office/drawing/2014/main" id="{9C037D73-A248-E46F-55B9-1F942805342D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0" name="Rectangle 216">
                <a:extLst>
                  <a:ext uri="{FF2B5EF4-FFF2-40B4-BE49-F238E27FC236}">
                    <a16:creationId xmlns:a16="http://schemas.microsoft.com/office/drawing/2014/main" id="{A48B35DA-8E3E-CC6F-1333-E2FA7FAB0928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2CA94DE-12DF-A761-91C2-E215EBD03A40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92" name="Rectangle 218">
                <a:extLst>
                  <a:ext uri="{FF2B5EF4-FFF2-40B4-BE49-F238E27FC236}">
                    <a16:creationId xmlns:a16="http://schemas.microsoft.com/office/drawing/2014/main" id="{932F07FA-11E1-B0D6-0579-A94C130A9C32}"/>
                  </a:ext>
                </a:extLst>
              </p:cNvPr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4501E86-12FF-B0AA-5801-B8414D041321}"/>
                  </a:ext>
                </a:extLst>
              </p:cNvPr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94" name="Rectangle 220">
                <a:extLst>
                  <a:ext uri="{FF2B5EF4-FFF2-40B4-BE49-F238E27FC236}">
                    <a16:creationId xmlns:a16="http://schemas.microsoft.com/office/drawing/2014/main" id="{B9572D3E-7A0C-CB21-E478-834EFD592513}"/>
                  </a:ext>
                </a:extLst>
              </p:cNvPr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4758128-888F-B295-B1E4-CDC7EA8B1D06}"/>
                  </a:ext>
                </a:extLst>
              </p:cNvPr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96" name="Rectangle 222">
                <a:extLst>
                  <a:ext uri="{FF2B5EF4-FFF2-40B4-BE49-F238E27FC236}">
                    <a16:creationId xmlns:a16="http://schemas.microsoft.com/office/drawing/2014/main" id="{71308334-EC74-0F5F-924B-1B946F77B18D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B09D0B-2C06-8D2F-5923-412B202A705E}"/>
                  </a:ext>
                </a:extLst>
              </p:cNvPr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98" name="Rectangle 224">
                <a:extLst>
                  <a:ext uri="{FF2B5EF4-FFF2-40B4-BE49-F238E27FC236}">
                    <a16:creationId xmlns:a16="http://schemas.microsoft.com/office/drawing/2014/main" id="{5E8FB76A-2F08-E7CA-83D2-D116ED3FF172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9" name="Rectangle 226">
                <a:extLst>
                  <a:ext uri="{FF2B5EF4-FFF2-40B4-BE49-F238E27FC236}">
                    <a16:creationId xmlns:a16="http://schemas.microsoft.com/office/drawing/2014/main" id="{656BBE1D-317C-8A59-DABC-E5D9D8B6664E}"/>
                  </a:ext>
                </a:extLst>
              </p:cNvPr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0" name="Rectangle 228">
                <a:extLst>
                  <a:ext uri="{FF2B5EF4-FFF2-40B4-BE49-F238E27FC236}">
                    <a16:creationId xmlns:a16="http://schemas.microsoft.com/office/drawing/2014/main" id="{FE8EB58C-57AF-2D5F-AEC5-9351763A38D7}"/>
                  </a:ext>
                </a:extLst>
              </p:cNvPr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1" name="Rectangle 230">
                <a:extLst>
                  <a:ext uri="{FF2B5EF4-FFF2-40B4-BE49-F238E27FC236}">
                    <a16:creationId xmlns:a16="http://schemas.microsoft.com/office/drawing/2014/main" id="{F0C68D7A-310F-7B76-3F88-327CB0605155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2" name="Rectangle 232">
                <a:extLst>
                  <a:ext uri="{FF2B5EF4-FFF2-40B4-BE49-F238E27FC236}">
                    <a16:creationId xmlns:a16="http://schemas.microsoft.com/office/drawing/2014/main" id="{598F1D2F-1501-1994-C15E-7B26D424D0BC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3" name="Rectangle 234">
                <a:extLst>
                  <a:ext uri="{FF2B5EF4-FFF2-40B4-BE49-F238E27FC236}">
                    <a16:creationId xmlns:a16="http://schemas.microsoft.com/office/drawing/2014/main" id="{4B36340D-DC80-DEEA-C8E1-CE07D76BAA8E}"/>
                  </a:ext>
                </a:extLst>
              </p:cNvPr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4" name="Rectangle 236">
                <a:extLst>
                  <a:ext uri="{FF2B5EF4-FFF2-40B4-BE49-F238E27FC236}">
                    <a16:creationId xmlns:a16="http://schemas.microsoft.com/office/drawing/2014/main" id="{B9C73804-F148-4B9B-0B7C-1390C42CAB08}"/>
                  </a:ext>
                </a:extLst>
              </p:cNvPr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5" name="Rectangle 238">
                <a:extLst>
                  <a:ext uri="{FF2B5EF4-FFF2-40B4-BE49-F238E27FC236}">
                    <a16:creationId xmlns:a16="http://schemas.microsoft.com/office/drawing/2014/main" id="{E36A2BF4-B0EB-DA9A-6F47-CE8190EF7BF9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6" name="Rectangle 240">
                <a:extLst>
                  <a:ext uri="{FF2B5EF4-FFF2-40B4-BE49-F238E27FC236}">
                    <a16:creationId xmlns:a16="http://schemas.microsoft.com/office/drawing/2014/main" id="{6711DDC4-BAE8-2B3B-4A55-AD137F735EEE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7" name="Rectangle 242">
                <a:extLst>
                  <a:ext uri="{FF2B5EF4-FFF2-40B4-BE49-F238E27FC236}">
                    <a16:creationId xmlns:a16="http://schemas.microsoft.com/office/drawing/2014/main" id="{947E7A9A-CBAE-EBD0-8963-0D18D1DEAF1B}"/>
                  </a:ext>
                </a:extLst>
              </p:cNvPr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8" name="Rectangle 244">
                <a:extLst>
                  <a:ext uri="{FF2B5EF4-FFF2-40B4-BE49-F238E27FC236}">
                    <a16:creationId xmlns:a16="http://schemas.microsoft.com/office/drawing/2014/main" id="{9C7AA8C1-FE5A-1EDB-50BA-F03F525423EA}"/>
                  </a:ext>
                </a:extLst>
              </p:cNvPr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9" name="Rectangle 246">
                <a:extLst>
                  <a:ext uri="{FF2B5EF4-FFF2-40B4-BE49-F238E27FC236}">
                    <a16:creationId xmlns:a16="http://schemas.microsoft.com/office/drawing/2014/main" id="{135F1FB8-83F3-49E0-979C-D9294F8DBEE9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0" name="Rectangle 248">
                <a:extLst>
                  <a:ext uri="{FF2B5EF4-FFF2-40B4-BE49-F238E27FC236}">
                    <a16:creationId xmlns:a16="http://schemas.microsoft.com/office/drawing/2014/main" id="{D65B3989-5E8A-B90C-8BC0-E8D5F344C810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1" name="Rectangle 250">
                <a:extLst>
                  <a:ext uri="{FF2B5EF4-FFF2-40B4-BE49-F238E27FC236}">
                    <a16:creationId xmlns:a16="http://schemas.microsoft.com/office/drawing/2014/main" id="{78932DC5-FE17-3D9B-8F24-3CFEC2BD90F2}"/>
                  </a:ext>
                </a:extLst>
              </p:cNvPr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2" name="Rectangle 252">
                <a:extLst>
                  <a:ext uri="{FF2B5EF4-FFF2-40B4-BE49-F238E27FC236}">
                    <a16:creationId xmlns:a16="http://schemas.microsoft.com/office/drawing/2014/main" id="{05807BA6-1B77-9A8E-3A14-6004F94CA1C0}"/>
                  </a:ext>
                </a:extLst>
              </p:cNvPr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3" name="Rectangle 254">
                <a:extLst>
                  <a:ext uri="{FF2B5EF4-FFF2-40B4-BE49-F238E27FC236}">
                    <a16:creationId xmlns:a16="http://schemas.microsoft.com/office/drawing/2014/main" id="{09FFB43D-C2BE-7102-5827-435A75477117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4" name="Rectangle 256">
                <a:extLst>
                  <a:ext uri="{FF2B5EF4-FFF2-40B4-BE49-F238E27FC236}">
                    <a16:creationId xmlns:a16="http://schemas.microsoft.com/office/drawing/2014/main" id="{A3398E96-E1A1-8194-8A9B-41292DD10C99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5" name="Rectangle 258">
                <a:extLst>
                  <a:ext uri="{FF2B5EF4-FFF2-40B4-BE49-F238E27FC236}">
                    <a16:creationId xmlns:a16="http://schemas.microsoft.com/office/drawing/2014/main" id="{76012AE8-136C-C714-4A8A-BBF01B8BBD7E}"/>
                  </a:ext>
                </a:extLst>
              </p:cNvPr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6" name="Rectangle 260">
                <a:extLst>
                  <a:ext uri="{FF2B5EF4-FFF2-40B4-BE49-F238E27FC236}">
                    <a16:creationId xmlns:a16="http://schemas.microsoft.com/office/drawing/2014/main" id="{A797A8FF-3D18-EDFF-6E8C-56C70126C26F}"/>
                  </a:ext>
                </a:extLst>
              </p:cNvPr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7" name="Rectangle 262">
                <a:extLst>
                  <a:ext uri="{FF2B5EF4-FFF2-40B4-BE49-F238E27FC236}">
                    <a16:creationId xmlns:a16="http://schemas.microsoft.com/office/drawing/2014/main" id="{F45BB9C3-539A-4184-53C0-B7EC80DB92AA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8" name="Rectangle 264">
                <a:extLst>
                  <a:ext uri="{FF2B5EF4-FFF2-40B4-BE49-F238E27FC236}">
                    <a16:creationId xmlns:a16="http://schemas.microsoft.com/office/drawing/2014/main" id="{0F3BE94B-6D92-3647-F79D-5D2BB8F01E3C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9" name="Rectangle 266">
                <a:extLst>
                  <a:ext uri="{FF2B5EF4-FFF2-40B4-BE49-F238E27FC236}">
                    <a16:creationId xmlns:a16="http://schemas.microsoft.com/office/drawing/2014/main" id="{BFE644DB-0553-1FA6-E276-6276C6262270}"/>
                  </a:ext>
                </a:extLst>
              </p:cNvPr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0" name="Rectangle 268">
                <a:extLst>
                  <a:ext uri="{FF2B5EF4-FFF2-40B4-BE49-F238E27FC236}">
                    <a16:creationId xmlns:a16="http://schemas.microsoft.com/office/drawing/2014/main" id="{52B7891C-9954-BCDA-C6C6-E4BBEDEDFF35}"/>
                  </a:ext>
                </a:extLst>
              </p:cNvPr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1" name="Rectangle 270">
                <a:extLst>
                  <a:ext uri="{FF2B5EF4-FFF2-40B4-BE49-F238E27FC236}">
                    <a16:creationId xmlns:a16="http://schemas.microsoft.com/office/drawing/2014/main" id="{B2D808A7-8794-C38E-83A9-06CEDC2A45FA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856AAF3C-D0F8-C670-8F36-175122A99879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8827440" cy="1295409"/>
                <a:chOff x="635723" y="5227320"/>
                <a:chExt cx="8827440" cy="1295409"/>
              </a:xfrm>
            </p:grpSpPr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7E40CC1-E86D-EE48-33CD-8B97766B542F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9E9FC17-48FD-74F5-A9B6-0963277C86B1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345729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필터 탭 클릭 — 해당 채널의 공지사항만 필터링하여 목록 표시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E5FAA1A-6960-8BA6-423F-F23247F0A4B7}"/>
                    </a:ext>
                  </a:extLst>
                </p:cNvPr>
                <p:cNvSpPr txBox="1"/>
                <p:nvPr/>
              </p:nvSpPr>
              <p:spPr>
                <a:xfrm>
                  <a:off x="6799339" y="5275897"/>
                  <a:ext cx="90472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탭 클릭 (Click)</a:t>
                  </a: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6AD4883-61E2-6030-D074-C7ABE3DD11E2}"/>
                    </a:ext>
                  </a:extLst>
                </p:cNvPr>
                <p:cNvSpPr txBox="1"/>
                <p:nvPr/>
              </p:nvSpPr>
              <p:spPr>
                <a:xfrm>
                  <a:off x="7842250" y="5275897"/>
                  <a:ext cx="114957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활성</a:t>
                  </a:r>
                  <a:r>
                    <a:rPr sz="900" dirty="0">
                      <a:latin typeface="+mn-ea"/>
                    </a:rPr>
                    <a:t> 탭 </a:t>
                  </a:r>
                  <a:r>
                    <a:rPr sz="900" dirty="0" err="1">
                      <a:latin typeface="+mn-ea"/>
                    </a:rPr>
                    <a:t>스타일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변경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88423FF9-FD15-095F-667A-A02DE38264D3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43601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분류·기간 드롭박스 + 키워드 입력 후 [검색] — 전문 검색(제목·내용·작성자) 결과 표시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B88B7529-2249-DEEE-1431-74ACC4280973}"/>
                    </a:ext>
                  </a:extLst>
                </p:cNvPr>
                <p:cNvSpPr txBox="1"/>
                <p:nvPr/>
              </p:nvSpPr>
              <p:spPr>
                <a:xfrm>
                  <a:off x="6744246" y="54790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3D53D14C-6EA4-70ED-4152-50992EB7029E}"/>
                    </a:ext>
                  </a:extLst>
                </p:cNvPr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빈 검색 시 전체 목록 반환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FDE9CF43-F8AB-AA97-0519-76C7C87B4AFE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40479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공지 고정 행 — [공지] 태그 + 배경색으로 일반 게시물과 구분, 목록 최상단 고정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2BDE596A-EA93-F165-A2D2-650D30CD406B}"/>
                    </a:ext>
                  </a:extLst>
                </p:cNvPr>
                <p:cNvSpPr txBox="1"/>
                <p:nvPr/>
              </p:nvSpPr>
              <p:spPr>
                <a:xfrm>
                  <a:off x="6808520" y="56822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6973CD9E-D239-1265-82E7-A8F95904015F}"/>
                    </a:ext>
                  </a:extLst>
                </p:cNvPr>
                <p:cNvSpPr txBox="1"/>
                <p:nvPr/>
              </p:nvSpPr>
              <p:spPr>
                <a:xfrm>
                  <a:off x="7842250" y="5682297"/>
                  <a:ext cx="162091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고정 해제는 관리자 전용 기능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E2E74100-9C0A-4C2E-0630-6F1C8F754053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391027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뱃지 — 행별 채널(대변인방·온라인방·외신·전체) 색상 코드로 시각 구분</a:t>
                  </a: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ECBB92A1-773E-E76A-71A5-93EF374B1B4E}"/>
                    </a:ext>
                  </a:extLst>
                </p:cNvPr>
                <p:cNvSpPr txBox="1"/>
                <p:nvPr/>
              </p:nvSpPr>
              <p:spPr>
                <a:xfrm>
                  <a:off x="6808519" y="58854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BB478321-1042-6F29-0243-A59D9DF1133E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154133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전체 채널 필터 시 항상 노출</a:t>
                  </a:r>
                </a:p>
              </p:txBody>
            </p: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38F4BE4B-83A6-D4A5-6537-D407A7051C84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30838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제목 클릭 → 공지사항 상세 보기 화면(SCR-NEW-103) 이동</a:t>
                  </a:r>
                </a:p>
              </p:txBody>
            </p: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4FACB73-984D-3F95-30AA-A96D8D426A7E}"/>
                    </a:ext>
                  </a:extLst>
                </p:cNvPr>
                <p:cNvSpPr txBox="1"/>
                <p:nvPr/>
              </p:nvSpPr>
              <p:spPr>
                <a:xfrm>
                  <a:off x="6762610" y="6088697"/>
                  <a:ext cx="9781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링크 클릭 (Link)</a:t>
                  </a: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168B44B7-EEC2-9D91-AC44-2BEF91A9C612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139442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현재 탭 이동 (새 탭 아님)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41FDBDFA-6736-D9BB-24C1-4E216D384FE5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9247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페이지네이션 클릭 — 해당 페이지의 공지사항 목록 로드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C79E7F4C-80E1-8567-7FAC-BD33E020CF3A}"/>
                    </a:ext>
                  </a:extLst>
                </p:cNvPr>
                <p:cNvSpPr txBox="1"/>
                <p:nvPr/>
              </p:nvSpPr>
              <p:spPr>
                <a:xfrm>
                  <a:off x="6744247" y="62918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7D32A373-23BF-408E-FA6C-86FEC0104CDF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기본</a:t>
                  </a:r>
                  <a:r>
                    <a:rPr sz="900" dirty="0">
                      <a:latin typeface="+mn-ea"/>
                    </a:rPr>
                    <a:t> 10건/</a:t>
                  </a:r>
                  <a:r>
                    <a:rPr sz="900" dirty="0" err="1">
                      <a:latin typeface="+mn-ea"/>
                    </a:rPr>
                    <a:t>페이지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56673FE3-A74B-56E9-C343-03F9CB2237BA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511" name="그룹 510">
                <a:extLst>
                  <a:ext uri="{FF2B5EF4-FFF2-40B4-BE49-F238E27FC236}">
                    <a16:creationId xmlns:a16="http://schemas.microsoft.com/office/drawing/2014/main" id="{44792EDF-DE70-CA6A-6D41-C40C5938CE86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87" name="Oval 468">
                  <a:extLst>
                    <a:ext uri="{FF2B5EF4-FFF2-40B4-BE49-F238E27FC236}">
                      <a16:creationId xmlns:a16="http://schemas.microsoft.com/office/drawing/2014/main" id="{B1158ACE-A7F9-F2B5-DF40-9CD9FC522CBD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FA0A84B-50A2-4CFB-DFBF-6BC13639E016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8750B260-0FE1-9801-6C48-CA7CABBB2410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85" name="Oval 474">
                  <a:extLst>
                    <a:ext uri="{FF2B5EF4-FFF2-40B4-BE49-F238E27FC236}">
                      <a16:creationId xmlns:a16="http://schemas.microsoft.com/office/drawing/2014/main" id="{156FE67F-001F-582B-8A70-7470D16AC6C0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7F66D69-5E0E-31DD-BED0-4D5FB0BDECD9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BAF39961-1047-95E6-E839-1B7123526655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76" name="Oval 480">
                  <a:extLst>
                    <a:ext uri="{FF2B5EF4-FFF2-40B4-BE49-F238E27FC236}">
                      <a16:creationId xmlns:a16="http://schemas.microsoft.com/office/drawing/2014/main" id="{FA24D68E-1F5F-804A-0BE9-307C9DE1B43E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AE8BB121-518B-1ABB-5C7B-0D56E65A70A7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441A25-BF0D-694E-B98D-A91425F0DB6F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74" name="Oval 486">
                  <a:extLst>
                    <a:ext uri="{FF2B5EF4-FFF2-40B4-BE49-F238E27FC236}">
                      <a16:creationId xmlns:a16="http://schemas.microsoft.com/office/drawing/2014/main" id="{F4DFF2EF-1FCA-61A4-BA04-FF2320499D76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8B64307-C14C-7F37-0020-7E2CDECDDC49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A237AF42-B5F2-A0E5-83EC-0678056D4441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72" name="Oval 492">
                  <a:extLst>
                    <a:ext uri="{FF2B5EF4-FFF2-40B4-BE49-F238E27FC236}">
                      <a16:creationId xmlns:a16="http://schemas.microsoft.com/office/drawing/2014/main" id="{8892AC6D-DF1F-8632-D148-63977DC20FD2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20772733-C7C7-455D-B58C-B1581DD6114F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id="{C61E0635-7593-9D69-E374-B1145FF33348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70" name="Oval 492">
                  <a:extLst>
                    <a:ext uri="{FF2B5EF4-FFF2-40B4-BE49-F238E27FC236}">
                      <a16:creationId xmlns:a16="http://schemas.microsoft.com/office/drawing/2014/main" id="{08460CF1-3550-8253-D89F-A01989C8619B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54BD787-195F-E882-2AB6-247C1B34446F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43700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/>
          <p:cNvGrpSpPr/>
          <p:nvPr/>
        </p:nvGrpSpPr>
        <p:grpSpPr>
          <a:xfrm>
            <a:off x="-7038" y="-7210"/>
            <a:ext cx="12199038" cy="6865210"/>
            <a:chOff x="-7038" y="-7210"/>
            <a:chExt cx="12199038" cy="6865210"/>
          </a:xfrm>
        </p:grpSpPr>
        <p:sp>
          <p:nvSpPr>
            <p:cNvPr id="64" name="Rectangle 2"/>
            <p:cNvSpPr/>
            <p:nvPr/>
          </p:nvSpPr>
          <p:spPr>
            <a:xfrm>
              <a:off x="-7038" y="-7210"/>
              <a:ext cx="12199038" cy="68580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22754" y="5394016"/>
              <a:ext cx="312907" cy="441801"/>
              <a:chOff x="574541" y="5430520"/>
              <a:chExt cx="298719" cy="441801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574541" y="5430520"/>
                <a:ext cx="29871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dirty="0">
                    <a:latin typeface="+mn-ea"/>
                  </a:rPr>
                  <a:t>②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74541" y="5626100"/>
                <a:ext cx="29871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>
                    <a:latin typeface="+mn-ea"/>
                  </a:rPr>
                  <a:t>③</a:t>
                </a:r>
              </a:p>
            </p:txBody>
          </p:sp>
        </p:grpSp>
        <p:sp>
          <p:nvSpPr>
            <p:cNvPr id="43" name="Rectangle 4"/>
            <p:cNvSpPr/>
            <p:nvPr/>
          </p:nvSpPr>
          <p:spPr>
            <a:xfrm>
              <a:off x="3088" y="0"/>
              <a:ext cx="12182734" cy="3302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14"/>
            <p:cNvSpPr/>
            <p:nvPr/>
          </p:nvSpPr>
          <p:spPr>
            <a:xfrm>
              <a:off x="-88" y="328771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90100" y="636475"/>
              <a:ext cx="2501900" cy="4375271"/>
              <a:chOff x="9690100" y="635000"/>
              <a:chExt cx="2501900" cy="4381500"/>
            </a:xfrm>
          </p:grpSpPr>
          <p:sp>
            <p:nvSpPr>
              <p:cNvPr id="46" name="Rectangle 189"/>
              <p:cNvSpPr/>
              <p:nvPr/>
            </p:nvSpPr>
            <p:spPr>
              <a:xfrm>
                <a:off x="9690100" y="635000"/>
                <a:ext cx="2501900" cy="4381500"/>
              </a:xfrm>
              <a:prstGeom prst="rect">
                <a:avLst/>
              </a:prstGeom>
              <a:solidFill>
                <a:srgbClr val="E8ECF4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7" name="Rectangle 190"/>
              <p:cNvSpPr/>
              <p:nvPr/>
            </p:nvSpPr>
            <p:spPr>
              <a:xfrm>
                <a:off x="9690100" y="635000"/>
                <a:ext cx="25019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9779000" y="654786"/>
                <a:ext cx="861133" cy="246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페이지</a:t>
                </a:r>
                <a:r>
                  <a:rPr sz="10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b="1" dirty="0" err="1">
                    <a:solidFill>
                      <a:srgbClr val="FFFFFF"/>
                    </a:solidFill>
                    <a:latin typeface="+mn-ea"/>
                  </a:rPr>
                  <a:t>정보</a:t>
                </a:r>
                <a:endParaRPr sz="10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9779000" y="952500"/>
                <a:ext cx="56297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 ID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9779000" y="1295400"/>
                <a:ext cx="530915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화면명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779000" y="16383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접근 권한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779000" y="1981200"/>
                <a:ext cx="678391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445064"/>
                    </a:solidFill>
                    <a:latin typeface="+mn-ea"/>
                  </a:rPr>
                  <a:t>메뉴 경로</a:t>
                </a:r>
              </a:p>
            </p:txBody>
          </p:sp>
          <p:sp>
            <p:nvSpPr>
              <p:cNvPr id="53" name="Rectangle 200"/>
              <p:cNvSpPr/>
              <p:nvPr/>
            </p:nvSpPr>
            <p:spPr>
              <a:xfrm>
                <a:off x="9690100" y="2324100"/>
                <a:ext cx="2501900" cy="20320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9779000" y="2331186"/>
                <a:ext cx="909223" cy="2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사용 컴포넌트</a:t>
                </a:r>
              </a:p>
            </p:txBody>
          </p:sp>
          <p:sp>
            <p:nvSpPr>
              <p:cNvPr id="55" name="Rectangle 209"/>
              <p:cNvSpPr/>
              <p:nvPr/>
            </p:nvSpPr>
            <p:spPr>
              <a:xfrm>
                <a:off x="9690100" y="3670300"/>
                <a:ext cx="2501900" cy="177800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7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4666" y="664210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60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4666" y="6619240"/>
                <a:ext cx="29049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80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80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800" dirty="0">
                  <a:solidFill>
                    <a:srgbClr val="AABBCC"/>
                  </a:solidFill>
                  <a:latin typeface="+mn-ea"/>
                </a:endParaRPr>
              </a:p>
            </p:txBody>
          </p:sp>
        </p:grpSp>
        <p:sp>
          <p:nvSpPr>
            <p:cNvPr id="65" name="Rectangle 17"/>
            <p:cNvSpPr/>
            <p:nvPr/>
          </p:nvSpPr>
          <p:spPr>
            <a:xfrm>
              <a:off x="-7038" y="630246"/>
              <a:ext cx="9697138" cy="4381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0" y="358140"/>
            <a:ext cx="44704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</a:rPr>
              <a:t>디지털채널지원 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&gt; </a:t>
            </a:r>
            <a:r>
              <a:rPr lang="ko-KR" altLang="en-US" sz="1100" b="1" dirty="0">
                <a:solidFill>
                  <a:srgbClr val="FFFFFF"/>
                </a:solidFill>
                <a:latin typeface="+mn-ea"/>
              </a:rPr>
              <a:t>디지털 </a:t>
            </a:r>
            <a:r>
              <a:rPr lang="ko-KR" altLang="en-US" sz="1100" b="1" dirty="0" err="1">
                <a:solidFill>
                  <a:srgbClr val="FFFFFF"/>
                </a:solidFill>
                <a:latin typeface="+mn-ea"/>
              </a:rPr>
              <a:t>콘텐츠</a:t>
            </a:r>
            <a:r>
              <a:rPr lang="ko-KR" altLang="en-US" sz="1100" b="1" dirty="0">
                <a:solidFill>
                  <a:srgbClr val="FFFFFF"/>
                </a:solidFill>
                <a:latin typeface="+mn-ea"/>
              </a:rPr>
              <a:t> 계획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94810" y="381000"/>
            <a:ext cx="2759090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AABBCC"/>
                </a:solidFill>
                <a:latin typeface="+mn-ea"/>
              </a:rPr>
              <a:t>홈  &gt;  </a:t>
            </a:r>
            <a:r>
              <a:rPr lang="ko-KR" altLang="en-US" sz="1000" dirty="0">
                <a:solidFill>
                  <a:srgbClr val="AABBCC"/>
                </a:solidFill>
                <a:latin typeface="+mn-ea"/>
              </a:rPr>
              <a:t>디지털채널지원</a:t>
            </a:r>
            <a:r>
              <a:rPr sz="1000" dirty="0">
                <a:solidFill>
                  <a:srgbClr val="AABBCC"/>
                </a:solidFill>
                <a:latin typeface="+mn-ea"/>
              </a:rPr>
              <a:t>  &gt;  </a:t>
            </a:r>
            <a:r>
              <a:rPr lang="ko-KR" altLang="en-US" sz="1000" dirty="0">
                <a:solidFill>
                  <a:srgbClr val="AABBCC"/>
                </a:solidFill>
                <a:latin typeface="+mn-ea"/>
              </a:rPr>
              <a:t>디지털 </a:t>
            </a:r>
            <a:r>
              <a:rPr lang="ko-KR" altLang="en-US" sz="1000" dirty="0" err="1">
                <a:solidFill>
                  <a:srgbClr val="AABBCC"/>
                </a:solidFill>
                <a:latin typeface="+mn-ea"/>
              </a:rPr>
              <a:t>콘텐츠</a:t>
            </a:r>
            <a:r>
              <a:rPr lang="ko-KR" altLang="en-US" sz="1000" dirty="0">
                <a:solidFill>
                  <a:srgbClr val="AABBCC"/>
                </a:solidFill>
                <a:latin typeface="+mn-ea"/>
              </a:rPr>
              <a:t> 계획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350200" y="6642100"/>
            <a:ext cx="1803700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OC</a:t>
            </a:r>
            <a:r>
              <a:rPr sz="800" dirty="0">
                <a:solidFill>
                  <a:srgbClr val="AABBCC"/>
                </a:solidFill>
                <a:latin typeface="+mn-ea"/>
              </a:rPr>
              <a:t>-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7</a:t>
            </a:r>
            <a:r>
              <a:rPr sz="800" dirty="0">
                <a:solidFill>
                  <a:srgbClr val="AABBCC"/>
                </a:solidFill>
                <a:latin typeface="+mn-ea"/>
              </a:rPr>
              <a:t>0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1</a:t>
            </a:r>
            <a:r>
              <a:rPr sz="800" dirty="0">
                <a:solidFill>
                  <a:srgbClr val="AABBCC"/>
                </a:solidFill>
                <a:latin typeface="+mn-ea"/>
              </a:rPr>
              <a:t> |  </a:t>
            </a:r>
            <a:r>
              <a:rPr lang="ko-KR" altLang="en-US" sz="800" dirty="0">
                <a:solidFill>
                  <a:srgbClr val="AABBCC"/>
                </a:solidFill>
                <a:latin typeface="+mn-ea"/>
              </a:rPr>
              <a:t>디지털 </a:t>
            </a:r>
            <a:r>
              <a:rPr lang="ko-KR" altLang="en-US" sz="800" dirty="0" err="1">
                <a:solidFill>
                  <a:srgbClr val="AABBCC"/>
                </a:solidFill>
                <a:latin typeface="+mn-ea"/>
              </a:rPr>
              <a:t>콘텐츠</a:t>
            </a:r>
            <a:r>
              <a:rPr lang="ko-KR" altLang="en-US" sz="800" dirty="0">
                <a:solidFill>
                  <a:srgbClr val="AABBCC"/>
                </a:solidFill>
                <a:latin typeface="+mn-ea"/>
              </a:rPr>
              <a:t> </a:t>
            </a:r>
            <a:r>
              <a:rPr lang="ko-KR" altLang="en-US" sz="800" dirty="0" err="1">
                <a:solidFill>
                  <a:srgbClr val="AABBCC"/>
                </a:solidFill>
                <a:latin typeface="+mn-ea"/>
              </a:rPr>
              <a:t>게획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9779000" y="1092200"/>
            <a:ext cx="2324100" cy="1274921"/>
            <a:chOff x="9779000" y="1092200"/>
            <a:chExt cx="2324100" cy="1274921"/>
          </a:xfrm>
        </p:grpSpPr>
        <p:sp>
          <p:nvSpPr>
            <p:cNvPr id="91" name="TextBox 90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7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디지털 </a:t>
              </a:r>
              <a:r>
                <a:rPr lang="ko-KR" altLang="en-US" sz="1000" dirty="0" err="1">
                  <a:solidFill>
                    <a:srgbClr val="1E2D45"/>
                  </a:solidFill>
                  <a:latin typeface="+mn-ea"/>
                </a:rPr>
                <a:t>콘텐츠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 계획 목록화면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전체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사용자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(</a:t>
              </a:r>
              <a:r>
                <a:rPr sz="1000" dirty="0" err="1">
                  <a:solidFill>
                    <a:srgbClr val="1E2D45"/>
                  </a:solidFill>
                  <a:latin typeface="+mn-ea"/>
                </a:rPr>
                <a:t>로그인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)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디지털채널지원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 &gt; 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디지털 </a:t>
              </a:r>
              <a:r>
                <a:rPr lang="ko-KR" altLang="en-US" sz="1000" dirty="0" err="1">
                  <a:solidFill>
                    <a:srgbClr val="1E2D45"/>
                  </a:solidFill>
                  <a:latin typeface="+mn-ea"/>
                </a:rPr>
                <a:t>콘텐츠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 계획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264" name="그룹 263"/>
          <p:cNvGrpSpPr/>
          <p:nvPr/>
        </p:nvGrpSpPr>
        <p:grpSpPr>
          <a:xfrm>
            <a:off x="-7038" y="635000"/>
            <a:ext cx="9697138" cy="261461"/>
            <a:chOff x="546100" y="635000"/>
            <a:chExt cx="9144000" cy="261461"/>
          </a:xfrm>
        </p:grpSpPr>
        <p:sp>
          <p:nvSpPr>
            <p:cNvPr id="265" name="Rectangle 18"/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660400" y="650240"/>
              <a:ext cx="122618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디지털 </a:t>
              </a:r>
              <a:r>
                <a:rPr lang="ko-KR" altLang="en-US" sz="1000" dirty="0" err="1">
                  <a:solidFill>
                    <a:srgbClr val="FFFFFF"/>
                  </a:solidFill>
                  <a:latin typeface="+mn-ea"/>
                </a:rPr>
                <a:t>콘텐츠</a:t>
              </a:r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 계획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-7038" y="939180"/>
            <a:ext cx="9643880" cy="1681382"/>
            <a:chOff x="3088" y="1784001"/>
            <a:chExt cx="9627576" cy="1681382"/>
          </a:xfrm>
        </p:grpSpPr>
        <p:sp>
          <p:nvSpPr>
            <p:cNvPr id="160" name="TextBox 159"/>
            <p:cNvSpPr txBox="1"/>
            <p:nvPr/>
          </p:nvSpPr>
          <p:spPr>
            <a:xfrm>
              <a:off x="91413" y="1784001"/>
              <a:ext cx="2693955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600" dirty="0">
                  <a:solidFill>
                    <a:srgbClr val="243241"/>
                  </a:solidFill>
                  <a:latin typeface="+mn-ea"/>
                </a:rPr>
                <a:t>◀   2026.05.25 ~ 05.31   ▶</a:t>
              </a:r>
            </a:p>
          </p:txBody>
        </p:sp>
        <p:sp>
          <p:nvSpPr>
            <p:cNvPr id="169" name="Rectangle 32"/>
            <p:cNvSpPr/>
            <p:nvPr/>
          </p:nvSpPr>
          <p:spPr>
            <a:xfrm>
              <a:off x="3094511" y="1829553"/>
              <a:ext cx="1324896" cy="14665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3168117" y="1818244"/>
              <a:ext cx="1074638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부처: 전체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257476" y="1825938"/>
              <a:ext cx="117769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172" name="Rectangle 35"/>
            <p:cNvSpPr/>
            <p:nvPr/>
          </p:nvSpPr>
          <p:spPr>
            <a:xfrm>
              <a:off x="3088" y="2089025"/>
              <a:ext cx="9598134" cy="169221"/>
            </a:xfrm>
            <a:prstGeom prst="rect">
              <a:avLst/>
            </a:prstGeom>
            <a:solidFill>
              <a:srgbClr val="3C4A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91414" y="2081303"/>
              <a:ext cx="2944213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>
                  <a:solidFill>
                    <a:srgbClr val="FFFFFF"/>
                  </a:solidFill>
                  <a:latin typeface="+mn-ea"/>
                </a:rPr>
                <a:t>교육부  </a:t>
              </a:r>
              <a:r>
                <a:rPr sz="1200">
                  <a:solidFill>
                    <a:srgbClr val="C3CEDE"/>
                  </a:solidFill>
                  <a:latin typeface="+mn-ea"/>
                </a:rPr>
                <a:t>(4건)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9395127" y="2065914"/>
              <a:ext cx="117769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+mn-ea"/>
                </a:rPr>
                <a:t>▾</a:t>
              </a:r>
            </a:p>
          </p:txBody>
        </p:sp>
        <p:sp>
          <p:nvSpPr>
            <p:cNvPr id="175" name="Rectangle 38"/>
            <p:cNvSpPr/>
            <p:nvPr/>
          </p:nvSpPr>
          <p:spPr>
            <a:xfrm>
              <a:off x="3088" y="2258245"/>
              <a:ext cx="9598134" cy="3243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61972" y="2312693"/>
              <a:ext cx="294421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2E4470"/>
                  </a:solidFill>
                  <a:latin typeface="+mn-ea"/>
                </a:rPr>
                <a:t>1</a:t>
              </a:r>
            </a:p>
          </p:txBody>
        </p:sp>
        <p:sp>
          <p:nvSpPr>
            <p:cNvPr id="177" name="Rounded Rectangle 40"/>
            <p:cNvSpPr/>
            <p:nvPr/>
          </p:nvSpPr>
          <p:spPr>
            <a:xfrm>
              <a:off x="385836" y="2309011"/>
              <a:ext cx="780216" cy="118455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385836" y="2291295"/>
              <a:ext cx="780216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5.26(화)</a:t>
              </a:r>
            </a:p>
          </p:txBody>
        </p:sp>
        <p:sp>
          <p:nvSpPr>
            <p:cNvPr id="179" name="Rounded Rectangle 42"/>
            <p:cNvSpPr/>
            <p:nvPr/>
          </p:nvSpPr>
          <p:spPr>
            <a:xfrm>
              <a:off x="385836" y="2444389"/>
              <a:ext cx="426911" cy="118455"/>
            </a:xfrm>
            <a:prstGeom prst="roundRect">
              <a:avLst>
                <a:gd name="adj" fmla="val 50000"/>
              </a:avLst>
            </a:prstGeom>
            <a:solidFill>
              <a:srgbClr val="E5E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85836" y="2426673"/>
              <a:ext cx="426911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인스타</a:t>
              </a:r>
            </a:p>
          </p:txBody>
        </p:sp>
        <p:sp>
          <p:nvSpPr>
            <p:cNvPr id="181" name="Rounded Rectangle 44"/>
            <p:cNvSpPr/>
            <p:nvPr/>
          </p:nvSpPr>
          <p:spPr>
            <a:xfrm>
              <a:off x="865742" y="2444389"/>
              <a:ext cx="338584" cy="118455"/>
            </a:xfrm>
            <a:prstGeom prst="roundRect">
              <a:avLst>
                <a:gd name="adj" fmla="val 50000"/>
              </a:avLst>
            </a:prstGeom>
            <a:solidFill>
              <a:srgbClr val="E5E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865742" y="2426673"/>
              <a:ext cx="338584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페북</a:t>
              </a:r>
            </a:p>
          </p:txBody>
        </p:sp>
        <p:sp>
          <p:nvSpPr>
            <p:cNvPr id="183" name="Rounded Rectangle 46"/>
            <p:cNvSpPr/>
            <p:nvPr/>
          </p:nvSpPr>
          <p:spPr>
            <a:xfrm>
              <a:off x="1257322" y="2444389"/>
              <a:ext cx="426911" cy="118455"/>
            </a:xfrm>
            <a:prstGeom prst="roundRect">
              <a:avLst>
                <a:gd name="adj" fmla="val 50000"/>
              </a:avLst>
            </a:prstGeom>
            <a:solidFill>
              <a:srgbClr val="E5E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257322" y="2426673"/>
              <a:ext cx="426911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블로그</a:t>
              </a:r>
            </a:p>
          </p:txBody>
        </p:sp>
        <p:sp>
          <p:nvSpPr>
            <p:cNvPr id="185" name="Rounded Rectangle 48"/>
            <p:cNvSpPr/>
            <p:nvPr/>
          </p:nvSpPr>
          <p:spPr>
            <a:xfrm>
              <a:off x="2064037" y="2309011"/>
              <a:ext cx="515237" cy="126916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2064037" y="2295526"/>
              <a:ext cx="51523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카드뉴스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2829532" y="2292090"/>
              <a:ext cx="338584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dirty="0" err="1">
                  <a:solidFill>
                    <a:srgbClr val="243241"/>
                  </a:solidFill>
                  <a:latin typeface="+mn-ea"/>
                </a:rPr>
                <a:t>온국민평생배움터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홍보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평생학습계좌제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배움터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이해도·이용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활성화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카드뉴스</a:t>
              </a:r>
              <a:endParaRPr sz="9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362588" y="2297730"/>
              <a:ext cx="147210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dirty="0" err="1">
                  <a:solidFill>
                    <a:srgbClr val="243241"/>
                  </a:solidFill>
                  <a:latin typeface="+mn-ea"/>
                </a:rPr>
                <a:t>윤○현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690650" y="2315218"/>
              <a:ext cx="1472106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dirty="0" err="1">
                  <a:solidFill>
                    <a:srgbClr val="8B95A1"/>
                  </a:solidFill>
                  <a:latin typeface="+mn-ea"/>
                </a:rPr>
                <a:t>디지털소통팀</a:t>
              </a:r>
              <a:endParaRPr sz="800" dirty="0">
                <a:solidFill>
                  <a:srgbClr val="8B95A1"/>
                </a:solidFill>
                <a:latin typeface="+mn-ea"/>
              </a:endParaRP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6362588" y="2443794"/>
              <a:ext cx="1472106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dirty="0">
                  <a:solidFill>
                    <a:srgbClr val="8B95A1"/>
                  </a:solidFill>
                  <a:latin typeface="+mn-ea"/>
                </a:rPr>
                <a:t>☎ 010-****-5793</a:t>
              </a:r>
            </a:p>
          </p:txBody>
        </p:sp>
        <p:sp>
          <p:nvSpPr>
            <p:cNvPr id="191" name="Rounded Rectangle 54"/>
            <p:cNvSpPr/>
            <p:nvPr/>
          </p:nvSpPr>
          <p:spPr>
            <a:xfrm>
              <a:off x="7952463" y="2356957"/>
              <a:ext cx="515237" cy="126916"/>
            </a:xfrm>
            <a:prstGeom prst="roundRect">
              <a:avLst>
                <a:gd name="adj" fmla="val 50000"/>
              </a:avLst>
            </a:prstGeom>
            <a:solidFill>
              <a:srgbClr val="EDF1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7952463" y="2343472"/>
              <a:ext cx="51523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④ 기타</a:t>
              </a:r>
            </a:p>
          </p:txBody>
        </p:sp>
        <p:sp>
          <p:nvSpPr>
            <p:cNvPr id="193" name="Rectangle 56"/>
            <p:cNvSpPr/>
            <p:nvPr/>
          </p:nvSpPr>
          <p:spPr>
            <a:xfrm>
              <a:off x="3088" y="2582586"/>
              <a:ext cx="9598134" cy="3243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61972" y="2637034"/>
              <a:ext cx="294421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2E4470"/>
                  </a:solidFill>
                  <a:latin typeface="+mn-ea"/>
                </a:rPr>
                <a:t>2</a:t>
              </a:r>
            </a:p>
          </p:txBody>
        </p:sp>
        <p:sp>
          <p:nvSpPr>
            <p:cNvPr id="195" name="Rounded Rectangle 58"/>
            <p:cNvSpPr/>
            <p:nvPr/>
          </p:nvSpPr>
          <p:spPr>
            <a:xfrm>
              <a:off x="385836" y="2633352"/>
              <a:ext cx="780216" cy="118455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385836" y="2615636"/>
              <a:ext cx="780216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5.27(수)</a:t>
              </a:r>
            </a:p>
          </p:txBody>
        </p:sp>
        <p:sp>
          <p:nvSpPr>
            <p:cNvPr id="197" name="Rounded Rectangle 60"/>
            <p:cNvSpPr/>
            <p:nvPr/>
          </p:nvSpPr>
          <p:spPr>
            <a:xfrm>
              <a:off x="385836" y="2768729"/>
              <a:ext cx="426911" cy="118455"/>
            </a:xfrm>
            <a:prstGeom prst="roundRect">
              <a:avLst>
                <a:gd name="adj" fmla="val 50000"/>
              </a:avLst>
            </a:prstGeom>
            <a:solidFill>
              <a:srgbClr val="E5E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385836" y="2751013"/>
              <a:ext cx="426911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유튜브</a:t>
              </a:r>
            </a:p>
          </p:txBody>
        </p:sp>
        <p:sp>
          <p:nvSpPr>
            <p:cNvPr id="199" name="Rounded Rectangle 62"/>
            <p:cNvSpPr/>
            <p:nvPr/>
          </p:nvSpPr>
          <p:spPr>
            <a:xfrm>
              <a:off x="2064037" y="2633352"/>
              <a:ext cx="338584" cy="126916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2064037" y="2619867"/>
              <a:ext cx="338584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영상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2829532" y="2616430"/>
              <a:ext cx="338584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>
                  <a:solidFill>
                    <a:srgbClr val="243241"/>
                  </a:solidFill>
                  <a:latin typeface="+mn-ea"/>
                </a:rPr>
                <a:t>정부 출범 1주년 계기 출입기자 간담회 — 교육 분야 주요 성과 장관 영상</a:t>
              </a:r>
            </a:p>
          </p:txBody>
        </p:sp>
        <p:sp>
          <p:nvSpPr>
            <p:cNvPr id="205" name="Rounded Rectangle 68"/>
            <p:cNvSpPr/>
            <p:nvPr/>
          </p:nvSpPr>
          <p:spPr>
            <a:xfrm>
              <a:off x="7952463" y="2681298"/>
              <a:ext cx="956869" cy="126916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952463" y="2667813"/>
              <a:ext cx="1053068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dirty="0">
                  <a:solidFill>
                    <a:srgbClr val="1565C0"/>
                  </a:solidFill>
                  <a:latin typeface="+mn-ea"/>
                </a:rPr>
                <a:t>① </a:t>
              </a:r>
              <a:r>
                <a:rPr sz="1000" dirty="0" err="1">
                  <a:solidFill>
                    <a:srgbClr val="1565C0"/>
                  </a:solidFill>
                  <a:latin typeface="+mn-ea"/>
                </a:rPr>
                <a:t>공약</a:t>
              </a:r>
              <a:r>
                <a:rPr sz="1000" dirty="0">
                  <a:solidFill>
                    <a:srgbClr val="1565C0"/>
                  </a:solidFill>
                  <a:latin typeface="+mn-ea"/>
                </a:rPr>
                <a:t>/</a:t>
              </a:r>
              <a:r>
                <a:rPr sz="1000" dirty="0" err="1">
                  <a:solidFill>
                    <a:srgbClr val="1565C0"/>
                  </a:solidFill>
                  <a:latin typeface="+mn-ea"/>
                </a:rPr>
                <a:t>국정과제</a:t>
              </a:r>
              <a:endParaRPr sz="1000" dirty="0">
                <a:solidFill>
                  <a:srgbClr val="1565C0"/>
                </a:solidFill>
                <a:latin typeface="+mn-ea"/>
              </a:endParaRPr>
            </a:p>
          </p:txBody>
        </p:sp>
        <p:sp>
          <p:nvSpPr>
            <p:cNvPr id="207" name="Rectangle 70"/>
            <p:cNvSpPr/>
            <p:nvPr/>
          </p:nvSpPr>
          <p:spPr>
            <a:xfrm>
              <a:off x="3088" y="2906926"/>
              <a:ext cx="9598134" cy="3243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61972" y="2961374"/>
              <a:ext cx="294421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2E4470"/>
                  </a:solidFill>
                  <a:latin typeface="+mn-ea"/>
                </a:rPr>
                <a:t>3</a:t>
              </a:r>
            </a:p>
          </p:txBody>
        </p:sp>
        <p:sp>
          <p:nvSpPr>
            <p:cNvPr id="209" name="Rounded Rectangle 72"/>
            <p:cNvSpPr/>
            <p:nvPr/>
          </p:nvSpPr>
          <p:spPr>
            <a:xfrm>
              <a:off x="385836" y="2957692"/>
              <a:ext cx="780216" cy="118455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85836" y="2939976"/>
              <a:ext cx="780216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5.27(수)</a:t>
              </a:r>
            </a:p>
          </p:txBody>
        </p:sp>
        <p:sp>
          <p:nvSpPr>
            <p:cNvPr id="211" name="Rounded Rectangle 74"/>
            <p:cNvSpPr/>
            <p:nvPr/>
          </p:nvSpPr>
          <p:spPr>
            <a:xfrm>
              <a:off x="385836" y="3093069"/>
              <a:ext cx="426911" cy="118455"/>
            </a:xfrm>
            <a:prstGeom prst="roundRect">
              <a:avLst>
                <a:gd name="adj" fmla="val 50000"/>
              </a:avLst>
            </a:prstGeom>
            <a:solidFill>
              <a:srgbClr val="E5E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85836" y="3075353"/>
              <a:ext cx="426911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4470"/>
                  </a:solidFill>
                  <a:latin typeface="+mn-ea"/>
                </a:rPr>
                <a:t>인스타</a:t>
              </a:r>
            </a:p>
          </p:txBody>
        </p:sp>
        <p:sp>
          <p:nvSpPr>
            <p:cNvPr id="213" name="Rounded Rectangle 76"/>
            <p:cNvSpPr/>
            <p:nvPr/>
          </p:nvSpPr>
          <p:spPr>
            <a:xfrm>
              <a:off x="2064037" y="2957692"/>
              <a:ext cx="338584" cy="126916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064037" y="2944207"/>
              <a:ext cx="338584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숏폼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829532" y="2940770"/>
              <a:ext cx="3385845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dirty="0" err="1">
                  <a:solidFill>
                    <a:srgbClr val="243241"/>
                  </a:solidFill>
                  <a:latin typeface="+mn-ea"/>
                </a:rPr>
                <a:t>숫자로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보는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5월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교육뉴스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주요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소식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리마인드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숏폼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영상</a:t>
              </a:r>
              <a:endParaRPr sz="9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219" name="Rounded Rectangle 82"/>
            <p:cNvSpPr/>
            <p:nvPr/>
          </p:nvSpPr>
          <p:spPr>
            <a:xfrm>
              <a:off x="7952463" y="3005638"/>
              <a:ext cx="515237" cy="126916"/>
            </a:xfrm>
            <a:prstGeom prst="roundRect">
              <a:avLst>
                <a:gd name="adj" fmla="val 50000"/>
              </a:avLst>
            </a:prstGeom>
            <a:solidFill>
              <a:srgbClr val="EDF1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7952463" y="2992153"/>
              <a:ext cx="51523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④ 기타</a:t>
              </a:r>
            </a:p>
          </p:txBody>
        </p:sp>
        <p:sp>
          <p:nvSpPr>
            <p:cNvPr id="221" name="Rectangle 84"/>
            <p:cNvSpPr/>
            <p:nvPr/>
          </p:nvSpPr>
          <p:spPr>
            <a:xfrm>
              <a:off x="3088" y="3231266"/>
              <a:ext cx="9598134" cy="155119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91414" y="3228034"/>
              <a:ext cx="9421481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총리실 · 재경부 · 과기정통부  </a:t>
              </a:r>
              <a:r>
                <a:rPr sz="1050">
                  <a:solidFill>
                    <a:srgbClr val="8B95A1"/>
                  </a:solidFill>
                  <a:latin typeface="+mn-ea"/>
                </a:rPr>
                <a:t>— 이번 주 계획 없음 (▸ 펼쳐서 추가)</a:t>
              </a: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9454011" y="3296106"/>
              <a:ext cx="176653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25" name="그룹 224"/>
          <p:cNvGrpSpPr/>
          <p:nvPr/>
        </p:nvGrpSpPr>
        <p:grpSpPr>
          <a:xfrm>
            <a:off x="3789567" y="2722510"/>
            <a:ext cx="2128883" cy="243876"/>
            <a:chOff x="3736159" y="4572000"/>
            <a:chExt cx="2128883" cy="243876"/>
          </a:xfrm>
        </p:grpSpPr>
        <p:sp>
          <p:nvSpPr>
            <p:cNvPr id="226" name="Rectangle 142"/>
            <p:cNvSpPr/>
            <p:nvPr/>
          </p:nvSpPr>
          <p:spPr>
            <a:xfrm>
              <a:off x="37465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37361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≪</a:t>
              </a:r>
            </a:p>
          </p:txBody>
        </p:sp>
        <p:sp>
          <p:nvSpPr>
            <p:cNvPr id="260" name="Rectangle 144"/>
            <p:cNvSpPr/>
            <p:nvPr/>
          </p:nvSpPr>
          <p:spPr>
            <a:xfrm>
              <a:off x="40513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40409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＜</a:t>
              </a:r>
            </a:p>
          </p:txBody>
        </p:sp>
        <p:sp>
          <p:nvSpPr>
            <p:cNvPr id="262" name="Rectangle 146"/>
            <p:cNvSpPr/>
            <p:nvPr/>
          </p:nvSpPr>
          <p:spPr>
            <a:xfrm>
              <a:off x="4356100" y="4572000"/>
              <a:ext cx="279400" cy="2032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43698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267" name="Rectangle 148"/>
            <p:cNvSpPr/>
            <p:nvPr/>
          </p:nvSpPr>
          <p:spPr>
            <a:xfrm>
              <a:off x="46609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46746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2</a:t>
              </a:r>
            </a:p>
          </p:txBody>
        </p:sp>
        <p:sp>
          <p:nvSpPr>
            <p:cNvPr id="269" name="Rectangle 150"/>
            <p:cNvSpPr/>
            <p:nvPr/>
          </p:nvSpPr>
          <p:spPr>
            <a:xfrm>
              <a:off x="49657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4979404" y="4585044"/>
              <a:ext cx="251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3</a:t>
              </a:r>
            </a:p>
          </p:txBody>
        </p:sp>
        <p:sp>
          <p:nvSpPr>
            <p:cNvPr id="271" name="Rectangle 152"/>
            <p:cNvSpPr/>
            <p:nvPr/>
          </p:nvSpPr>
          <p:spPr>
            <a:xfrm>
              <a:off x="52705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52601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＞</a:t>
              </a:r>
            </a:p>
          </p:txBody>
        </p:sp>
        <p:sp>
          <p:nvSpPr>
            <p:cNvPr id="273" name="Rectangle 154"/>
            <p:cNvSpPr/>
            <p:nvPr/>
          </p:nvSpPr>
          <p:spPr>
            <a:xfrm>
              <a:off x="5575300" y="457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5564959" y="4585044"/>
              <a:ext cx="3000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≫</a:t>
              </a:r>
            </a:p>
          </p:txBody>
        </p:sp>
      </p:grpSp>
      <p:sp>
        <p:nvSpPr>
          <p:cNvPr id="282" name="모서리가 둥근 직사각형 281"/>
          <p:cNvSpPr/>
          <p:nvPr/>
        </p:nvSpPr>
        <p:spPr>
          <a:xfrm>
            <a:off x="324274" y="1421972"/>
            <a:ext cx="2317326" cy="375263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283" name="모서리가 둥근 직사각형 282"/>
          <p:cNvSpPr/>
          <p:nvPr/>
        </p:nvSpPr>
        <p:spPr>
          <a:xfrm>
            <a:off x="7917396" y="1737762"/>
            <a:ext cx="1093254" cy="344085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9779000" y="2554175"/>
            <a:ext cx="1871025" cy="864357"/>
            <a:chOff x="9779000" y="2693875"/>
            <a:chExt cx="1871025" cy="864357"/>
          </a:xfrm>
        </p:grpSpPr>
        <p:grpSp>
          <p:nvGrpSpPr>
            <p:cNvPr id="284" name="그룹 283"/>
            <p:cNvGrpSpPr/>
            <p:nvPr/>
          </p:nvGrpSpPr>
          <p:grpSpPr>
            <a:xfrm>
              <a:off x="9779000" y="2693875"/>
              <a:ext cx="1871025" cy="700732"/>
              <a:chOff x="9779000" y="2693875"/>
              <a:chExt cx="1871025" cy="700732"/>
            </a:xfrm>
          </p:grpSpPr>
          <p:sp>
            <p:nvSpPr>
              <p:cNvPr id="286" name="TextBox 285"/>
              <p:cNvSpPr txBox="1"/>
              <p:nvPr/>
            </p:nvSpPr>
            <p:spPr>
              <a:xfrm>
                <a:off x="9779000" y="2693875"/>
                <a:ext cx="178766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· 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드롭박스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(Default) — </a:t>
                </a:r>
                <a:r>
                  <a:rPr lang="ko-KR" altLang="en-US" sz="900" dirty="0">
                    <a:solidFill>
                      <a:srgbClr val="1E2D45"/>
                    </a:solidFill>
                    <a:latin typeface="+mn-ea"/>
                  </a:rPr>
                  <a:t>부처구분</a:t>
                </a:r>
                <a:endParaRPr sz="900" dirty="0">
                  <a:solidFill>
                    <a:srgbClr val="1E2D45"/>
                  </a:solidFill>
                  <a:latin typeface="+mn-ea"/>
                </a:endParaRPr>
              </a:p>
            </p:txBody>
          </p:sp>
          <p:sp>
            <p:nvSpPr>
              <p:cNvPr id="287" name="TextBox 286"/>
              <p:cNvSpPr txBox="1"/>
              <p:nvPr/>
            </p:nvSpPr>
            <p:spPr>
              <a:xfrm>
                <a:off x="9779000" y="2846275"/>
                <a:ext cx="18710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· 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기본Btn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(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사각형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) — 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검색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/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초기화</a:t>
                </a:r>
                <a:endParaRPr sz="900" dirty="0">
                  <a:solidFill>
                    <a:srgbClr val="1E2D45"/>
                  </a:solidFill>
                  <a:latin typeface="+mn-ea"/>
                </a:endParaRPr>
              </a:p>
            </p:txBody>
          </p:sp>
          <p:sp>
            <p:nvSpPr>
              <p:cNvPr id="288" name="TextBox 287"/>
              <p:cNvSpPr txBox="1"/>
              <p:nvPr/>
            </p:nvSpPr>
            <p:spPr>
              <a:xfrm>
                <a:off x="9779000" y="2998675"/>
                <a:ext cx="123623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· 표(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리스트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) —  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목록</a:t>
                </a:r>
                <a:endParaRPr sz="900" dirty="0">
                  <a:solidFill>
                    <a:srgbClr val="1E2D45"/>
                  </a:solidFill>
                  <a:latin typeface="+mn-ea"/>
                </a:endParaRPr>
              </a:p>
            </p:txBody>
          </p:sp>
          <p:sp>
            <p:nvSpPr>
              <p:cNvPr id="289" name="TextBox 288"/>
              <p:cNvSpPr txBox="1"/>
              <p:nvPr/>
            </p:nvSpPr>
            <p:spPr>
              <a:xfrm>
                <a:off x="9779000" y="3163775"/>
                <a:ext cx="140294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· 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페이지넘버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(</a:t>
                </a:r>
                <a:r>
                  <a:rPr sz="900" dirty="0" err="1">
                    <a:solidFill>
                      <a:srgbClr val="1E2D45"/>
                    </a:solidFill>
                    <a:latin typeface="+mn-ea"/>
                  </a:rPr>
                  <a:t>페이지형</a:t>
                </a:r>
                <a:r>
                  <a:rPr sz="900" dirty="0">
                    <a:solidFill>
                      <a:srgbClr val="1E2D45"/>
                    </a:solidFill>
                    <a:latin typeface="+mn-ea"/>
                  </a:rPr>
                  <a:t>) </a:t>
                </a:r>
              </a:p>
            </p:txBody>
          </p:sp>
        </p:grpSp>
        <p:sp>
          <p:nvSpPr>
            <p:cNvPr id="290" name="TextBox 289"/>
            <p:cNvSpPr txBox="1"/>
            <p:nvPr/>
          </p:nvSpPr>
          <p:spPr>
            <a:xfrm>
              <a:off x="9779000" y="33274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엑셀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/PDF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다운로드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버튼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7566058" y="913047"/>
            <a:ext cx="2089945" cy="224588"/>
            <a:chOff x="6495486" y="3403502"/>
            <a:chExt cx="2089945" cy="224588"/>
          </a:xfrm>
        </p:grpSpPr>
        <p:sp>
          <p:nvSpPr>
            <p:cNvPr id="291" name="Rectangle 25"/>
            <p:cNvSpPr/>
            <p:nvPr/>
          </p:nvSpPr>
          <p:spPr>
            <a:xfrm>
              <a:off x="6497231" y="3421790"/>
              <a:ext cx="643774" cy="177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6495486" y="3403502"/>
              <a:ext cx="57259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lang="en-US" altLang="ko-KR" sz="800" dirty="0">
                  <a:solidFill>
                    <a:srgbClr val="FFFFFF"/>
                  </a:solidFill>
                  <a:latin typeface="+mn-ea"/>
                </a:rPr>
                <a:t>+ </a:t>
              </a:r>
              <a:r>
                <a:rPr lang="ko-KR" altLang="en-US" sz="800" dirty="0">
                  <a:solidFill>
                    <a:srgbClr val="FFFFFF"/>
                  </a:solidFill>
                  <a:latin typeface="+mn-ea"/>
                </a:rPr>
                <a:t>등 </a:t>
              </a:r>
              <a:r>
                <a:rPr lang="ko-KR" altLang="en-US" sz="800" dirty="0" err="1">
                  <a:solidFill>
                    <a:srgbClr val="FFFFFF"/>
                  </a:solidFill>
                  <a:latin typeface="+mn-ea"/>
                </a:rPr>
                <a:t>록</a:t>
              </a:r>
              <a:endParaRPr sz="8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95" name="Rectangle 36"/>
            <p:cNvSpPr/>
            <p:nvPr/>
          </p:nvSpPr>
          <p:spPr>
            <a:xfrm>
              <a:off x="7177130" y="3409090"/>
              <a:ext cx="654007" cy="190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7097126" y="3412646"/>
              <a:ext cx="82907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445064"/>
                  </a:solidFill>
                  <a:latin typeface="+mn-ea"/>
                </a:rPr>
                <a:t>엑셀</a:t>
              </a:r>
              <a:r>
                <a:rPr sz="8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lang="ko-KR" altLang="en-US" sz="800" dirty="0">
                  <a:solidFill>
                    <a:srgbClr val="445064"/>
                  </a:solidFill>
                  <a:latin typeface="+mn-ea"/>
                </a:rPr>
                <a:t>다운로드</a:t>
              </a:r>
              <a:endParaRPr sz="8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296" name="Rectangle 36"/>
            <p:cNvSpPr/>
            <p:nvPr/>
          </p:nvSpPr>
          <p:spPr>
            <a:xfrm>
              <a:off x="7882771" y="3409090"/>
              <a:ext cx="654007" cy="190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7850936" y="3412646"/>
              <a:ext cx="73449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dirty="0" err="1">
                  <a:solidFill>
                    <a:srgbClr val="445064"/>
                  </a:solidFill>
                  <a:latin typeface="+mn-ea"/>
                </a:rPr>
                <a:t>일단위</a:t>
              </a:r>
              <a:r>
                <a:rPr lang="ko-KR" altLang="en-US" sz="800" dirty="0">
                  <a:solidFill>
                    <a:srgbClr val="445064"/>
                  </a:solidFill>
                  <a:latin typeface="+mn-ea"/>
                </a:rPr>
                <a:t> 보기</a:t>
              </a:r>
              <a:endParaRPr sz="800" dirty="0">
                <a:solidFill>
                  <a:srgbClr val="445064"/>
                </a:solidFill>
                <a:latin typeface="+mn-ea"/>
              </a:endParaRPr>
            </a:p>
          </p:txBody>
        </p:sp>
      </p:grpSp>
      <p:grpSp>
        <p:nvGrpSpPr>
          <p:cNvPr id="297" name="그룹 296"/>
          <p:cNvGrpSpPr/>
          <p:nvPr/>
        </p:nvGrpSpPr>
        <p:grpSpPr>
          <a:xfrm>
            <a:off x="277407" y="2530535"/>
            <a:ext cx="216000" cy="216000"/>
            <a:chOff x="3966029" y="6357600"/>
            <a:chExt cx="216000" cy="216000"/>
          </a:xfrm>
        </p:grpSpPr>
        <p:sp>
          <p:nvSpPr>
            <p:cNvPr id="298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300" name="그룹 299"/>
          <p:cNvGrpSpPr/>
          <p:nvPr/>
        </p:nvGrpSpPr>
        <p:grpSpPr>
          <a:xfrm>
            <a:off x="2824192" y="842061"/>
            <a:ext cx="216000" cy="216000"/>
            <a:chOff x="3966029" y="6357600"/>
            <a:chExt cx="216000" cy="216000"/>
          </a:xfrm>
        </p:grpSpPr>
        <p:sp>
          <p:nvSpPr>
            <p:cNvPr id="30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03" name="그룹 302"/>
          <p:cNvGrpSpPr/>
          <p:nvPr/>
        </p:nvGrpSpPr>
        <p:grpSpPr>
          <a:xfrm>
            <a:off x="7701396" y="1581235"/>
            <a:ext cx="216000" cy="216000"/>
            <a:chOff x="3966029" y="6357600"/>
            <a:chExt cx="216000" cy="216000"/>
          </a:xfrm>
        </p:grpSpPr>
        <p:sp>
          <p:nvSpPr>
            <p:cNvPr id="30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06" name="그룹 305"/>
          <p:cNvGrpSpPr/>
          <p:nvPr/>
        </p:nvGrpSpPr>
        <p:grpSpPr>
          <a:xfrm>
            <a:off x="1562733" y="1673450"/>
            <a:ext cx="216000" cy="216000"/>
            <a:chOff x="3966029" y="6357600"/>
            <a:chExt cx="216000" cy="216000"/>
          </a:xfrm>
        </p:grpSpPr>
        <p:sp>
          <p:nvSpPr>
            <p:cNvPr id="30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24" name="그룹 223"/>
          <p:cNvGrpSpPr/>
          <p:nvPr/>
        </p:nvGrpSpPr>
        <p:grpSpPr>
          <a:xfrm>
            <a:off x="9135890" y="1187936"/>
            <a:ext cx="216000" cy="216000"/>
            <a:chOff x="3966029" y="6357600"/>
            <a:chExt cx="216000" cy="216000"/>
          </a:xfrm>
        </p:grpSpPr>
        <p:sp>
          <p:nvSpPr>
            <p:cNvPr id="22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35" name="그룹 234"/>
          <p:cNvGrpSpPr/>
          <p:nvPr/>
        </p:nvGrpSpPr>
        <p:grpSpPr>
          <a:xfrm>
            <a:off x="6485292" y="1220814"/>
            <a:ext cx="216000" cy="216000"/>
            <a:chOff x="3966029" y="6357600"/>
            <a:chExt cx="216000" cy="216000"/>
          </a:xfrm>
        </p:grpSpPr>
        <p:sp>
          <p:nvSpPr>
            <p:cNvPr id="23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26A75A7F-21ED-4185-BDDC-848E55D126E9}"/>
              </a:ext>
            </a:extLst>
          </p:cNvPr>
          <p:cNvSpPr txBox="1"/>
          <p:nvPr/>
        </p:nvSpPr>
        <p:spPr>
          <a:xfrm>
            <a:off x="6372675" y="1781336"/>
            <a:ext cx="147459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 err="1">
                <a:solidFill>
                  <a:srgbClr val="243241"/>
                </a:solidFill>
                <a:latin typeface="+mn-ea"/>
              </a:rPr>
              <a:t>윤○현</a:t>
            </a:r>
            <a:r>
              <a:rPr sz="900" dirty="0">
                <a:solidFill>
                  <a:srgbClr val="243241"/>
                </a:solidFill>
                <a:latin typeface="+mn-ea"/>
              </a:rPr>
              <a:t> 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9EEDC5B-ADB6-4158-B679-9D1E3CDF3316}"/>
              </a:ext>
            </a:extLst>
          </p:cNvPr>
          <p:cNvSpPr txBox="1"/>
          <p:nvPr/>
        </p:nvSpPr>
        <p:spPr>
          <a:xfrm>
            <a:off x="6701292" y="1798824"/>
            <a:ext cx="147459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dirty="0" err="1">
                <a:solidFill>
                  <a:srgbClr val="8B95A1"/>
                </a:solidFill>
                <a:latin typeface="+mn-ea"/>
              </a:rPr>
              <a:t>디지털소통팀</a:t>
            </a:r>
            <a:endParaRPr sz="800" dirty="0">
              <a:solidFill>
                <a:srgbClr val="8B95A1"/>
              </a:solidFill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19FF8A5-671E-4294-9666-295918821EA1}"/>
              </a:ext>
            </a:extLst>
          </p:cNvPr>
          <p:cNvSpPr txBox="1"/>
          <p:nvPr/>
        </p:nvSpPr>
        <p:spPr>
          <a:xfrm>
            <a:off x="6372675" y="1927400"/>
            <a:ext cx="147459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dirty="0">
                <a:solidFill>
                  <a:srgbClr val="8B95A1"/>
                </a:solidFill>
                <a:latin typeface="+mn-ea"/>
              </a:rPr>
              <a:t>☎ 010-****-5793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5F43EE7-8446-42AB-8B31-A2C0D32EF85B}"/>
              </a:ext>
            </a:extLst>
          </p:cNvPr>
          <p:cNvSpPr txBox="1"/>
          <p:nvPr/>
        </p:nvSpPr>
        <p:spPr>
          <a:xfrm>
            <a:off x="6363232" y="2093135"/>
            <a:ext cx="147459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 err="1">
                <a:solidFill>
                  <a:srgbClr val="243241"/>
                </a:solidFill>
                <a:latin typeface="+mn-ea"/>
              </a:rPr>
              <a:t>윤○현</a:t>
            </a:r>
            <a:r>
              <a:rPr sz="900" dirty="0">
                <a:solidFill>
                  <a:srgbClr val="243241"/>
                </a:solidFill>
                <a:latin typeface="+mn-ea"/>
              </a:rPr>
              <a:t> 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E731BB0-630D-4B85-AF79-AB13FA7D4E42}"/>
              </a:ext>
            </a:extLst>
          </p:cNvPr>
          <p:cNvSpPr txBox="1"/>
          <p:nvPr/>
        </p:nvSpPr>
        <p:spPr>
          <a:xfrm>
            <a:off x="6691849" y="2110623"/>
            <a:ext cx="147459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dirty="0" err="1">
                <a:solidFill>
                  <a:srgbClr val="8B95A1"/>
                </a:solidFill>
                <a:latin typeface="+mn-ea"/>
              </a:rPr>
              <a:t>디지털소통팀</a:t>
            </a:r>
            <a:endParaRPr sz="800" dirty="0">
              <a:solidFill>
                <a:srgbClr val="8B95A1"/>
              </a:solidFill>
              <a:latin typeface="+mn-ea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5967A24-C6F7-4163-A953-1E84C3523B93}"/>
              </a:ext>
            </a:extLst>
          </p:cNvPr>
          <p:cNvSpPr txBox="1"/>
          <p:nvPr/>
        </p:nvSpPr>
        <p:spPr>
          <a:xfrm>
            <a:off x="6363232" y="2239199"/>
            <a:ext cx="147459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dirty="0">
                <a:solidFill>
                  <a:srgbClr val="8B95A1"/>
                </a:solidFill>
                <a:latin typeface="+mn-ea"/>
              </a:rPr>
              <a:t>☎ 010-****-5793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37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7B4184D-1615-B470-40EA-690DC9DFBE42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F92AB4A-177A-4CDF-86EF-4CC5F5FE059C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3529BDC-CCBC-1321-A784-8A5F11A4A499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5D0720F-9875-D039-1D8F-A96AF1E6F26A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3AD03C-8422-D174-3C54-48CF4C11382E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5DE31D-9C91-65E1-16B0-477A54BDB5A4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38484A7-DE25-8A4C-A46C-31F891721FCF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6B464C4-2653-EE0C-F19E-B541D9738044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309514E-0638-E10D-A7BB-D47778CF62F7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68102C3-F635-F958-7B14-EE093FC3AD4F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0A1A1B2-C69A-441B-D872-918CC9D4BD6F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3FDCB91-55F1-5A81-6B3E-C5EB5B6D57E8}"/>
              </a:ext>
            </a:extLst>
          </p:cNvPr>
          <p:cNvGrpSpPr/>
          <p:nvPr/>
        </p:nvGrpSpPr>
        <p:grpSpPr>
          <a:xfrm>
            <a:off x="-28541" y="4967480"/>
            <a:ext cx="12220541" cy="1592145"/>
            <a:chOff x="-28541" y="5012935"/>
            <a:chExt cx="12220541" cy="1592145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0563A87E-4EAB-7D2F-FD60-A81061FD414F}"/>
                </a:ext>
              </a:extLst>
            </p:cNvPr>
            <p:cNvGrpSpPr/>
            <p:nvPr/>
          </p:nvGrpSpPr>
          <p:grpSpPr>
            <a:xfrm>
              <a:off x="-28541" y="5012935"/>
              <a:ext cx="12220541" cy="1592145"/>
              <a:chOff x="525572" y="4999155"/>
              <a:chExt cx="11666428" cy="1592145"/>
            </a:xfrm>
          </p:grpSpPr>
          <p:sp>
            <p:nvSpPr>
              <p:cNvPr id="128" name="Rectangle 215">
                <a:extLst>
                  <a:ext uri="{FF2B5EF4-FFF2-40B4-BE49-F238E27FC236}">
                    <a16:creationId xmlns:a16="http://schemas.microsoft.com/office/drawing/2014/main" id="{227E7B8D-5B22-2B9B-CF16-659385487C64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9" name="Rectangle 216">
                <a:extLst>
                  <a:ext uri="{FF2B5EF4-FFF2-40B4-BE49-F238E27FC236}">
                    <a16:creationId xmlns:a16="http://schemas.microsoft.com/office/drawing/2014/main" id="{7DB304B8-695F-BF62-C06E-AD5B9149D557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ED41A2C-D42D-0142-473C-60C497911F33}"/>
                  </a:ext>
                </a:extLst>
              </p:cNvPr>
              <p:cNvSpPr txBox="1"/>
              <p:nvPr/>
            </p:nvSpPr>
            <p:spPr>
              <a:xfrm>
                <a:off x="525572" y="500062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31" name="Rectangle 218">
                <a:extLst>
                  <a:ext uri="{FF2B5EF4-FFF2-40B4-BE49-F238E27FC236}">
                    <a16:creationId xmlns:a16="http://schemas.microsoft.com/office/drawing/2014/main" id="{50856C33-AAB8-085C-CF24-F4EE49A3305C}"/>
                  </a:ext>
                </a:extLst>
              </p:cNvPr>
              <p:cNvSpPr/>
              <p:nvPr/>
            </p:nvSpPr>
            <p:spPr>
              <a:xfrm>
                <a:off x="901700" y="5016500"/>
                <a:ext cx="432283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62BC94C-FF16-70D7-863A-B1287A3FBA2A}"/>
                  </a:ext>
                </a:extLst>
              </p:cNvPr>
              <p:cNvSpPr txBox="1"/>
              <p:nvPr/>
            </p:nvSpPr>
            <p:spPr>
              <a:xfrm>
                <a:off x="2702708" y="500824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133" name="Rectangle 220">
                <a:extLst>
                  <a:ext uri="{FF2B5EF4-FFF2-40B4-BE49-F238E27FC236}">
                    <a16:creationId xmlns:a16="http://schemas.microsoft.com/office/drawing/2014/main" id="{C1E2841A-D6D1-A68E-F424-529F8339784E}"/>
                  </a:ext>
                </a:extLst>
              </p:cNvPr>
              <p:cNvSpPr/>
              <p:nvPr/>
            </p:nvSpPr>
            <p:spPr>
              <a:xfrm>
                <a:off x="5224531" y="5016500"/>
                <a:ext cx="2598669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43FE51A-C27E-F2A9-177A-050A3FF7B506}"/>
                  </a:ext>
                </a:extLst>
              </p:cNvPr>
              <p:cNvSpPr txBox="1"/>
              <p:nvPr/>
            </p:nvSpPr>
            <p:spPr>
              <a:xfrm>
                <a:off x="6126987" y="499915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이벤트</a:t>
                </a:r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타입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35" name="Rectangle 222">
                <a:extLst>
                  <a:ext uri="{FF2B5EF4-FFF2-40B4-BE49-F238E27FC236}">
                    <a16:creationId xmlns:a16="http://schemas.microsoft.com/office/drawing/2014/main" id="{7CCAD4DD-0CF2-4CE1-A2DD-0AB28E6BA4AC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5999AF8-3BA1-199E-E297-6BC706C50AD7}"/>
                  </a:ext>
                </a:extLst>
              </p:cNvPr>
              <p:cNvSpPr txBox="1"/>
              <p:nvPr/>
            </p:nvSpPr>
            <p:spPr>
              <a:xfrm>
                <a:off x="9778665" y="500062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37" name="Rectangle 224">
                <a:extLst>
                  <a:ext uri="{FF2B5EF4-FFF2-40B4-BE49-F238E27FC236}">
                    <a16:creationId xmlns:a16="http://schemas.microsoft.com/office/drawing/2014/main" id="{A185ACD2-D1FF-8DDD-A7FC-C1AD9EDFC257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8" name="Rectangle 226">
                <a:extLst>
                  <a:ext uri="{FF2B5EF4-FFF2-40B4-BE49-F238E27FC236}">
                    <a16:creationId xmlns:a16="http://schemas.microsoft.com/office/drawing/2014/main" id="{E6D23DB1-CC22-C573-3AEC-2867E5C286E8}"/>
                  </a:ext>
                </a:extLst>
              </p:cNvPr>
              <p:cNvSpPr/>
              <p:nvPr/>
            </p:nvSpPr>
            <p:spPr>
              <a:xfrm>
                <a:off x="901700" y="5219700"/>
                <a:ext cx="432283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9" name="Rectangle 228">
                <a:extLst>
                  <a:ext uri="{FF2B5EF4-FFF2-40B4-BE49-F238E27FC236}">
                    <a16:creationId xmlns:a16="http://schemas.microsoft.com/office/drawing/2014/main" id="{5847BDEC-482B-8A61-654F-C339BC5AF1B7}"/>
                  </a:ext>
                </a:extLst>
              </p:cNvPr>
              <p:cNvSpPr/>
              <p:nvPr/>
            </p:nvSpPr>
            <p:spPr>
              <a:xfrm>
                <a:off x="5224531" y="5219700"/>
                <a:ext cx="2598669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0" name="Rectangle 230">
                <a:extLst>
                  <a:ext uri="{FF2B5EF4-FFF2-40B4-BE49-F238E27FC236}">
                    <a16:creationId xmlns:a16="http://schemas.microsoft.com/office/drawing/2014/main" id="{0CCCA284-7D99-197C-459E-A58E6F3A05E7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1" name="Rectangle 232">
                <a:extLst>
                  <a:ext uri="{FF2B5EF4-FFF2-40B4-BE49-F238E27FC236}">
                    <a16:creationId xmlns:a16="http://schemas.microsoft.com/office/drawing/2014/main" id="{C952502A-B0B4-EA6E-C3DC-2A899BB207E4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2" name="Rectangle 234">
                <a:extLst>
                  <a:ext uri="{FF2B5EF4-FFF2-40B4-BE49-F238E27FC236}">
                    <a16:creationId xmlns:a16="http://schemas.microsoft.com/office/drawing/2014/main" id="{CDE5245A-5E64-2684-753D-E69D0BFD16C3}"/>
                  </a:ext>
                </a:extLst>
              </p:cNvPr>
              <p:cNvSpPr/>
              <p:nvPr/>
            </p:nvSpPr>
            <p:spPr>
              <a:xfrm>
                <a:off x="901700" y="5422900"/>
                <a:ext cx="432283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3" name="Rectangle 236">
                <a:extLst>
                  <a:ext uri="{FF2B5EF4-FFF2-40B4-BE49-F238E27FC236}">
                    <a16:creationId xmlns:a16="http://schemas.microsoft.com/office/drawing/2014/main" id="{D2019F76-F989-9D04-33D8-C884176E2B6A}"/>
                  </a:ext>
                </a:extLst>
              </p:cNvPr>
              <p:cNvSpPr/>
              <p:nvPr/>
            </p:nvSpPr>
            <p:spPr>
              <a:xfrm>
                <a:off x="5224531" y="5422900"/>
                <a:ext cx="2598669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4" name="Rectangle 238">
                <a:extLst>
                  <a:ext uri="{FF2B5EF4-FFF2-40B4-BE49-F238E27FC236}">
                    <a16:creationId xmlns:a16="http://schemas.microsoft.com/office/drawing/2014/main" id="{D94029B3-9678-B49C-8ECE-7CE027FD79EA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5" name="Rectangle 240">
                <a:extLst>
                  <a:ext uri="{FF2B5EF4-FFF2-40B4-BE49-F238E27FC236}">
                    <a16:creationId xmlns:a16="http://schemas.microsoft.com/office/drawing/2014/main" id="{6D93BD55-E362-307F-F881-322DAA17B27C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6" name="Rectangle 242">
                <a:extLst>
                  <a:ext uri="{FF2B5EF4-FFF2-40B4-BE49-F238E27FC236}">
                    <a16:creationId xmlns:a16="http://schemas.microsoft.com/office/drawing/2014/main" id="{C262A99F-82EC-8669-911F-E1E0B71987EC}"/>
                  </a:ext>
                </a:extLst>
              </p:cNvPr>
              <p:cNvSpPr/>
              <p:nvPr/>
            </p:nvSpPr>
            <p:spPr>
              <a:xfrm>
                <a:off x="901700" y="5626100"/>
                <a:ext cx="432283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7" name="Rectangle 244">
                <a:extLst>
                  <a:ext uri="{FF2B5EF4-FFF2-40B4-BE49-F238E27FC236}">
                    <a16:creationId xmlns:a16="http://schemas.microsoft.com/office/drawing/2014/main" id="{69352827-0F07-E70B-047E-D12588C5E01D}"/>
                  </a:ext>
                </a:extLst>
              </p:cNvPr>
              <p:cNvSpPr/>
              <p:nvPr/>
            </p:nvSpPr>
            <p:spPr>
              <a:xfrm>
                <a:off x="5224531" y="5626100"/>
                <a:ext cx="2598669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8" name="Rectangle 246">
                <a:extLst>
                  <a:ext uri="{FF2B5EF4-FFF2-40B4-BE49-F238E27FC236}">
                    <a16:creationId xmlns:a16="http://schemas.microsoft.com/office/drawing/2014/main" id="{E916D5FA-8101-DE08-2259-2204CF101A73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9" name="Rectangle 248">
                <a:extLst>
                  <a:ext uri="{FF2B5EF4-FFF2-40B4-BE49-F238E27FC236}">
                    <a16:creationId xmlns:a16="http://schemas.microsoft.com/office/drawing/2014/main" id="{9F3B9DEF-4E1F-8B90-648D-3ED4654DC01F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0" name="Rectangle 250">
                <a:extLst>
                  <a:ext uri="{FF2B5EF4-FFF2-40B4-BE49-F238E27FC236}">
                    <a16:creationId xmlns:a16="http://schemas.microsoft.com/office/drawing/2014/main" id="{28B4ACC7-5336-1EF8-330E-5909B13D96E2}"/>
                  </a:ext>
                </a:extLst>
              </p:cNvPr>
              <p:cNvSpPr/>
              <p:nvPr/>
            </p:nvSpPr>
            <p:spPr>
              <a:xfrm>
                <a:off x="901700" y="5829300"/>
                <a:ext cx="432283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1" name="Rectangle 252">
                <a:extLst>
                  <a:ext uri="{FF2B5EF4-FFF2-40B4-BE49-F238E27FC236}">
                    <a16:creationId xmlns:a16="http://schemas.microsoft.com/office/drawing/2014/main" id="{EE7F76A3-1E47-2327-84D1-8AA0BC33139F}"/>
                  </a:ext>
                </a:extLst>
              </p:cNvPr>
              <p:cNvSpPr/>
              <p:nvPr/>
            </p:nvSpPr>
            <p:spPr>
              <a:xfrm>
                <a:off x="5224531" y="5829300"/>
                <a:ext cx="2598669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2" name="Rectangle 254">
                <a:extLst>
                  <a:ext uri="{FF2B5EF4-FFF2-40B4-BE49-F238E27FC236}">
                    <a16:creationId xmlns:a16="http://schemas.microsoft.com/office/drawing/2014/main" id="{9C6E7C6A-6A07-ECCE-C557-9F1ED2A7B39A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3" name="Rectangle 256">
                <a:extLst>
                  <a:ext uri="{FF2B5EF4-FFF2-40B4-BE49-F238E27FC236}">
                    <a16:creationId xmlns:a16="http://schemas.microsoft.com/office/drawing/2014/main" id="{19884B5F-229C-BBE5-4978-0C7C6FC6B107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4" name="Rectangle 258">
                <a:extLst>
                  <a:ext uri="{FF2B5EF4-FFF2-40B4-BE49-F238E27FC236}">
                    <a16:creationId xmlns:a16="http://schemas.microsoft.com/office/drawing/2014/main" id="{6A7870E9-BAA9-31E8-4978-42852FF00B4C}"/>
                  </a:ext>
                </a:extLst>
              </p:cNvPr>
              <p:cNvSpPr/>
              <p:nvPr/>
            </p:nvSpPr>
            <p:spPr>
              <a:xfrm>
                <a:off x="901700" y="6032500"/>
                <a:ext cx="432283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5" name="Rectangle 260">
                <a:extLst>
                  <a:ext uri="{FF2B5EF4-FFF2-40B4-BE49-F238E27FC236}">
                    <a16:creationId xmlns:a16="http://schemas.microsoft.com/office/drawing/2014/main" id="{8079C491-7DDB-470C-7FE1-1354FDAEDBF0}"/>
                  </a:ext>
                </a:extLst>
              </p:cNvPr>
              <p:cNvSpPr/>
              <p:nvPr/>
            </p:nvSpPr>
            <p:spPr>
              <a:xfrm>
                <a:off x="5224531" y="6032500"/>
                <a:ext cx="2598669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6" name="Rectangle 262">
                <a:extLst>
                  <a:ext uri="{FF2B5EF4-FFF2-40B4-BE49-F238E27FC236}">
                    <a16:creationId xmlns:a16="http://schemas.microsoft.com/office/drawing/2014/main" id="{60451003-BCFF-105E-1D48-D55AC0703F9D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7" name="Rectangle 264">
                <a:extLst>
                  <a:ext uri="{FF2B5EF4-FFF2-40B4-BE49-F238E27FC236}">
                    <a16:creationId xmlns:a16="http://schemas.microsoft.com/office/drawing/2014/main" id="{02882F91-6D91-62B2-D60C-E37C31ED389D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8" name="Rectangle 266">
                <a:extLst>
                  <a:ext uri="{FF2B5EF4-FFF2-40B4-BE49-F238E27FC236}">
                    <a16:creationId xmlns:a16="http://schemas.microsoft.com/office/drawing/2014/main" id="{04B6FFB0-121F-0D41-A41B-B8DC265C2487}"/>
                  </a:ext>
                </a:extLst>
              </p:cNvPr>
              <p:cNvSpPr/>
              <p:nvPr/>
            </p:nvSpPr>
            <p:spPr>
              <a:xfrm>
                <a:off x="901700" y="6235700"/>
                <a:ext cx="432283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59" name="Rectangle 268">
                <a:extLst>
                  <a:ext uri="{FF2B5EF4-FFF2-40B4-BE49-F238E27FC236}">
                    <a16:creationId xmlns:a16="http://schemas.microsoft.com/office/drawing/2014/main" id="{D8253D14-DD26-0AE3-63CB-B12B378034B3}"/>
                  </a:ext>
                </a:extLst>
              </p:cNvPr>
              <p:cNvSpPr/>
              <p:nvPr/>
            </p:nvSpPr>
            <p:spPr>
              <a:xfrm>
                <a:off x="5224531" y="6235700"/>
                <a:ext cx="2598669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61" name="Rectangle 270">
                <a:extLst>
                  <a:ext uri="{FF2B5EF4-FFF2-40B4-BE49-F238E27FC236}">
                    <a16:creationId xmlns:a16="http://schemas.microsoft.com/office/drawing/2014/main" id="{A972F9C9-D67F-301D-0261-A546040A1E72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4E47B3AA-CA3A-B82E-455A-7636660AB5AC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10265939" cy="1295409"/>
                <a:chOff x="635723" y="5227320"/>
                <a:chExt cx="10265939" cy="1295409"/>
              </a:xfrm>
            </p:grpSpPr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4CC1B200-3F1B-1B6A-350E-639B2355EB04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BC212E9F-03D7-DE04-EBA5-6F1B8D9DCABF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31573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상단 부처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드롭박스로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부처 선택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주간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네비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(◀▶)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로 주차 이동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4C87A37-9BBA-07BD-E9F8-D50A73B0C1AA}"/>
                    </a:ext>
                  </a:extLst>
                </p:cNvPr>
                <p:cNvSpPr txBox="1"/>
                <p:nvPr/>
              </p:nvSpPr>
              <p:spPr>
                <a:xfrm>
                  <a:off x="5661771" y="5259187"/>
                  <a:ext cx="168824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선택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화살표 클릭 → 목록 갱신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1898AB18-DB62-EF30-F457-008669014F7B}"/>
                    </a:ext>
                  </a:extLst>
                </p:cNvPr>
                <p:cNvSpPr txBox="1"/>
                <p:nvPr/>
              </p:nvSpPr>
              <p:spPr>
                <a:xfrm>
                  <a:off x="7842250" y="5275897"/>
                  <a:ext cx="177394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부처별 분류 조회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기본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=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현재 주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F335B1D0-0894-C914-8ACD-72393673E0D3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285128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계획 있는 부처는 아코디언 카드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,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없는 부처는 한 줄 요약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D7A700A-0D58-B118-5BAD-561B378EFDC9}"/>
                    </a:ext>
                  </a:extLst>
                </p:cNvPr>
                <p:cNvSpPr txBox="1"/>
                <p:nvPr/>
              </p:nvSpPr>
              <p:spPr>
                <a:xfrm>
                  <a:off x="5808680" y="5462387"/>
                  <a:ext cx="139442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헤더 클릭 → 접기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펼치기</a:t>
                  </a: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F7284977-7F29-4DD5-AF23-0D87961B58E8}"/>
                    </a:ext>
                  </a:extLst>
                </p:cNvPr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빈 부처 행 과다 노출 방지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D0722453-831F-40B7-3D6A-50485B78223C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278395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콘텐츠 형태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카드뉴스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영상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숏폼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를 색상 배지로 표시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42E577AA-97E6-1C58-1547-BDAC272F5468}"/>
                    </a:ext>
                  </a:extLst>
                </p:cNvPr>
                <p:cNvSpPr txBox="1"/>
                <p:nvPr/>
              </p:nvSpPr>
              <p:spPr>
                <a:xfrm>
                  <a:off x="6062715" y="566558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(Display)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29AECA60-5EE6-D3EC-39F8-33D4A7D74852}"/>
                    </a:ext>
                  </a:extLst>
                </p:cNvPr>
                <p:cNvSpPr txBox="1"/>
                <p:nvPr/>
              </p:nvSpPr>
              <p:spPr>
                <a:xfrm>
                  <a:off x="7842250" y="5682297"/>
                  <a:ext cx="148624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배지 색으로 스캔 속도 향상</a:t>
                  </a:r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3C784CA6-E1FA-C53D-87E2-0F08903E8CDC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25084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정책 유형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공약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국정과제 등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을 색상 배지로 표시</a:t>
                  </a: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151B6665-096B-70CE-18D8-30809768E1C9}"/>
                    </a:ext>
                  </a:extLst>
                </p:cNvPr>
                <p:cNvSpPr txBox="1"/>
                <p:nvPr/>
              </p:nvSpPr>
              <p:spPr>
                <a:xfrm>
                  <a:off x="6062714" y="586878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(Display)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6E700E66-C49B-4854-D597-A3350725054A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9965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유형 식별 신호화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E7B3E93C-136B-D696-28E7-E0EAB5676C60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22452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담당자 정보를 이름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소속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연락처로 구조화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E7C7ED39-DD3E-C848-47C1-A5F1A13463C3}"/>
                    </a:ext>
                  </a:extLst>
                </p:cNvPr>
                <p:cNvSpPr txBox="1"/>
                <p:nvPr/>
              </p:nvSpPr>
              <p:spPr>
                <a:xfrm>
                  <a:off x="6065774" y="6071987"/>
                  <a:ext cx="88023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(Display)</a:t>
                  </a: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C3CC0532-3F7A-5ED2-55DE-9FA823065B5C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-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6D4AA3FB-E3DB-A704-FBCA-583F2285261E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428921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]·[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엑셀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]·[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엑셀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취합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)]·[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일단위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보기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B709CE11-81EF-9535-000C-C24D39D70AA5}"/>
                    </a:ext>
                  </a:extLst>
                </p:cNvPr>
                <p:cNvSpPr txBox="1"/>
                <p:nvPr/>
              </p:nvSpPr>
              <p:spPr>
                <a:xfrm>
                  <a:off x="5383254" y="6275187"/>
                  <a:ext cx="224528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버튼 클릭 → 등록 이동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다운로드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뷰 전환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19F1F836-E9D5-DDEF-5B1C-1574237A1288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305941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일단위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보기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→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단일 일자 화면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→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콘텐츠 등록 화면</a:t>
                  </a:r>
                </a:p>
              </p:txBody>
            </p:sp>
          </p:grp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DD6F9ECB-412E-6104-912A-16FD69DAE217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F178623-392A-21FD-61EF-014581843683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126" name="Oval 468">
                  <a:extLst>
                    <a:ext uri="{FF2B5EF4-FFF2-40B4-BE49-F238E27FC236}">
                      <a16:creationId xmlns:a16="http://schemas.microsoft.com/office/drawing/2014/main" id="{C8D35433-BB96-7F50-AADB-B22B708E8B53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E95932F5-D553-9BAF-061C-CA8516CB93F1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DBCFC6D2-9BC5-EBBC-0173-F7633873E801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124" name="Oval 474">
                  <a:extLst>
                    <a:ext uri="{FF2B5EF4-FFF2-40B4-BE49-F238E27FC236}">
                      <a16:creationId xmlns:a16="http://schemas.microsoft.com/office/drawing/2014/main" id="{43B997DB-703A-33DF-C40E-2C1455F0B418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2B44E18-B7BE-57C5-6490-A1ED3F07C769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8B5D81E9-E154-694E-C8E7-C3203C6A6E25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122" name="Oval 480">
                  <a:extLst>
                    <a:ext uri="{FF2B5EF4-FFF2-40B4-BE49-F238E27FC236}">
                      <a16:creationId xmlns:a16="http://schemas.microsoft.com/office/drawing/2014/main" id="{7B524C7A-17E5-2E26-A932-E68875C9CFFC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94E15C2-667C-2A73-D399-8BD31717AE62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7641C33A-A00E-94DF-C0CB-986642015C63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120" name="Oval 486">
                  <a:extLst>
                    <a:ext uri="{FF2B5EF4-FFF2-40B4-BE49-F238E27FC236}">
                      <a16:creationId xmlns:a16="http://schemas.microsoft.com/office/drawing/2014/main" id="{57BA39A5-03FA-D8AB-2CDE-714960992B76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40388499-5DA4-F815-F937-7F774DD5D094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A607CB90-AFB1-9849-B424-90FDAC1ABA4B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118" name="Oval 492">
                  <a:extLst>
                    <a:ext uri="{FF2B5EF4-FFF2-40B4-BE49-F238E27FC236}">
                      <a16:creationId xmlns:a16="http://schemas.microsoft.com/office/drawing/2014/main" id="{9B2B9645-D7F2-6BE6-F4E4-B0C0C8931508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6C33C2C5-AAB5-3962-C3AA-AD501E7D8341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05E2B6FA-DBF0-EB27-9147-CDF89826188D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115" name="Oval 492">
                  <a:extLst>
                    <a:ext uri="{FF2B5EF4-FFF2-40B4-BE49-F238E27FC236}">
                      <a16:creationId xmlns:a16="http://schemas.microsoft.com/office/drawing/2014/main" id="{CD73AAF7-AA72-DC8D-6914-05433F085760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6F057D55-1BCC-64E4-6FB8-D5D96F39AAD6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18379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40354" y="63500"/>
            <a:ext cx="1188146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8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79000" y="645668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15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79000" y="2322068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사용 컴포넌트</a:t>
              </a:r>
            </a:p>
          </p:txBody>
        </p:sp>
        <p:sp>
          <p:nvSpPr>
            <p:cNvPr id="17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53642" y="1848280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C00000"/>
                </a:solidFill>
                <a:latin typeface="+mn-ea"/>
              </a:rPr>
              <a:t>④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9266" y="381000"/>
            <a:ext cx="12144634" cy="261610"/>
            <a:chOff x="660400" y="381000"/>
            <a:chExt cx="11493500" cy="261610"/>
          </a:xfrm>
        </p:grpSpPr>
        <p:sp>
          <p:nvSpPr>
            <p:cNvPr id="76" name="TextBox 75"/>
            <p:cNvSpPr txBox="1"/>
            <p:nvPr/>
          </p:nvSpPr>
          <p:spPr>
            <a:xfrm>
              <a:off x="660400" y="381000"/>
              <a:ext cx="214087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100" b="1" dirty="0">
                  <a:solidFill>
                    <a:srgbClr val="FFFFFF"/>
                  </a:solidFill>
                  <a:latin typeface="+mn-ea"/>
                </a:rPr>
                <a:t>스튜디오</a:t>
              </a:r>
              <a:r>
                <a:rPr sz="1100" b="1" dirty="0">
                  <a:solidFill>
                    <a:srgbClr val="FFFFFF"/>
                  </a:solidFill>
                  <a:latin typeface="+mn-ea"/>
                </a:rPr>
                <a:t>  &gt;  </a:t>
              </a:r>
              <a:r>
                <a:rPr lang="ko-KR" altLang="en-US" sz="1100" b="1" dirty="0">
                  <a:solidFill>
                    <a:srgbClr val="FFFFFF"/>
                  </a:solidFill>
                  <a:latin typeface="+mn-ea"/>
                </a:rPr>
                <a:t>스튜디오 예약</a:t>
              </a:r>
              <a:r>
                <a:rPr lang="en-US" altLang="ko-KR" sz="1100" b="1" dirty="0">
                  <a:solidFill>
                    <a:srgbClr val="FFFFFF"/>
                  </a:solidFill>
                  <a:latin typeface="+mn-ea"/>
                </a:rPr>
                <a:t>(</a:t>
              </a:r>
              <a:r>
                <a:rPr lang="ko-KR" altLang="en-US" sz="1100" b="1" dirty="0">
                  <a:solidFill>
                    <a:srgbClr val="FFFFFF"/>
                  </a:solidFill>
                  <a:latin typeface="+mn-ea"/>
                </a:rPr>
                <a:t>변경</a:t>
              </a:r>
              <a:r>
                <a:rPr lang="en-US" altLang="ko-KR" sz="1100" b="1" dirty="0">
                  <a:solidFill>
                    <a:srgbClr val="FFFFFF"/>
                  </a:solidFill>
                  <a:latin typeface="+mn-ea"/>
                </a:rPr>
                <a:t>)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73207" y="381000"/>
              <a:ext cx="248069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자료요청  &gt;  취합현황 대시보드</a:t>
              </a: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-3177" y="632599"/>
            <a:ext cx="9687098" cy="4391332"/>
            <a:chOff x="-19565" y="614522"/>
            <a:chExt cx="9684010" cy="4394732"/>
          </a:xfrm>
        </p:grpSpPr>
        <p:sp>
          <p:nvSpPr>
            <p:cNvPr id="79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04099" y="622867"/>
              <a:ext cx="697405" cy="246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취합상세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81" name="그룹 180"/>
          <p:cNvGrpSpPr/>
          <p:nvPr/>
        </p:nvGrpSpPr>
        <p:grpSpPr>
          <a:xfrm>
            <a:off x="9779000" y="1092200"/>
            <a:ext cx="2324100" cy="2316172"/>
            <a:chOff x="9779000" y="1092200"/>
            <a:chExt cx="2324100" cy="2316172"/>
          </a:xfrm>
        </p:grpSpPr>
        <p:sp>
          <p:nvSpPr>
            <p:cNvPr id="182" name="TextBox 181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SCR-NEW-1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스튜디오 예약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변경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)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전체 사용자 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로그인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)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스튜디오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&gt; 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스튜디오 예약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변경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)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9779000" y="2552700"/>
              <a:ext cx="21210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(Default)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공개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9779000" y="27051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텍스트박스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제목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입력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9779000" y="2857500"/>
              <a:ext cx="20473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이용시간 타임슬롯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 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시간대 분류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9779000" y="3009900"/>
              <a:ext cx="177484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저장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취소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9779000" y="3177540"/>
              <a:ext cx="16289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입력박스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lang="ko-KR" altLang="en-US" sz="900" dirty="0" err="1">
                  <a:solidFill>
                    <a:srgbClr val="1E2D45"/>
                  </a:solidFill>
                  <a:latin typeface="+mn-ea"/>
                </a:rPr>
                <a:t>인적사항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 입력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sp>
        <p:nvSpPr>
          <p:cNvPr id="206" name="Rectangle 5"/>
          <p:cNvSpPr/>
          <p:nvPr/>
        </p:nvSpPr>
        <p:spPr>
          <a:xfrm>
            <a:off x="59399" y="927500"/>
            <a:ext cx="974177" cy="251374"/>
          </a:xfrm>
          <a:prstGeom prst="rect">
            <a:avLst/>
          </a:prstGeom>
          <a:solidFill>
            <a:srgbClr val="EBEEF3"/>
          </a:solidFill>
          <a:ln w="9525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33200" y="968549"/>
            <a:ext cx="85609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기관</a:t>
            </a:r>
          </a:p>
        </p:txBody>
      </p:sp>
      <p:sp>
        <p:nvSpPr>
          <p:cNvPr id="208" name="Rectangle 7"/>
          <p:cNvSpPr/>
          <p:nvPr/>
        </p:nvSpPr>
        <p:spPr>
          <a:xfrm>
            <a:off x="1063097" y="956229"/>
            <a:ext cx="2361642" cy="19391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36898" y="968550"/>
            <a:ext cx="2110717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○○부처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262375" y="976244"/>
            <a:ext cx="1180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8B95A1"/>
                </a:solidFill>
                <a:latin typeface="+mn-ea"/>
              </a:rPr>
              <a:t>▼</a:t>
            </a:r>
          </a:p>
        </p:txBody>
      </p:sp>
      <p:sp>
        <p:nvSpPr>
          <p:cNvPr id="211" name="Rectangle 10"/>
          <p:cNvSpPr/>
          <p:nvPr/>
        </p:nvSpPr>
        <p:spPr>
          <a:xfrm>
            <a:off x="59399" y="1232741"/>
            <a:ext cx="974177" cy="1185055"/>
          </a:xfrm>
          <a:prstGeom prst="rect">
            <a:avLst/>
          </a:prstGeom>
          <a:solidFill>
            <a:srgbClr val="EBEEF3"/>
          </a:solidFill>
          <a:ln w="9525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33200" y="1740630"/>
            <a:ext cx="85609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촬영장소</a:t>
            </a:r>
          </a:p>
        </p:txBody>
      </p:sp>
      <p:sp>
        <p:nvSpPr>
          <p:cNvPr id="213" name="Rounded Rectangle 12"/>
          <p:cNvSpPr/>
          <p:nvPr/>
        </p:nvSpPr>
        <p:spPr>
          <a:xfrm>
            <a:off x="1063097" y="1232741"/>
            <a:ext cx="2568286" cy="1185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14" name="Rectangle 13"/>
          <p:cNvSpPr/>
          <p:nvPr/>
        </p:nvSpPr>
        <p:spPr>
          <a:xfrm>
            <a:off x="1151658" y="1340474"/>
            <a:ext cx="2391162" cy="646393"/>
          </a:xfrm>
          <a:prstGeom prst="rect">
            <a:avLst/>
          </a:prstGeom>
          <a:solidFill>
            <a:srgbClr val="FAFBFC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1151658" y="1555949"/>
            <a:ext cx="239116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8B95A1"/>
                </a:solidFill>
                <a:latin typeface="+mn-ea"/>
              </a:rPr>
              <a:t>🖼  스튜디오 사진</a:t>
            </a:r>
          </a:p>
        </p:txBody>
      </p:sp>
      <p:sp>
        <p:nvSpPr>
          <p:cNvPr id="216" name="Oval 15"/>
          <p:cNvSpPr/>
          <p:nvPr/>
        </p:nvSpPr>
        <p:spPr>
          <a:xfrm>
            <a:off x="1166419" y="2076644"/>
            <a:ext cx="132842" cy="161598"/>
          </a:xfrm>
          <a:prstGeom prst="ellipse">
            <a:avLst/>
          </a:prstGeom>
          <a:solidFill>
            <a:srgbClr val="2E4470"/>
          </a:solidFill>
          <a:ln w="1524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17" name="Oval 16"/>
          <p:cNvSpPr/>
          <p:nvPr/>
        </p:nvSpPr>
        <p:spPr>
          <a:xfrm>
            <a:off x="1201843" y="2119737"/>
            <a:ext cx="61993" cy="7541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358302" y="2065111"/>
            <a:ext cx="221403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243241"/>
                </a:solidFill>
                <a:latin typeface="+mn-ea"/>
              </a:rPr>
              <a:t>XR 스튜디오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358302" y="2233120"/>
            <a:ext cx="221403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8B95A1"/>
                </a:solidFill>
                <a:latin typeface="+mn-ea"/>
              </a:rPr>
              <a:t>크로마키 · LED월 · 최대 8인</a:t>
            </a:r>
          </a:p>
        </p:txBody>
      </p:sp>
      <p:sp>
        <p:nvSpPr>
          <p:cNvPr id="220" name="Rounded Rectangle 19"/>
          <p:cNvSpPr/>
          <p:nvPr/>
        </p:nvSpPr>
        <p:spPr>
          <a:xfrm>
            <a:off x="3749464" y="1232741"/>
            <a:ext cx="2568286" cy="1185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21" name="Rectangle 20"/>
          <p:cNvSpPr/>
          <p:nvPr/>
        </p:nvSpPr>
        <p:spPr>
          <a:xfrm>
            <a:off x="3838026" y="1340474"/>
            <a:ext cx="2391162" cy="646393"/>
          </a:xfrm>
          <a:prstGeom prst="rect">
            <a:avLst/>
          </a:prstGeom>
          <a:solidFill>
            <a:srgbClr val="FAFBFC"/>
          </a:solidFill>
          <a:ln w="635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3838026" y="1555949"/>
            <a:ext cx="239116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8B95A1"/>
                </a:solidFill>
                <a:latin typeface="+mn-ea"/>
              </a:rPr>
              <a:t>🖼  스튜디오 사진</a:t>
            </a:r>
          </a:p>
        </p:txBody>
      </p:sp>
      <p:sp>
        <p:nvSpPr>
          <p:cNvPr id="223" name="Oval 22"/>
          <p:cNvSpPr/>
          <p:nvPr/>
        </p:nvSpPr>
        <p:spPr>
          <a:xfrm>
            <a:off x="3852786" y="2076644"/>
            <a:ext cx="132842" cy="161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4044670" y="2065111"/>
            <a:ext cx="221403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243241"/>
                </a:solidFill>
                <a:latin typeface="+mn-ea"/>
              </a:rPr>
              <a:t>일반 스튜디오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44670" y="2233120"/>
            <a:ext cx="221403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8B95A1"/>
                </a:solidFill>
                <a:latin typeface="+mn-ea"/>
              </a:rPr>
              <a:t>인터뷰 · 조명 · 최대 6인</a:t>
            </a:r>
          </a:p>
        </p:txBody>
      </p:sp>
      <p:sp>
        <p:nvSpPr>
          <p:cNvPr id="226" name="Rectangle 25"/>
          <p:cNvSpPr/>
          <p:nvPr/>
        </p:nvSpPr>
        <p:spPr>
          <a:xfrm>
            <a:off x="59399" y="2489618"/>
            <a:ext cx="974177" cy="251374"/>
          </a:xfrm>
          <a:prstGeom prst="rect">
            <a:avLst/>
          </a:prstGeom>
          <a:solidFill>
            <a:srgbClr val="EBEEF3"/>
          </a:solidFill>
          <a:ln w="9525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133200" y="2530667"/>
            <a:ext cx="85609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촬영일정</a:t>
            </a:r>
          </a:p>
        </p:txBody>
      </p:sp>
      <p:sp>
        <p:nvSpPr>
          <p:cNvPr id="228" name="Rectangle 27"/>
          <p:cNvSpPr/>
          <p:nvPr/>
        </p:nvSpPr>
        <p:spPr>
          <a:xfrm>
            <a:off x="1063097" y="2518346"/>
            <a:ext cx="1771231" cy="19391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1122138" y="2530667"/>
            <a:ext cx="17712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B95A1"/>
                </a:solidFill>
                <a:latin typeface="+mn-ea"/>
              </a:rPr>
              <a:t>▦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299261" y="2530667"/>
            <a:ext cx="135794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2026-06-09 (화)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671964" y="2538361"/>
            <a:ext cx="1180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8B95A1"/>
                </a:solidFill>
                <a:latin typeface="+mn-ea"/>
              </a:rPr>
              <a:t>▼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981929" y="2538361"/>
            <a:ext cx="2568285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dirty="0">
                <a:solidFill>
                  <a:srgbClr val="8B95A1"/>
                </a:solidFill>
                <a:latin typeface="+mn-ea"/>
              </a:rPr>
              <a:t>← </a:t>
            </a:r>
            <a:r>
              <a:rPr sz="1000" dirty="0" err="1">
                <a:solidFill>
                  <a:srgbClr val="8B95A1"/>
                </a:solidFill>
                <a:latin typeface="+mn-ea"/>
              </a:rPr>
              <a:t>날짜를</a:t>
            </a:r>
            <a:r>
              <a:rPr sz="1000" dirty="0">
                <a:solidFill>
                  <a:srgbClr val="8B95A1"/>
                </a:solidFill>
                <a:latin typeface="+mn-ea"/>
              </a:rPr>
              <a:t> </a:t>
            </a:r>
            <a:r>
              <a:rPr sz="1000" dirty="0" err="1">
                <a:solidFill>
                  <a:srgbClr val="8B95A1"/>
                </a:solidFill>
                <a:latin typeface="+mn-ea"/>
              </a:rPr>
              <a:t>바꾸면</a:t>
            </a:r>
            <a:r>
              <a:rPr sz="1000" dirty="0">
                <a:solidFill>
                  <a:srgbClr val="8B95A1"/>
                </a:solidFill>
                <a:latin typeface="+mn-ea"/>
              </a:rPr>
              <a:t> </a:t>
            </a:r>
            <a:r>
              <a:rPr sz="1000" dirty="0" err="1">
                <a:solidFill>
                  <a:srgbClr val="8B95A1"/>
                </a:solidFill>
                <a:latin typeface="+mn-ea"/>
              </a:rPr>
              <a:t>아래</a:t>
            </a:r>
            <a:r>
              <a:rPr sz="1000" dirty="0">
                <a:solidFill>
                  <a:srgbClr val="8B95A1"/>
                </a:solidFill>
                <a:latin typeface="+mn-ea"/>
              </a:rPr>
              <a:t> </a:t>
            </a:r>
            <a:r>
              <a:rPr sz="1000" dirty="0" err="1">
                <a:solidFill>
                  <a:srgbClr val="8B95A1"/>
                </a:solidFill>
                <a:latin typeface="+mn-ea"/>
              </a:rPr>
              <a:t>시간표가</a:t>
            </a:r>
            <a:r>
              <a:rPr sz="1000" dirty="0">
                <a:solidFill>
                  <a:srgbClr val="8B95A1"/>
                </a:solidFill>
                <a:latin typeface="+mn-ea"/>
              </a:rPr>
              <a:t> </a:t>
            </a:r>
            <a:r>
              <a:rPr sz="1000" dirty="0" err="1">
                <a:solidFill>
                  <a:srgbClr val="8B95A1"/>
                </a:solidFill>
                <a:latin typeface="+mn-ea"/>
              </a:rPr>
              <a:t>갱신됩니다</a:t>
            </a:r>
            <a:endParaRPr sz="1000" dirty="0">
              <a:solidFill>
                <a:srgbClr val="8B95A1"/>
              </a:solidFill>
              <a:latin typeface="+mn-ea"/>
            </a:endParaRPr>
          </a:p>
        </p:txBody>
      </p:sp>
      <p:sp>
        <p:nvSpPr>
          <p:cNvPr id="233" name="Rectangle 32"/>
          <p:cNvSpPr/>
          <p:nvPr/>
        </p:nvSpPr>
        <p:spPr>
          <a:xfrm>
            <a:off x="59399" y="2794859"/>
            <a:ext cx="974177" cy="718215"/>
          </a:xfrm>
          <a:prstGeom prst="rect">
            <a:avLst/>
          </a:prstGeom>
          <a:solidFill>
            <a:srgbClr val="EBEEF3"/>
          </a:solidFill>
          <a:ln w="9525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133200" y="3069328"/>
            <a:ext cx="85609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이용시간</a:t>
            </a:r>
          </a:p>
        </p:txBody>
      </p:sp>
      <p:sp>
        <p:nvSpPr>
          <p:cNvPr id="235" name="Rounded Rectangle 34"/>
          <p:cNvSpPr/>
          <p:nvPr/>
        </p:nvSpPr>
        <p:spPr>
          <a:xfrm>
            <a:off x="1063097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1063097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243241"/>
                </a:solidFill>
                <a:latin typeface="+mn-ea"/>
              </a:rPr>
              <a:t>09–10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63097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2E7D32"/>
                </a:solidFill>
                <a:latin typeface="+mn-ea"/>
              </a:rPr>
              <a:t>예약가능</a:t>
            </a:r>
          </a:p>
        </p:txBody>
      </p:sp>
      <p:sp>
        <p:nvSpPr>
          <p:cNvPr id="238" name="Rounded Rectangle 37"/>
          <p:cNvSpPr/>
          <p:nvPr/>
        </p:nvSpPr>
        <p:spPr>
          <a:xfrm>
            <a:off x="1646947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E2E6EB"/>
          </a:solidFill>
          <a:ln w="9525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1646947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8B95A1"/>
                </a:solidFill>
                <a:latin typeface="+mn-ea"/>
              </a:rPr>
              <a:t>10–11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646947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8B95A1"/>
                </a:solidFill>
                <a:latin typeface="+mn-ea"/>
              </a:rPr>
              <a:t>예약불가</a:t>
            </a:r>
          </a:p>
        </p:txBody>
      </p:sp>
      <p:sp>
        <p:nvSpPr>
          <p:cNvPr id="241" name="Rounded Rectangle 40"/>
          <p:cNvSpPr/>
          <p:nvPr/>
        </p:nvSpPr>
        <p:spPr>
          <a:xfrm>
            <a:off x="2230797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2230797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243241"/>
                </a:solidFill>
                <a:latin typeface="+mn-ea"/>
              </a:rPr>
              <a:t>11–12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30797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2E7D32"/>
                </a:solidFill>
                <a:latin typeface="+mn-ea"/>
              </a:rPr>
              <a:t>예약가능</a:t>
            </a:r>
          </a:p>
        </p:txBody>
      </p:sp>
      <p:sp>
        <p:nvSpPr>
          <p:cNvPr id="244" name="Rounded Rectangle 43"/>
          <p:cNvSpPr/>
          <p:nvPr/>
        </p:nvSpPr>
        <p:spPr>
          <a:xfrm>
            <a:off x="2814648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2814648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243241"/>
                </a:solidFill>
                <a:latin typeface="+mn-ea"/>
              </a:rPr>
              <a:t>12–13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814648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2E7D32"/>
                </a:solidFill>
                <a:latin typeface="+mn-ea"/>
              </a:rPr>
              <a:t>예약가능</a:t>
            </a:r>
          </a:p>
        </p:txBody>
      </p:sp>
      <p:sp>
        <p:nvSpPr>
          <p:cNvPr id="247" name="Rounded Rectangle 46"/>
          <p:cNvSpPr/>
          <p:nvPr/>
        </p:nvSpPr>
        <p:spPr>
          <a:xfrm>
            <a:off x="3398498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3398498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+mn-ea"/>
              </a:rPr>
              <a:t>13–14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398498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C3CEDE"/>
                </a:solidFill>
                <a:latin typeface="+mn-ea"/>
              </a:rPr>
              <a:t>✓ 선택</a:t>
            </a:r>
          </a:p>
        </p:txBody>
      </p:sp>
      <p:sp>
        <p:nvSpPr>
          <p:cNvPr id="250" name="Rounded Rectangle 49"/>
          <p:cNvSpPr/>
          <p:nvPr/>
        </p:nvSpPr>
        <p:spPr>
          <a:xfrm>
            <a:off x="3982349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3982349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+mn-ea"/>
              </a:rPr>
              <a:t>14–15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982349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C3CEDE"/>
                </a:solidFill>
                <a:latin typeface="+mn-ea"/>
              </a:rPr>
              <a:t>✓ 선택</a:t>
            </a:r>
          </a:p>
        </p:txBody>
      </p:sp>
      <p:sp>
        <p:nvSpPr>
          <p:cNvPr id="253" name="Rounded Rectangle 52"/>
          <p:cNvSpPr/>
          <p:nvPr/>
        </p:nvSpPr>
        <p:spPr>
          <a:xfrm>
            <a:off x="4566199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4566199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+mn-ea"/>
              </a:rPr>
              <a:t>15–16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566199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C3CEDE"/>
                </a:solidFill>
                <a:latin typeface="+mn-ea"/>
              </a:rPr>
              <a:t>✓ 선택</a:t>
            </a:r>
          </a:p>
        </p:txBody>
      </p:sp>
      <p:sp>
        <p:nvSpPr>
          <p:cNvPr id="256" name="Rounded Rectangle 55"/>
          <p:cNvSpPr/>
          <p:nvPr/>
        </p:nvSpPr>
        <p:spPr>
          <a:xfrm>
            <a:off x="5150049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E2E6EB"/>
          </a:solidFill>
          <a:ln w="9525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5150049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8B95A1"/>
                </a:solidFill>
                <a:latin typeface="+mn-ea"/>
              </a:rPr>
              <a:t>16–17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150049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8B95A1"/>
                </a:solidFill>
                <a:latin typeface="+mn-ea"/>
              </a:rPr>
              <a:t>예약불가</a:t>
            </a:r>
          </a:p>
        </p:txBody>
      </p:sp>
      <p:sp>
        <p:nvSpPr>
          <p:cNvPr id="259" name="Rounded Rectangle 58"/>
          <p:cNvSpPr/>
          <p:nvPr/>
        </p:nvSpPr>
        <p:spPr>
          <a:xfrm>
            <a:off x="5733900" y="2794859"/>
            <a:ext cx="548426" cy="4129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5733900" y="2846938"/>
            <a:ext cx="54842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>
                <a:solidFill>
                  <a:srgbClr val="243241"/>
                </a:solidFill>
                <a:latin typeface="+mn-ea"/>
              </a:rPr>
              <a:t>17–18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733900" y="3023156"/>
            <a:ext cx="54842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2E7D32"/>
                </a:solidFill>
                <a:latin typeface="+mn-ea"/>
              </a:rPr>
              <a:t>예약가능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63097" y="3266838"/>
            <a:ext cx="525465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8B95A1"/>
                </a:solidFill>
                <a:latin typeface="+mn-ea"/>
              </a:rPr>
              <a:t>선택한 시간:  </a:t>
            </a:r>
            <a:r>
              <a:rPr sz="1100">
                <a:solidFill>
                  <a:srgbClr val="2E4470"/>
                </a:solidFill>
                <a:latin typeface="+mn-ea"/>
              </a:rPr>
              <a:t>13:00 ~ 16:00  (3시간)</a:t>
            </a:r>
            <a:r>
              <a:rPr sz="1000">
                <a:solidFill>
                  <a:srgbClr val="8B95A1"/>
                </a:solidFill>
                <a:latin typeface="+mn-ea"/>
              </a:rPr>
              <a:t>    · 연속된 시간대를 클릭/드래그로 선택</a:t>
            </a:r>
          </a:p>
        </p:txBody>
      </p:sp>
      <p:sp>
        <p:nvSpPr>
          <p:cNvPr id="263" name="Rectangle 62"/>
          <p:cNvSpPr/>
          <p:nvPr/>
        </p:nvSpPr>
        <p:spPr>
          <a:xfrm>
            <a:off x="59399" y="3566939"/>
            <a:ext cx="974177" cy="251374"/>
          </a:xfrm>
          <a:prstGeom prst="rect">
            <a:avLst/>
          </a:prstGeom>
          <a:solidFill>
            <a:srgbClr val="EBEEF3"/>
          </a:solidFill>
          <a:ln w="9525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133200" y="3523350"/>
            <a:ext cx="85609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촬영인원 · 옵션</a:t>
            </a:r>
          </a:p>
        </p:txBody>
      </p:sp>
      <p:sp>
        <p:nvSpPr>
          <p:cNvPr id="265" name="Rectangle 64"/>
          <p:cNvSpPr/>
          <p:nvPr/>
        </p:nvSpPr>
        <p:spPr>
          <a:xfrm>
            <a:off x="1063097" y="3595669"/>
            <a:ext cx="649452" cy="19391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1136898" y="3607990"/>
            <a:ext cx="501849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771589" y="3607988"/>
            <a:ext cx="29520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명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302959" y="3607988"/>
            <a:ext cx="88561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XR SW 사용</a:t>
            </a:r>
          </a:p>
        </p:txBody>
      </p:sp>
      <p:sp>
        <p:nvSpPr>
          <p:cNvPr id="269" name="Oval 68"/>
          <p:cNvSpPr/>
          <p:nvPr/>
        </p:nvSpPr>
        <p:spPr>
          <a:xfrm>
            <a:off x="3277136" y="3638761"/>
            <a:ext cx="118082" cy="1436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0" name="Oval 69"/>
          <p:cNvSpPr/>
          <p:nvPr/>
        </p:nvSpPr>
        <p:spPr>
          <a:xfrm>
            <a:off x="3310199" y="3678981"/>
            <a:ext cx="51956" cy="63203"/>
          </a:xfrm>
          <a:prstGeom prst="ellipse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3442451" y="3625944"/>
            <a:ext cx="132842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사용</a:t>
            </a:r>
          </a:p>
        </p:txBody>
      </p:sp>
      <p:sp>
        <p:nvSpPr>
          <p:cNvPr id="272" name="Oval 71"/>
          <p:cNvSpPr/>
          <p:nvPr/>
        </p:nvSpPr>
        <p:spPr>
          <a:xfrm>
            <a:off x="3897067" y="3638761"/>
            <a:ext cx="118082" cy="1436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4062382" y="3625944"/>
            <a:ext cx="132842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미사용</a:t>
            </a:r>
          </a:p>
        </p:txBody>
      </p:sp>
      <p:sp>
        <p:nvSpPr>
          <p:cNvPr id="274" name="Rectangle 73"/>
          <p:cNvSpPr/>
          <p:nvPr/>
        </p:nvSpPr>
        <p:spPr>
          <a:xfrm>
            <a:off x="59399" y="3872181"/>
            <a:ext cx="974177" cy="251374"/>
          </a:xfrm>
          <a:prstGeom prst="rect">
            <a:avLst/>
          </a:prstGeom>
          <a:solidFill>
            <a:srgbClr val="EBEEF3"/>
          </a:solidFill>
          <a:ln w="9525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133200" y="3828592"/>
            <a:ext cx="85609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담당자 · 연락처</a:t>
            </a:r>
          </a:p>
        </p:txBody>
      </p:sp>
      <p:sp>
        <p:nvSpPr>
          <p:cNvPr id="276" name="Rectangle 75"/>
          <p:cNvSpPr/>
          <p:nvPr/>
        </p:nvSpPr>
        <p:spPr>
          <a:xfrm>
            <a:off x="1063097" y="3900909"/>
            <a:ext cx="1476026" cy="19391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1136898" y="3913230"/>
            <a:ext cx="132842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dirty="0" err="1">
                <a:solidFill>
                  <a:srgbClr val="243241"/>
                </a:solidFill>
                <a:latin typeface="+mn-ea"/>
              </a:rPr>
              <a:t>김○연</a:t>
            </a:r>
            <a:r>
              <a:rPr sz="1100" dirty="0">
                <a:solidFill>
                  <a:srgbClr val="243241"/>
                </a:solidFill>
                <a:latin typeface="+mn-ea"/>
              </a:rPr>
              <a:t>  (</a:t>
            </a:r>
            <a:r>
              <a:rPr sz="1100" dirty="0" err="1">
                <a:solidFill>
                  <a:srgbClr val="243241"/>
                </a:solidFill>
                <a:latin typeface="+mn-ea"/>
              </a:rPr>
              <a:t>자동</a:t>
            </a:r>
            <a:r>
              <a:rPr sz="1100" dirty="0">
                <a:solidFill>
                  <a:srgbClr val="243241"/>
                </a:solidFill>
                <a:latin typeface="+mn-ea"/>
              </a:rPr>
              <a:t> </a:t>
            </a:r>
            <a:r>
              <a:rPr sz="1100" dirty="0" err="1">
                <a:solidFill>
                  <a:srgbClr val="243241"/>
                </a:solidFill>
                <a:latin typeface="+mn-ea"/>
              </a:rPr>
              <a:t>입력</a:t>
            </a:r>
            <a:r>
              <a:rPr sz="1100" dirty="0">
                <a:solidFill>
                  <a:srgbClr val="243241"/>
                </a:solidFill>
                <a:latin typeface="+mn-ea"/>
              </a:rPr>
              <a:t>)</a:t>
            </a:r>
          </a:p>
        </p:txBody>
      </p:sp>
      <p:sp>
        <p:nvSpPr>
          <p:cNvPr id="278" name="Rectangle 77"/>
          <p:cNvSpPr/>
          <p:nvPr/>
        </p:nvSpPr>
        <p:spPr>
          <a:xfrm>
            <a:off x="2627685" y="3900909"/>
            <a:ext cx="1623629" cy="19391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2701486" y="3913230"/>
            <a:ext cx="147602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010-****-9880</a:t>
            </a:r>
          </a:p>
        </p:txBody>
      </p:sp>
      <p:sp>
        <p:nvSpPr>
          <p:cNvPr id="280" name="Rounded Rectangle 79"/>
          <p:cNvSpPr/>
          <p:nvPr/>
        </p:nvSpPr>
        <p:spPr>
          <a:xfrm>
            <a:off x="6494873" y="1200550"/>
            <a:ext cx="3099655" cy="33397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C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81" name="Rectangle 80"/>
          <p:cNvSpPr/>
          <p:nvPr/>
        </p:nvSpPr>
        <p:spPr>
          <a:xfrm>
            <a:off x="6494873" y="927500"/>
            <a:ext cx="3099655" cy="251374"/>
          </a:xfrm>
          <a:prstGeom prst="rect">
            <a:avLst/>
          </a:prstGeom>
          <a:solidFill>
            <a:srgbClr val="3C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6583435" y="960854"/>
            <a:ext cx="292253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FFFFFF"/>
                </a:solidFill>
                <a:latin typeface="+mn-ea"/>
              </a:rPr>
              <a:t>예약</a:t>
            </a:r>
            <a:r>
              <a:rPr sz="1200" dirty="0">
                <a:solidFill>
                  <a:srgbClr val="FFFFFF"/>
                </a:solidFill>
                <a:latin typeface="+mn-ea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+mn-ea"/>
              </a:rPr>
              <a:t>요약</a:t>
            </a:r>
            <a:endParaRPr sz="12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6612955" y="1313549"/>
            <a:ext cx="118082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8B95A1"/>
                </a:solidFill>
                <a:latin typeface="+mn-ea"/>
              </a:rPr>
              <a:t>촬영장소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7675694" y="1309702"/>
            <a:ext cx="18302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XR 스튜디오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612955" y="1572106"/>
            <a:ext cx="118082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8B95A1"/>
                </a:solidFill>
                <a:latin typeface="+mn-ea"/>
              </a:rPr>
              <a:t>촬영일정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7675694" y="1568259"/>
            <a:ext cx="18302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2026-06-09 (화)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612955" y="1830664"/>
            <a:ext cx="118082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8B95A1"/>
                </a:solidFill>
                <a:latin typeface="+mn-ea"/>
              </a:rPr>
              <a:t>이용시간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7675694" y="1826817"/>
            <a:ext cx="18302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13:00 ~ 16:00 (3시간)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612955" y="2089220"/>
            <a:ext cx="118082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8B95A1"/>
                </a:solidFill>
                <a:latin typeface="+mn-ea"/>
              </a:rPr>
              <a:t>촬영인원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675694" y="2085373"/>
            <a:ext cx="18302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4명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612955" y="2347778"/>
            <a:ext cx="118082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8B95A1"/>
                </a:solidFill>
                <a:latin typeface="+mn-ea"/>
              </a:rPr>
              <a:t>XR SW 사용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7675694" y="2343931"/>
            <a:ext cx="18302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사용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612955" y="2606335"/>
            <a:ext cx="118082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8B95A1"/>
                </a:solidFill>
                <a:latin typeface="+mn-ea"/>
              </a:rPr>
              <a:t>담당자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675694" y="2602488"/>
            <a:ext cx="18302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43241"/>
                </a:solidFill>
                <a:latin typeface="+mn-ea"/>
              </a:rPr>
              <a:t>김○연</a:t>
            </a:r>
          </a:p>
        </p:txBody>
      </p:sp>
      <p:sp>
        <p:nvSpPr>
          <p:cNvPr id="295" name="Rectangle 94"/>
          <p:cNvSpPr/>
          <p:nvPr/>
        </p:nvSpPr>
        <p:spPr>
          <a:xfrm>
            <a:off x="6612955" y="3136011"/>
            <a:ext cx="2863490" cy="305241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6612955" y="3180910"/>
            <a:ext cx="286349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+mn-ea"/>
              </a:rPr>
              <a:t>예약 확정</a:t>
            </a:r>
          </a:p>
        </p:txBody>
      </p:sp>
      <p:sp>
        <p:nvSpPr>
          <p:cNvPr id="297" name="Rectangle 96"/>
          <p:cNvSpPr/>
          <p:nvPr/>
        </p:nvSpPr>
        <p:spPr>
          <a:xfrm>
            <a:off x="6612955" y="3495119"/>
            <a:ext cx="2863490" cy="25137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6612955" y="3513084"/>
            <a:ext cx="286349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243241"/>
                </a:solidFill>
                <a:latin typeface="+mn-ea"/>
              </a:rPr>
              <a:t>취소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612955" y="3800360"/>
            <a:ext cx="286349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8B95A1"/>
                </a:solidFill>
                <a:latin typeface="+mn-ea"/>
              </a:rPr>
              <a:t>확정 시 담당자에게 예약 확인 알림이 전송됩니다.</a:t>
            </a:r>
          </a:p>
        </p:txBody>
      </p:sp>
      <p:sp>
        <p:nvSpPr>
          <p:cNvPr id="300" name="Oval 99"/>
          <p:cNvSpPr/>
          <p:nvPr/>
        </p:nvSpPr>
        <p:spPr>
          <a:xfrm>
            <a:off x="3309937" y="2956458"/>
            <a:ext cx="177123" cy="215465"/>
          </a:xfrm>
          <a:prstGeom prst="ellipse">
            <a:avLst/>
          </a:prstGeom>
          <a:solidFill>
            <a:srgbClr val="D23B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309937" y="2972369"/>
            <a:ext cx="17712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dirty="0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302" name="Oval 103"/>
          <p:cNvSpPr/>
          <p:nvPr/>
        </p:nvSpPr>
        <p:spPr>
          <a:xfrm>
            <a:off x="945015" y="1160920"/>
            <a:ext cx="177123" cy="215465"/>
          </a:xfrm>
          <a:prstGeom prst="ellipse">
            <a:avLst/>
          </a:prstGeom>
          <a:solidFill>
            <a:srgbClr val="D23B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945015" y="1176832"/>
            <a:ext cx="177123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grpSp>
        <p:nvGrpSpPr>
          <p:cNvPr id="306" name="그룹 305"/>
          <p:cNvGrpSpPr/>
          <p:nvPr/>
        </p:nvGrpSpPr>
        <p:grpSpPr>
          <a:xfrm>
            <a:off x="6282326" y="883400"/>
            <a:ext cx="216000" cy="216000"/>
            <a:chOff x="3966029" y="6357600"/>
            <a:chExt cx="216000" cy="216000"/>
          </a:xfrm>
        </p:grpSpPr>
        <p:sp>
          <p:nvSpPr>
            <p:cNvPr id="30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sp>
        <p:nvSpPr>
          <p:cNvPr id="314" name="TextBox 313"/>
          <p:cNvSpPr txBox="1"/>
          <p:nvPr/>
        </p:nvSpPr>
        <p:spPr>
          <a:xfrm>
            <a:off x="9778999" y="3324275"/>
            <a:ext cx="178927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lang="en-US" sz="900" dirty="0">
                <a:solidFill>
                  <a:srgbClr val="1E2D45"/>
                </a:solidFill>
                <a:latin typeface="+mn-ea"/>
              </a:rPr>
              <a:t>Date picker </a:t>
            </a:r>
            <a:r>
              <a:rPr sz="900" dirty="0">
                <a:solidFill>
                  <a:srgbClr val="1E2D45"/>
                </a:solidFill>
                <a:latin typeface="+mn-ea"/>
              </a:rPr>
              <a:t>—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예약날짜 선택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7A798993-DF30-4D16-8145-38CF66F78D28}"/>
              </a:ext>
            </a:extLst>
          </p:cNvPr>
          <p:cNvGrpSpPr/>
          <p:nvPr/>
        </p:nvGrpSpPr>
        <p:grpSpPr>
          <a:xfrm>
            <a:off x="0" y="635000"/>
            <a:ext cx="9683921" cy="261461"/>
            <a:chOff x="546100" y="635000"/>
            <a:chExt cx="9144000" cy="261461"/>
          </a:xfrm>
        </p:grpSpPr>
        <p:sp>
          <p:nvSpPr>
            <p:cNvPr id="204" name="Rectangle 18">
              <a:extLst>
                <a:ext uri="{FF2B5EF4-FFF2-40B4-BE49-F238E27FC236}">
                  <a16:creationId xmlns:a16="http://schemas.microsoft.com/office/drawing/2014/main" id="{6DF85552-06B1-4AA2-943B-23ED7B96218D}"/>
                </a:ext>
              </a:extLst>
            </p:cNvPr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6F40543-11CF-4D48-B60F-4AF754246165}"/>
                </a:ext>
              </a:extLst>
            </p:cNvPr>
            <p:cNvSpPr txBox="1"/>
            <p:nvPr/>
          </p:nvSpPr>
          <p:spPr>
            <a:xfrm>
              <a:off x="660400" y="650240"/>
              <a:ext cx="7001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취합 상세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281E5D4-B4A1-350B-CC34-ED64F8258816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219B2DA-7637-871B-DF84-3D570881948A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60411E4-3ADA-0589-0AA9-93420999A185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D39FF9-E4F9-A047-C8D6-C1C1FEA48B08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38C716F-8402-9243-AA58-5B29C3C46F43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B8586E4-A25B-28B1-0914-51EE15FB8C65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06BA06-6549-72AD-3EFF-F5A5FD892F33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82EEB68-4BBB-E1AA-DFF2-AC004ECAFBDB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D3B22B6-59D2-0CAF-B3E7-C450699AEE44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0608873-017A-38F7-365A-E91BC52C3AA2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5A706C8-1314-0E6C-AF17-ED18F32A275B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A41AD263-4BBD-0D25-14FE-9B68416DF0CF}"/>
              </a:ext>
            </a:extLst>
          </p:cNvPr>
          <p:cNvGrpSpPr/>
          <p:nvPr/>
        </p:nvGrpSpPr>
        <p:grpSpPr>
          <a:xfrm>
            <a:off x="-25024" y="5008497"/>
            <a:ext cx="12220541" cy="1585595"/>
            <a:chOff x="-28541" y="5019485"/>
            <a:chExt cx="12220541" cy="1585595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C02EE4D8-48D9-1038-3A49-CC230A43A17E}"/>
                </a:ext>
              </a:extLst>
            </p:cNvPr>
            <p:cNvGrpSpPr/>
            <p:nvPr/>
          </p:nvGrpSpPr>
          <p:grpSpPr>
            <a:xfrm>
              <a:off x="-28541" y="5019485"/>
              <a:ext cx="12220541" cy="1585595"/>
              <a:chOff x="525572" y="5005705"/>
              <a:chExt cx="11666428" cy="1585595"/>
            </a:xfrm>
          </p:grpSpPr>
          <p:sp>
            <p:nvSpPr>
              <p:cNvPr id="110" name="Rectangle 215">
                <a:extLst>
                  <a:ext uri="{FF2B5EF4-FFF2-40B4-BE49-F238E27FC236}">
                    <a16:creationId xmlns:a16="http://schemas.microsoft.com/office/drawing/2014/main" id="{EA1ABCEE-6898-1DB7-91EF-4D98AE644BEA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1" name="Rectangle 216">
                <a:extLst>
                  <a:ext uri="{FF2B5EF4-FFF2-40B4-BE49-F238E27FC236}">
                    <a16:creationId xmlns:a16="http://schemas.microsoft.com/office/drawing/2014/main" id="{BA466828-D396-5DB2-FE99-59B7B035C6C9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2CDD51FE-6B2C-643F-4B29-218590B299E4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13" name="Rectangle 218">
                <a:extLst>
                  <a:ext uri="{FF2B5EF4-FFF2-40B4-BE49-F238E27FC236}">
                    <a16:creationId xmlns:a16="http://schemas.microsoft.com/office/drawing/2014/main" id="{9B2D94D6-AA48-01A1-C22C-BAF29AC0A8E9}"/>
                  </a:ext>
                </a:extLst>
              </p:cNvPr>
              <p:cNvSpPr/>
              <p:nvPr/>
            </p:nvSpPr>
            <p:spPr>
              <a:xfrm>
                <a:off x="901700" y="5016500"/>
                <a:ext cx="4046735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3163987-5C11-A6B3-408B-D849D9BBA33C}"/>
                  </a:ext>
                </a:extLst>
              </p:cNvPr>
              <p:cNvSpPr txBox="1"/>
              <p:nvPr/>
            </p:nvSpPr>
            <p:spPr>
              <a:xfrm>
                <a:off x="1694355" y="5005705"/>
                <a:ext cx="232553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115" name="Rectangle 220">
                <a:extLst>
                  <a:ext uri="{FF2B5EF4-FFF2-40B4-BE49-F238E27FC236}">
                    <a16:creationId xmlns:a16="http://schemas.microsoft.com/office/drawing/2014/main" id="{DF63D757-9810-4690-E3D7-5064083CD9DA}"/>
                  </a:ext>
                </a:extLst>
              </p:cNvPr>
              <p:cNvSpPr/>
              <p:nvPr/>
            </p:nvSpPr>
            <p:spPr>
              <a:xfrm>
                <a:off x="4948435" y="5016500"/>
                <a:ext cx="2874764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45466C0-1966-8C71-D1FA-9327E1D21B3E}"/>
                  </a:ext>
                </a:extLst>
              </p:cNvPr>
              <p:cNvSpPr txBox="1"/>
              <p:nvPr/>
            </p:nvSpPr>
            <p:spPr>
              <a:xfrm>
                <a:off x="5121156" y="5005705"/>
                <a:ext cx="250945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이벤트</a:t>
                </a:r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타입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17" name="Rectangle 222">
                <a:extLst>
                  <a:ext uri="{FF2B5EF4-FFF2-40B4-BE49-F238E27FC236}">
                    <a16:creationId xmlns:a16="http://schemas.microsoft.com/office/drawing/2014/main" id="{4D57520E-75F3-44F9-1D5B-927903816385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55752D3-B1E6-DDAB-CCD7-A52FB7BA8063}"/>
                  </a:ext>
                </a:extLst>
              </p:cNvPr>
              <p:cNvSpPr txBox="1"/>
              <p:nvPr/>
            </p:nvSpPr>
            <p:spPr>
              <a:xfrm>
                <a:off x="9778665" y="50057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19" name="Rectangle 224">
                <a:extLst>
                  <a:ext uri="{FF2B5EF4-FFF2-40B4-BE49-F238E27FC236}">
                    <a16:creationId xmlns:a16="http://schemas.microsoft.com/office/drawing/2014/main" id="{9E295E90-C5E7-3DC6-2EDA-C976170044AA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0" name="Rectangle 226">
                <a:extLst>
                  <a:ext uri="{FF2B5EF4-FFF2-40B4-BE49-F238E27FC236}">
                    <a16:creationId xmlns:a16="http://schemas.microsoft.com/office/drawing/2014/main" id="{5F6E9414-C71B-E921-03F8-99DA6C6E975C}"/>
                  </a:ext>
                </a:extLst>
              </p:cNvPr>
              <p:cNvSpPr/>
              <p:nvPr/>
            </p:nvSpPr>
            <p:spPr>
              <a:xfrm>
                <a:off x="901700" y="5219700"/>
                <a:ext cx="4046735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1" name="Rectangle 228">
                <a:extLst>
                  <a:ext uri="{FF2B5EF4-FFF2-40B4-BE49-F238E27FC236}">
                    <a16:creationId xmlns:a16="http://schemas.microsoft.com/office/drawing/2014/main" id="{6D412764-C13F-8080-C3A1-79BE4A851AFD}"/>
                  </a:ext>
                </a:extLst>
              </p:cNvPr>
              <p:cNvSpPr/>
              <p:nvPr/>
            </p:nvSpPr>
            <p:spPr>
              <a:xfrm>
                <a:off x="4948435" y="5219700"/>
                <a:ext cx="2874764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2" name="Rectangle 230">
                <a:extLst>
                  <a:ext uri="{FF2B5EF4-FFF2-40B4-BE49-F238E27FC236}">
                    <a16:creationId xmlns:a16="http://schemas.microsoft.com/office/drawing/2014/main" id="{61EE8E00-3185-3BAE-1A24-C6639EE729AB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3" name="Rectangle 232">
                <a:extLst>
                  <a:ext uri="{FF2B5EF4-FFF2-40B4-BE49-F238E27FC236}">
                    <a16:creationId xmlns:a16="http://schemas.microsoft.com/office/drawing/2014/main" id="{0E94C931-D731-1C18-01F8-219F8D25A894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4" name="Rectangle 234">
                <a:extLst>
                  <a:ext uri="{FF2B5EF4-FFF2-40B4-BE49-F238E27FC236}">
                    <a16:creationId xmlns:a16="http://schemas.microsoft.com/office/drawing/2014/main" id="{D634FEA6-2EB7-3374-DAA9-D4514D072DB7}"/>
                  </a:ext>
                </a:extLst>
              </p:cNvPr>
              <p:cNvSpPr/>
              <p:nvPr/>
            </p:nvSpPr>
            <p:spPr>
              <a:xfrm>
                <a:off x="901700" y="5422900"/>
                <a:ext cx="4046735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5" name="Rectangle 236">
                <a:extLst>
                  <a:ext uri="{FF2B5EF4-FFF2-40B4-BE49-F238E27FC236}">
                    <a16:creationId xmlns:a16="http://schemas.microsoft.com/office/drawing/2014/main" id="{955BA48B-F37C-570F-5599-DB14BD80FA7A}"/>
                  </a:ext>
                </a:extLst>
              </p:cNvPr>
              <p:cNvSpPr/>
              <p:nvPr/>
            </p:nvSpPr>
            <p:spPr>
              <a:xfrm>
                <a:off x="4948435" y="5422900"/>
                <a:ext cx="2874764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6" name="Rectangle 238">
                <a:extLst>
                  <a:ext uri="{FF2B5EF4-FFF2-40B4-BE49-F238E27FC236}">
                    <a16:creationId xmlns:a16="http://schemas.microsoft.com/office/drawing/2014/main" id="{11BA3853-FFA1-436F-2FDD-C240E9530167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7" name="Rectangle 240">
                <a:extLst>
                  <a:ext uri="{FF2B5EF4-FFF2-40B4-BE49-F238E27FC236}">
                    <a16:creationId xmlns:a16="http://schemas.microsoft.com/office/drawing/2014/main" id="{C2DB6985-EE02-30A1-DCDD-17B1B851ED93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8" name="Rectangle 242">
                <a:extLst>
                  <a:ext uri="{FF2B5EF4-FFF2-40B4-BE49-F238E27FC236}">
                    <a16:creationId xmlns:a16="http://schemas.microsoft.com/office/drawing/2014/main" id="{80950124-A711-8B31-C328-9629BB21D3EC}"/>
                  </a:ext>
                </a:extLst>
              </p:cNvPr>
              <p:cNvSpPr/>
              <p:nvPr/>
            </p:nvSpPr>
            <p:spPr>
              <a:xfrm>
                <a:off x="901700" y="5626100"/>
                <a:ext cx="4046735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9" name="Rectangle 244">
                <a:extLst>
                  <a:ext uri="{FF2B5EF4-FFF2-40B4-BE49-F238E27FC236}">
                    <a16:creationId xmlns:a16="http://schemas.microsoft.com/office/drawing/2014/main" id="{3BB9CC65-3059-EA95-A42B-E2CF26C7A189}"/>
                  </a:ext>
                </a:extLst>
              </p:cNvPr>
              <p:cNvSpPr/>
              <p:nvPr/>
            </p:nvSpPr>
            <p:spPr>
              <a:xfrm>
                <a:off x="4948435" y="5626100"/>
                <a:ext cx="2874764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0" name="Rectangle 246">
                <a:extLst>
                  <a:ext uri="{FF2B5EF4-FFF2-40B4-BE49-F238E27FC236}">
                    <a16:creationId xmlns:a16="http://schemas.microsoft.com/office/drawing/2014/main" id="{2C878EA0-7DBE-56D1-C1BE-3F40BB4525A7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1" name="Rectangle 248">
                <a:extLst>
                  <a:ext uri="{FF2B5EF4-FFF2-40B4-BE49-F238E27FC236}">
                    <a16:creationId xmlns:a16="http://schemas.microsoft.com/office/drawing/2014/main" id="{8593197D-78E6-57E3-5808-A21FC0A6E6DF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2" name="Rectangle 250">
                <a:extLst>
                  <a:ext uri="{FF2B5EF4-FFF2-40B4-BE49-F238E27FC236}">
                    <a16:creationId xmlns:a16="http://schemas.microsoft.com/office/drawing/2014/main" id="{20035383-ED04-A933-0DAE-948FF2842DC6}"/>
                  </a:ext>
                </a:extLst>
              </p:cNvPr>
              <p:cNvSpPr/>
              <p:nvPr/>
            </p:nvSpPr>
            <p:spPr>
              <a:xfrm>
                <a:off x="901700" y="5829300"/>
                <a:ext cx="4046735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3" name="Rectangle 252">
                <a:extLst>
                  <a:ext uri="{FF2B5EF4-FFF2-40B4-BE49-F238E27FC236}">
                    <a16:creationId xmlns:a16="http://schemas.microsoft.com/office/drawing/2014/main" id="{B93A23BF-DFD1-85A4-527C-CA29D73F03C9}"/>
                  </a:ext>
                </a:extLst>
              </p:cNvPr>
              <p:cNvSpPr/>
              <p:nvPr/>
            </p:nvSpPr>
            <p:spPr>
              <a:xfrm>
                <a:off x="4948435" y="5829300"/>
                <a:ext cx="2874764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4" name="Rectangle 254">
                <a:extLst>
                  <a:ext uri="{FF2B5EF4-FFF2-40B4-BE49-F238E27FC236}">
                    <a16:creationId xmlns:a16="http://schemas.microsoft.com/office/drawing/2014/main" id="{9E82C5C0-DB09-C564-2186-E4AD3603CB5A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5" name="Rectangle 256">
                <a:extLst>
                  <a:ext uri="{FF2B5EF4-FFF2-40B4-BE49-F238E27FC236}">
                    <a16:creationId xmlns:a16="http://schemas.microsoft.com/office/drawing/2014/main" id="{5FD181BB-95AC-11A7-6796-1CC898B2C9AC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6" name="Rectangle 258">
                <a:extLst>
                  <a:ext uri="{FF2B5EF4-FFF2-40B4-BE49-F238E27FC236}">
                    <a16:creationId xmlns:a16="http://schemas.microsoft.com/office/drawing/2014/main" id="{A47519A5-8ADA-22D6-9AFC-AB389050E8D3}"/>
                  </a:ext>
                </a:extLst>
              </p:cNvPr>
              <p:cNvSpPr/>
              <p:nvPr/>
            </p:nvSpPr>
            <p:spPr>
              <a:xfrm>
                <a:off x="901700" y="6032500"/>
                <a:ext cx="4046735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7" name="Rectangle 260">
                <a:extLst>
                  <a:ext uri="{FF2B5EF4-FFF2-40B4-BE49-F238E27FC236}">
                    <a16:creationId xmlns:a16="http://schemas.microsoft.com/office/drawing/2014/main" id="{EA4B68FC-A44F-8A37-9477-84F17DE5CB13}"/>
                  </a:ext>
                </a:extLst>
              </p:cNvPr>
              <p:cNvSpPr/>
              <p:nvPr/>
            </p:nvSpPr>
            <p:spPr>
              <a:xfrm>
                <a:off x="4948435" y="6032500"/>
                <a:ext cx="2874764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8" name="Rectangle 262">
                <a:extLst>
                  <a:ext uri="{FF2B5EF4-FFF2-40B4-BE49-F238E27FC236}">
                    <a16:creationId xmlns:a16="http://schemas.microsoft.com/office/drawing/2014/main" id="{29C44823-5F23-273E-34D0-FD71F702A9C2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39" name="Rectangle 264">
                <a:extLst>
                  <a:ext uri="{FF2B5EF4-FFF2-40B4-BE49-F238E27FC236}">
                    <a16:creationId xmlns:a16="http://schemas.microsoft.com/office/drawing/2014/main" id="{4D7F93C4-5024-F7C3-466C-3973ED7FB6AD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0" name="Rectangle 266">
                <a:extLst>
                  <a:ext uri="{FF2B5EF4-FFF2-40B4-BE49-F238E27FC236}">
                    <a16:creationId xmlns:a16="http://schemas.microsoft.com/office/drawing/2014/main" id="{1C136E39-C3FB-02B3-4CCF-74F71E86D15C}"/>
                  </a:ext>
                </a:extLst>
              </p:cNvPr>
              <p:cNvSpPr/>
              <p:nvPr/>
            </p:nvSpPr>
            <p:spPr>
              <a:xfrm>
                <a:off x="901700" y="6235700"/>
                <a:ext cx="4046735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1" name="Rectangle 268">
                <a:extLst>
                  <a:ext uri="{FF2B5EF4-FFF2-40B4-BE49-F238E27FC236}">
                    <a16:creationId xmlns:a16="http://schemas.microsoft.com/office/drawing/2014/main" id="{276288F7-22AB-DA87-ED27-562A178012BC}"/>
                  </a:ext>
                </a:extLst>
              </p:cNvPr>
              <p:cNvSpPr/>
              <p:nvPr/>
            </p:nvSpPr>
            <p:spPr>
              <a:xfrm>
                <a:off x="4948435" y="6235700"/>
                <a:ext cx="2874764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42" name="Rectangle 270">
                <a:extLst>
                  <a:ext uri="{FF2B5EF4-FFF2-40B4-BE49-F238E27FC236}">
                    <a16:creationId xmlns:a16="http://schemas.microsoft.com/office/drawing/2014/main" id="{55E3E899-6267-5A45-BE76-B707CDAF4DF6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43" name="그룹 142">
                <a:extLst>
                  <a:ext uri="{FF2B5EF4-FFF2-40B4-BE49-F238E27FC236}">
                    <a16:creationId xmlns:a16="http://schemas.microsoft.com/office/drawing/2014/main" id="{326D77F8-23C2-32E1-80FC-3F7434465949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9953755" cy="1295409"/>
                <a:chOff x="635723" y="5227320"/>
                <a:chExt cx="9953755" cy="1295409"/>
              </a:xfrm>
            </p:grpSpPr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D07DDDCF-F6CB-2B5E-0D53-25B4CD147A2A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DC5F0B-0E48-5719-39C5-BDE35624DD2C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281915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09–18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시 타임슬롯 타임라인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—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상태색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+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연속 범위 선택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56A30CC-0FCB-DC11-3A8D-43E237A513DD}"/>
                    </a:ext>
                  </a:extLst>
                </p:cNvPr>
                <p:cNvSpPr txBox="1"/>
                <p:nvPr/>
              </p:nvSpPr>
              <p:spPr>
                <a:xfrm>
                  <a:off x="5672730" y="5239674"/>
                  <a:ext cx="139442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슬롯 클릭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드래그 → 선택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51F8438-9291-91A9-BFDB-F22511246865}"/>
                    </a:ext>
                  </a:extLst>
                </p:cNvPr>
                <p:cNvSpPr txBox="1"/>
                <p:nvPr/>
              </p:nvSpPr>
              <p:spPr>
                <a:xfrm>
                  <a:off x="7842250" y="5275897"/>
                  <a:ext cx="274722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예약가능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초록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예약불가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회색 비활성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선택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대표색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5B68D60F-927E-ECE3-5BFC-6AD421366AF6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28696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우측 예약 요약 패널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—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장소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일정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시간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인원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옵션 검토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74B43566-CB7A-07CB-08AB-576419C3DF2B}"/>
                    </a:ext>
                  </a:extLst>
                </p:cNvPr>
                <p:cNvSpPr txBox="1"/>
                <p:nvPr/>
              </p:nvSpPr>
              <p:spPr>
                <a:xfrm>
                  <a:off x="5463075" y="5442874"/>
                  <a:ext cx="181373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 전용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입력 변경 시 즉시 갱신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)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084BE84-06A6-1ABF-4DDA-FAD754031D57}"/>
                    </a:ext>
                  </a:extLst>
                </p:cNvPr>
                <p:cNvSpPr txBox="1"/>
                <p:nvPr/>
              </p:nvSpPr>
              <p:spPr>
                <a:xfrm>
                  <a:off x="7842250" y="54790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확정 전 최종 확인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309DE16B-2221-88D7-77D1-174DB2A46E9E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193156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촬영장소 이미지 카드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(XR/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일반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선택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CB2AF19-1EAE-89D4-A9C9-A87B2D56DB60}"/>
                    </a:ext>
                  </a:extLst>
                </p:cNvPr>
                <p:cNvSpPr txBox="1"/>
                <p:nvPr/>
              </p:nvSpPr>
              <p:spPr>
                <a:xfrm>
                  <a:off x="5842594" y="5646074"/>
                  <a:ext cx="105469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카드 클릭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라디오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)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DE589B2A-76D7-D713-FA74-F2FC7435ACF5}"/>
                    </a:ext>
                  </a:extLst>
                </p:cNvPr>
                <p:cNvSpPr txBox="1"/>
                <p:nvPr/>
              </p:nvSpPr>
              <p:spPr>
                <a:xfrm>
                  <a:off x="7842250" y="5682297"/>
                  <a:ext cx="219019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선택 시 테두리 강조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장비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수용인원 태그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605F93B5-67F0-2E48-8A58-DA4E43E8A1BB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208613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촬영일정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Date picker —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예약 날짜 선택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982CF6B-AAA4-79DA-9362-D103E9958DAC}"/>
                    </a:ext>
                  </a:extLst>
                </p:cNvPr>
                <p:cNvSpPr txBox="1"/>
                <p:nvPr/>
              </p:nvSpPr>
              <p:spPr>
                <a:xfrm>
                  <a:off x="5559484" y="5849274"/>
                  <a:ext cx="162091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날짜 선택 → 하단 시간표 갱신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B5DA8E37-27CF-00B2-6E6B-5CAE4F2479B9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186576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날짜 변경 시 이용시간 표 자동 갱신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3D703D9E-FBB6-58C9-4F44-1830B553D570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20800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예약 확정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—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예약 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변경 처리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EAE6C11-14F0-A9A7-E69B-D42E62790691}"/>
                    </a:ext>
                  </a:extLst>
                </p:cNvPr>
                <p:cNvSpPr txBox="1"/>
                <p:nvPr/>
              </p:nvSpPr>
              <p:spPr>
                <a:xfrm>
                  <a:off x="5253420" y="6052474"/>
                  <a:ext cx="223304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버튼 클릭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(Submit) →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유효성 검사 후 확정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E8F2207-F968-A141-D21B-72E2EB98D461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238607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확정 시 담당자 알림 발송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취소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→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이전 화면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32C1100-911E-D16D-4CAA-FA8B6C6D618D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solidFill>
                        <a:srgbClr val="1A1A1A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A1A1A"/>
                    </a:solidFill>
                    <a:latin typeface="+mn-ea"/>
                  </a:endParaRP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BB4247F4-8423-6B10-7202-89ABA390C033}"/>
                    </a:ext>
                  </a:extLst>
                </p:cNvPr>
                <p:cNvSpPr txBox="1"/>
                <p:nvPr/>
              </p:nvSpPr>
              <p:spPr>
                <a:xfrm>
                  <a:off x="6263433" y="6255674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1E2D45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E2D45"/>
                    </a:solidFill>
                    <a:latin typeface="+mn-ea"/>
                  </a:endParaRP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33AA9096-00D8-5DAE-77BC-6486F49B32D2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-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F6DD8437-027A-F6C7-C3EE-85E9F7D0031C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B27CB87F-E23B-7BF4-ECA8-99C34AC29DEF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108" name="Oval 468">
                  <a:extLst>
                    <a:ext uri="{FF2B5EF4-FFF2-40B4-BE49-F238E27FC236}">
                      <a16:creationId xmlns:a16="http://schemas.microsoft.com/office/drawing/2014/main" id="{1E7D05B0-8A20-E34A-9A6B-6AC1F0650D8D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C89D4FE3-EE0A-2506-3CB8-A1F03FAC1D2F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93" name="그룹 92">
                <a:extLst>
                  <a:ext uri="{FF2B5EF4-FFF2-40B4-BE49-F238E27FC236}">
                    <a16:creationId xmlns:a16="http://schemas.microsoft.com/office/drawing/2014/main" id="{CFA4080D-7E2A-F204-FD4F-B7E7DBC6DDD1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106" name="Oval 474">
                  <a:extLst>
                    <a:ext uri="{FF2B5EF4-FFF2-40B4-BE49-F238E27FC236}">
                      <a16:creationId xmlns:a16="http://schemas.microsoft.com/office/drawing/2014/main" id="{7040ABDE-4B6E-44DC-E18E-BEB1606DD10C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CAC92D6C-9630-2D72-203A-04FDF0361C10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AA145B5-6A97-E822-9C92-23BF7DEB3180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104" name="Oval 480">
                  <a:extLst>
                    <a:ext uri="{FF2B5EF4-FFF2-40B4-BE49-F238E27FC236}">
                      <a16:creationId xmlns:a16="http://schemas.microsoft.com/office/drawing/2014/main" id="{BCA56873-A5AE-BC05-9D55-D7C0103E78EC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ED0D288-347A-93AE-A6B9-2ED07219E9AA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934F6E9D-EF36-2124-6291-BDFB83E1252F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102" name="Oval 486">
                  <a:extLst>
                    <a:ext uri="{FF2B5EF4-FFF2-40B4-BE49-F238E27FC236}">
                      <a16:creationId xmlns:a16="http://schemas.microsoft.com/office/drawing/2014/main" id="{E609A796-B786-E819-1865-B84CC43A5DEA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400F11A-16B5-C718-B1B0-9A09487C4799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96" name="그룹 95">
                <a:extLst>
                  <a:ext uri="{FF2B5EF4-FFF2-40B4-BE49-F238E27FC236}">
                    <a16:creationId xmlns:a16="http://schemas.microsoft.com/office/drawing/2014/main" id="{03C224FA-A42E-3751-DB32-BFAFCF585219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100" name="Oval 492">
                  <a:extLst>
                    <a:ext uri="{FF2B5EF4-FFF2-40B4-BE49-F238E27FC236}">
                      <a16:creationId xmlns:a16="http://schemas.microsoft.com/office/drawing/2014/main" id="{3BF7E93F-B6F8-DAEC-B2C4-46ADA17385AA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31254E7-A12C-920D-6427-2A0FF05FE015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F6DE2200-C67B-F078-392D-8C1359B26A39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98" name="Oval 492">
                  <a:extLst>
                    <a:ext uri="{FF2B5EF4-FFF2-40B4-BE49-F238E27FC236}">
                      <a16:creationId xmlns:a16="http://schemas.microsoft.com/office/drawing/2014/main" id="{98FD1F58-64CF-A882-FA19-CD738A69797B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2A027E6-CFB5-309A-AF51-2ABC3583F419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0E2D8B04-D6A7-F8AB-4F4E-FDCF3377058E}"/>
              </a:ext>
            </a:extLst>
          </p:cNvPr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38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3AC3865-3EE7-1283-7E9D-89A11E9FCC04}"/>
              </a:ext>
            </a:extLst>
          </p:cNvPr>
          <p:cNvSpPr txBox="1"/>
          <p:nvPr/>
        </p:nvSpPr>
        <p:spPr>
          <a:xfrm>
            <a:off x="34666" y="6642100"/>
            <a:ext cx="2904962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 dirty="0" err="1">
                <a:solidFill>
                  <a:srgbClr val="AABBCC"/>
                </a:solidFill>
                <a:latin typeface="+mn-ea"/>
              </a:rPr>
              <a:t>소통나눔방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시스템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고도화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기획서</a:t>
            </a:r>
            <a:r>
              <a:rPr sz="800" dirty="0">
                <a:solidFill>
                  <a:srgbClr val="AABBCC"/>
                </a:solidFill>
                <a:latin typeface="+mn-ea"/>
              </a:rPr>
              <a:t>  | 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○○부처</a:t>
            </a:r>
            <a:r>
              <a:rPr sz="800" dirty="0">
                <a:solidFill>
                  <a:srgbClr val="AABBCC"/>
                </a:solidFill>
                <a:latin typeface="+mn-ea"/>
              </a:rPr>
              <a:t> </a:t>
            </a:r>
            <a:r>
              <a:rPr sz="800" dirty="0" err="1">
                <a:solidFill>
                  <a:srgbClr val="AABBCC"/>
                </a:solidFill>
                <a:latin typeface="+mn-ea"/>
              </a:rPr>
              <a:t>○○과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3939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SCR-NEW-1001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스튜디오 예약 (수정)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9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이용시간 선택 — 드래그 기능 제외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552459" cy="540000"/>
          </a:xfrm>
          <a:prstGeom prst="rect">
            <a:avLst/>
          </a:prstGeom>
          <a:solidFill>
            <a:srgbClr val="FBEE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54000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전 (AS-IS)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B5341F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타임슬롯 연속 ‘드래그’ 범위 선택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059" y="1152000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2E4470"/>
                </a:solidFill>
                <a:latin typeface="Noto Sans K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059" y="972000"/>
            <a:ext cx="5552459" cy="540000"/>
          </a:xfrm>
          <a:prstGeom prst="rect">
            <a:avLst/>
          </a:prstGeom>
          <a:solidFill>
            <a:srgbClr val="EAF3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0059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0059" y="972000"/>
            <a:ext cx="43200" cy="5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405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후 (TO-BE)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2059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드래그 제외, 시간대 개별 ‘클릭 다중선택’ 방식 유지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00" y="1692000"/>
            <a:ext cx="11680919" cy="72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5600" y="1692000"/>
            <a:ext cx="1168091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5600" y="1692000"/>
            <a:ext cx="43200" cy="72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9" y="1692000"/>
            <a:ext cx="1146491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유지 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0" y="20340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타임슬롯 상태색(가능/불가/선택) 및 선택 요약, 예약 요약 패널은 유지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600" y="22356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연속 시간 예약은 해당 시간대들을 각각 클릭하여 선택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8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79000" y="645668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15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79000" y="2322068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사용 컴포넌트</a:t>
              </a:r>
            </a:p>
          </p:txBody>
        </p:sp>
        <p:sp>
          <p:nvSpPr>
            <p:cNvPr id="17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60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9266" y="353568"/>
            <a:ext cx="12144634" cy="273653"/>
            <a:chOff x="660400" y="353568"/>
            <a:chExt cx="11493500" cy="273653"/>
          </a:xfrm>
        </p:grpSpPr>
        <p:sp>
          <p:nvSpPr>
            <p:cNvPr id="76" name="TextBox 75"/>
            <p:cNvSpPr txBox="1"/>
            <p:nvPr/>
          </p:nvSpPr>
          <p:spPr>
            <a:xfrm>
              <a:off x="660400" y="353568"/>
              <a:ext cx="70877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100" b="1" dirty="0">
                  <a:solidFill>
                    <a:srgbClr val="FFFFFF"/>
                  </a:solidFill>
                  <a:latin typeface="+mn-ea"/>
                </a:rPr>
                <a:t>설문조사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167508" y="381000"/>
              <a:ext cx="98639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</a:t>
              </a:r>
              <a:r>
                <a:rPr lang="ko-KR" altLang="en-US" sz="1000" dirty="0">
                  <a:solidFill>
                    <a:srgbClr val="AABBCC"/>
                  </a:solidFill>
                  <a:latin typeface="+mn-ea"/>
                </a:rPr>
                <a:t>설문조사</a:t>
              </a:r>
              <a:endParaRPr sz="1000" dirty="0">
                <a:solidFill>
                  <a:srgbClr val="AABBCC"/>
                </a:solidFill>
                <a:latin typeface="+mn-ea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-3177" y="632599"/>
            <a:ext cx="9687098" cy="4391332"/>
            <a:chOff x="-19565" y="614522"/>
            <a:chExt cx="9684010" cy="4394732"/>
          </a:xfrm>
        </p:grpSpPr>
        <p:sp>
          <p:nvSpPr>
            <p:cNvPr id="79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04099" y="650321"/>
              <a:ext cx="697405" cy="246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설문조사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66" name="TextBox 165"/>
          <p:cNvSpPr txBox="1"/>
          <p:nvPr/>
        </p:nvSpPr>
        <p:spPr>
          <a:xfrm>
            <a:off x="10662786" y="6642100"/>
            <a:ext cx="149111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SCR-NEW-10</a:t>
            </a:r>
            <a:r>
              <a:rPr lang="en-US" sz="800" dirty="0">
                <a:solidFill>
                  <a:srgbClr val="AABBCC"/>
                </a:solidFill>
                <a:latin typeface="+mn-ea"/>
              </a:rPr>
              <a:t>0</a:t>
            </a:r>
            <a:r>
              <a:rPr sz="800" dirty="0">
                <a:solidFill>
                  <a:srgbClr val="AABBCC"/>
                </a:solidFill>
                <a:latin typeface="+mn-ea"/>
              </a:rPr>
              <a:t>2  |  </a:t>
            </a:r>
            <a:r>
              <a:rPr lang="ko-KR" altLang="en-US" sz="800" dirty="0">
                <a:solidFill>
                  <a:srgbClr val="AABBCC"/>
                </a:solidFill>
                <a:latin typeface="+mn-ea"/>
              </a:rPr>
              <a:t>설문조사</a:t>
            </a:r>
            <a:endParaRPr sz="800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9779000" y="1092200"/>
            <a:ext cx="2324100" cy="2148532"/>
            <a:chOff x="9779000" y="1092200"/>
            <a:chExt cx="2324100" cy="2148532"/>
          </a:xfrm>
        </p:grpSpPr>
        <p:sp>
          <p:nvSpPr>
            <p:cNvPr id="182" name="TextBox 181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SCR-NEW-10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2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설문조사화면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전체 사용자 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로그인</a:t>
              </a:r>
              <a:r>
                <a:rPr lang="en-US" altLang="ko-KR" sz="1000" dirty="0">
                  <a:solidFill>
                    <a:srgbClr val="1E2D45"/>
                  </a:solidFill>
                  <a:latin typeface="+mn-ea"/>
                </a:rPr>
                <a:t>)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1E2D45"/>
                  </a:solidFill>
                  <a:latin typeface="+mn-ea"/>
                </a:rPr>
                <a:t>설문조사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9779000" y="2857500"/>
              <a:ext cx="178446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 err="1">
                  <a:solidFill>
                    <a:srgbClr val="1E2D45"/>
                  </a:solidFill>
                  <a:latin typeface="+mn-ea"/>
                </a:rPr>
                <a:t>리커트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 매트릭스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표시 구조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9779000" y="3009900"/>
              <a:ext cx="155363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척도 라디오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단일 선택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205" name="그룹 204"/>
          <p:cNvGrpSpPr/>
          <p:nvPr/>
        </p:nvGrpSpPr>
        <p:grpSpPr>
          <a:xfrm>
            <a:off x="9266" y="867952"/>
            <a:ext cx="9595067" cy="3104790"/>
            <a:chOff x="0" y="-1"/>
            <a:chExt cx="12208096" cy="3906859"/>
          </a:xfrm>
        </p:grpSpPr>
        <p:sp>
          <p:nvSpPr>
            <p:cNvPr id="304" name="Rectangle 2"/>
            <p:cNvSpPr/>
            <p:nvPr/>
          </p:nvSpPr>
          <p:spPr>
            <a:xfrm>
              <a:off x="0" y="-1"/>
              <a:ext cx="12208096" cy="396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216000" y="23721"/>
              <a:ext cx="7919975" cy="34855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dirty="0">
                  <a:solidFill>
                    <a:srgbClr val="FFFFFF"/>
                  </a:solidFill>
                  <a:latin typeface="+mn-ea"/>
                </a:rPr>
                <a:t>202</a:t>
              </a:r>
              <a:r>
                <a:rPr lang="en-US" dirty="0">
                  <a:solidFill>
                    <a:srgbClr val="FFFFFF"/>
                  </a:solidFill>
                  <a:latin typeface="+mn-ea"/>
                </a:rPr>
                <a:t>6</a:t>
              </a:r>
              <a:r>
                <a:rPr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r>
                <a:rPr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dirty="0" err="1">
                  <a:solidFill>
                    <a:srgbClr val="FFFFFF"/>
                  </a:solidFill>
                  <a:latin typeface="+mn-ea"/>
                </a:rPr>
                <a:t>만족도</a:t>
              </a:r>
              <a:r>
                <a:rPr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dirty="0" err="1">
                  <a:solidFill>
                    <a:srgbClr val="FFFFFF"/>
                  </a:solidFill>
                  <a:latin typeface="+mn-ea"/>
                </a:rPr>
                <a:t>조사</a:t>
              </a:r>
              <a:endParaRPr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9092419" y="105130"/>
              <a:ext cx="2519992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100" dirty="0" err="1">
                  <a:solidFill>
                    <a:srgbClr val="C3CEDE"/>
                  </a:solidFill>
                  <a:latin typeface="+mn-ea"/>
                </a:rPr>
                <a:t>문항</a:t>
              </a:r>
              <a:r>
                <a:rPr sz="1100" dirty="0">
                  <a:solidFill>
                    <a:srgbClr val="C3CEDE"/>
                  </a:solidFill>
                  <a:latin typeface="+mn-ea"/>
                </a:rPr>
                <a:t> 6-9 / 총 25</a:t>
              </a: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11724083" y="62917"/>
              <a:ext cx="287999" cy="2701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+mn-ea"/>
                </a:rPr>
                <a:t>✕</a:t>
              </a:r>
            </a:p>
          </p:txBody>
        </p:sp>
        <p:sp>
          <p:nvSpPr>
            <p:cNvPr id="323" name="Rectangle 17"/>
            <p:cNvSpPr/>
            <p:nvPr/>
          </p:nvSpPr>
          <p:spPr>
            <a:xfrm>
              <a:off x="359999" y="845998"/>
              <a:ext cx="11472082" cy="215999"/>
            </a:xfrm>
            <a:prstGeom prst="rect">
              <a:avLst/>
            </a:prstGeom>
            <a:solidFill>
              <a:srgbClr val="3C4A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467999" y="852686"/>
              <a:ext cx="11256082" cy="2026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dirty="0">
                  <a:solidFill>
                    <a:srgbClr val="FFFFFF"/>
                  </a:solidFill>
                  <a:latin typeface="+mn-ea"/>
                </a:rPr>
                <a:t>II.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소통나눔방의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내용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품질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요인을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평가해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주십시오</a:t>
              </a:r>
              <a:r>
                <a:rPr sz="1200" dirty="0">
                  <a:solidFill>
                    <a:srgbClr val="FFFFFF"/>
                  </a:solidFill>
                  <a:latin typeface="+mn-ea"/>
                </a:rPr>
                <a:t>.</a:t>
              </a:r>
            </a:p>
          </p:txBody>
        </p:sp>
        <p:sp>
          <p:nvSpPr>
            <p:cNvPr id="325" name="Rectangle 19"/>
            <p:cNvSpPr/>
            <p:nvPr/>
          </p:nvSpPr>
          <p:spPr>
            <a:xfrm>
              <a:off x="359999" y="1097998"/>
              <a:ext cx="4319986" cy="58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467999" y="1296729"/>
              <a:ext cx="4103986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 err="1">
                  <a:solidFill>
                    <a:srgbClr val="FFFFFF"/>
                  </a:solidFill>
                  <a:latin typeface="+mn-ea"/>
                </a:rPr>
                <a:t>평가</a:t>
              </a:r>
              <a:r>
                <a:rPr sz="11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FFFFFF"/>
                  </a:solidFill>
                  <a:latin typeface="+mn-ea"/>
                </a:rPr>
                <a:t>문항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27" name="Rectangle 21"/>
            <p:cNvSpPr/>
            <p:nvPr/>
          </p:nvSpPr>
          <p:spPr>
            <a:xfrm>
              <a:off x="4679985" y="1097998"/>
              <a:ext cx="1021728" cy="583200"/>
            </a:xfrm>
            <a:prstGeom prst="rect">
              <a:avLst/>
            </a:prstGeom>
            <a:solidFill>
              <a:srgbClr val="FBE9E9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8" name="Oval 22"/>
            <p:cNvSpPr/>
            <p:nvPr/>
          </p:nvSpPr>
          <p:spPr>
            <a:xfrm>
              <a:off x="5090048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5090048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1</a:t>
              </a:r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4679985" y="1364397"/>
              <a:ext cx="1021728" cy="3039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dirty="0" err="1">
                  <a:solidFill>
                    <a:srgbClr val="243241"/>
                  </a:solidFill>
                  <a:latin typeface="+mn-ea"/>
                </a:rPr>
                <a:t>전혀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
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그렇지</a:t>
              </a:r>
              <a:r>
                <a:rPr sz="9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43241"/>
                  </a:solidFill>
                  <a:latin typeface="+mn-ea"/>
                </a:rPr>
                <a:t>않다</a:t>
              </a:r>
              <a:endParaRPr sz="9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31" name="Rectangle 25"/>
            <p:cNvSpPr/>
            <p:nvPr/>
          </p:nvSpPr>
          <p:spPr>
            <a:xfrm>
              <a:off x="5701713" y="1097998"/>
              <a:ext cx="1021728" cy="583200"/>
            </a:xfrm>
            <a:prstGeom prst="rect">
              <a:avLst/>
            </a:prstGeom>
            <a:solidFill>
              <a:srgbClr val="FBE9E9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2" name="Oval 26"/>
            <p:cNvSpPr/>
            <p:nvPr/>
          </p:nvSpPr>
          <p:spPr>
            <a:xfrm>
              <a:off x="6111777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6111777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2</a:t>
              </a: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5701713" y="1364397"/>
              <a:ext cx="1021728" cy="3039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>
                  <a:solidFill>
                    <a:srgbClr val="243241"/>
                  </a:solidFill>
                  <a:latin typeface="+mn-ea"/>
                </a:rPr>
                <a:t>그렇지
않다</a:t>
              </a:r>
            </a:p>
          </p:txBody>
        </p:sp>
        <p:sp>
          <p:nvSpPr>
            <p:cNvPr id="335" name="Rectangle 29"/>
            <p:cNvSpPr/>
            <p:nvPr/>
          </p:nvSpPr>
          <p:spPr>
            <a:xfrm>
              <a:off x="6723440" y="1097998"/>
              <a:ext cx="1021728" cy="583200"/>
            </a:xfrm>
            <a:prstGeom prst="rect">
              <a:avLst/>
            </a:prstGeom>
            <a:solidFill>
              <a:srgbClr val="FCF1E2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6" name="Oval 30"/>
            <p:cNvSpPr/>
            <p:nvPr/>
          </p:nvSpPr>
          <p:spPr>
            <a:xfrm>
              <a:off x="7133505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7" name="TextBox 336"/>
            <p:cNvSpPr txBox="1"/>
            <p:nvPr/>
          </p:nvSpPr>
          <p:spPr>
            <a:xfrm>
              <a:off x="7133505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3</a:t>
              </a: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6723440" y="1364397"/>
              <a:ext cx="1021728" cy="3039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>
                  <a:solidFill>
                    <a:srgbClr val="243241"/>
                  </a:solidFill>
                  <a:latin typeface="+mn-ea"/>
                </a:rPr>
                <a:t>약간 그렇지
않다</a:t>
              </a:r>
            </a:p>
          </p:txBody>
        </p:sp>
        <p:sp>
          <p:nvSpPr>
            <p:cNvPr id="339" name="Rectangle 33"/>
            <p:cNvSpPr/>
            <p:nvPr/>
          </p:nvSpPr>
          <p:spPr>
            <a:xfrm>
              <a:off x="7745169" y="1097998"/>
              <a:ext cx="1021728" cy="583200"/>
            </a:xfrm>
            <a:prstGeom prst="rect">
              <a:avLst/>
            </a:prstGeom>
            <a:solidFill>
              <a:srgbClr val="EEF0F3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0" name="Oval 34"/>
            <p:cNvSpPr/>
            <p:nvPr/>
          </p:nvSpPr>
          <p:spPr>
            <a:xfrm>
              <a:off x="8155232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8155232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4</a:t>
              </a:r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7745169" y="1438964"/>
              <a:ext cx="1021728" cy="1519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dirty="0" err="1">
                  <a:solidFill>
                    <a:srgbClr val="243241"/>
                  </a:solidFill>
                  <a:latin typeface="+mn-ea"/>
                </a:rPr>
                <a:t>보통</a:t>
              </a:r>
              <a:endParaRPr sz="9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43" name="Rectangle 37"/>
            <p:cNvSpPr/>
            <p:nvPr/>
          </p:nvSpPr>
          <p:spPr>
            <a:xfrm>
              <a:off x="8766897" y="1097998"/>
              <a:ext cx="1021728" cy="583200"/>
            </a:xfrm>
            <a:prstGeom prst="rect">
              <a:avLst/>
            </a:prstGeom>
            <a:solidFill>
              <a:srgbClr val="E7F2E8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4" name="Oval 38"/>
            <p:cNvSpPr/>
            <p:nvPr/>
          </p:nvSpPr>
          <p:spPr>
            <a:xfrm>
              <a:off x="9176961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5" name="TextBox 344"/>
            <p:cNvSpPr txBox="1"/>
            <p:nvPr/>
          </p:nvSpPr>
          <p:spPr>
            <a:xfrm>
              <a:off x="9176961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5</a:t>
              </a:r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8766897" y="1364397"/>
              <a:ext cx="1021728" cy="3039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>
                  <a:solidFill>
                    <a:srgbClr val="243241"/>
                  </a:solidFill>
                  <a:latin typeface="+mn-ea"/>
                </a:rPr>
                <a:t>약간
그렇다</a:t>
              </a:r>
            </a:p>
          </p:txBody>
        </p:sp>
        <p:sp>
          <p:nvSpPr>
            <p:cNvPr id="347" name="Rectangle 41"/>
            <p:cNvSpPr/>
            <p:nvPr/>
          </p:nvSpPr>
          <p:spPr>
            <a:xfrm>
              <a:off x="9788626" y="1097998"/>
              <a:ext cx="1021728" cy="583200"/>
            </a:xfrm>
            <a:prstGeom prst="rect">
              <a:avLst/>
            </a:prstGeom>
            <a:solidFill>
              <a:srgbClr val="E7F2E8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8" name="Oval 42"/>
            <p:cNvSpPr/>
            <p:nvPr/>
          </p:nvSpPr>
          <p:spPr>
            <a:xfrm>
              <a:off x="10198689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10198689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6</a:t>
              </a: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9788626" y="1438964"/>
              <a:ext cx="1021728" cy="1519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>
                  <a:solidFill>
                    <a:srgbClr val="243241"/>
                  </a:solidFill>
                  <a:latin typeface="+mn-ea"/>
                </a:rPr>
                <a:t>그렇다</a:t>
              </a:r>
            </a:p>
          </p:txBody>
        </p:sp>
        <p:sp>
          <p:nvSpPr>
            <p:cNvPr id="351" name="Rectangle 45"/>
            <p:cNvSpPr/>
            <p:nvPr/>
          </p:nvSpPr>
          <p:spPr>
            <a:xfrm>
              <a:off x="10810353" y="1097998"/>
              <a:ext cx="1021728" cy="583200"/>
            </a:xfrm>
            <a:prstGeom prst="rect">
              <a:avLst/>
            </a:prstGeom>
            <a:solidFill>
              <a:srgbClr val="E7F2E8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2" name="Oval 46"/>
            <p:cNvSpPr/>
            <p:nvPr/>
          </p:nvSpPr>
          <p:spPr>
            <a:xfrm>
              <a:off x="11220418" y="1151998"/>
              <a:ext cx="201599" cy="201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11220418" y="1152729"/>
              <a:ext cx="201599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>
                  <a:solidFill>
                    <a:srgbClr val="2E4470"/>
                  </a:solidFill>
                  <a:latin typeface="+mn-ea"/>
                </a:rPr>
                <a:t>7</a:t>
              </a: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10810352" y="1364397"/>
              <a:ext cx="1021728" cy="3039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>
                  <a:solidFill>
                    <a:srgbClr val="243241"/>
                  </a:solidFill>
                  <a:latin typeface="+mn-ea"/>
                </a:rPr>
                <a:t>매우
그렇다</a:t>
              </a:r>
            </a:p>
          </p:txBody>
        </p:sp>
        <p:sp>
          <p:nvSpPr>
            <p:cNvPr id="355" name="Rectangle 49"/>
            <p:cNvSpPr/>
            <p:nvPr/>
          </p:nvSpPr>
          <p:spPr>
            <a:xfrm>
              <a:off x="359999" y="1681197"/>
              <a:ext cx="11472082" cy="4139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485999" y="1799548"/>
              <a:ext cx="4139987" cy="17729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dirty="0">
                  <a:solidFill>
                    <a:srgbClr val="2E4470"/>
                  </a:solidFill>
                  <a:latin typeface="+mn-ea"/>
                </a:rPr>
                <a:t>6.  </a:t>
              </a:r>
              <a:r>
                <a:rPr sz="1050" dirty="0" err="1">
                  <a:solidFill>
                    <a:srgbClr val="243241"/>
                  </a:solidFill>
                  <a:latin typeface="+mn-ea"/>
                </a:rPr>
                <a:t>소통나눔방은</a:t>
              </a:r>
              <a:r>
                <a:rPr sz="105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43241"/>
                  </a:solidFill>
                  <a:latin typeface="+mn-ea"/>
                </a:rPr>
                <a:t>업무효율성</a:t>
              </a:r>
              <a:r>
                <a:rPr sz="105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43241"/>
                  </a:solidFill>
                  <a:latin typeface="+mn-ea"/>
                </a:rPr>
                <a:t>향상에</a:t>
              </a:r>
              <a:r>
                <a:rPr sz="105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43241"/>
                  </a:solidFill>
                  <a:latin typeface="+mn-ea"/>
                </a:rPr>
                <a:t>도움을</a:t>
              </a:r>
              <a:r>
                <a:rPr sz="105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50" dirty="0" err="1">
                  <a:solidFill>
                    <a:srgbClr val="243241"/>
                  </a:solidFill>
                  <a:latin typeface="+mn-ea"/>
                </a:rPr>
                <a:t>준다</a:t>
              </a:r>
              <a:endParaRPr sz="105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57" name="Oval 51"/>
            <p:cNvSpPr/>
            <p:nvPr/>
          </p:nvSpPr>
          <p:spPr>
            <a:xfrm>
              <a:off x="5100848" y="1798197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8" name="Oval 52"/>
            <p:cNvSpPr/>
            <p:nvPr/>
          </p:nvSpPr>
          <p:spPr>
            <a:xfrm>
              <a:off x="6122577" y="1798197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9" name="Oval 53"/>
            <p:cNvSpPr/>
            <p:nvPr/>
          </p:nvSpPr>
          <p:spPr>
            <a:xfrm>
              <a:off x="7144305" y="1798197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0" name="Oval 54"/>
            <p:cNvSpPr/>
            <p:nvPr/>
          </p:nvSpPr>
          <p:spPr>
            <a:xfrm>
              <a:off x="8166033" y="1798197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1" name="Oval 55"/>
            <p:cNvSpPr/>
            <p:nvPr/>
          </p:nvSpPr>
          <p:spPr>
            <a:xfrm>
              <a:off x="9187762" y="1798197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2" name="Rectangle 56"/>
            <p:cNvSpPr/>
            <p:nvPr/>
          </p:nvSpPr>
          <p:spPr>
            <a:xfrm>
              <a:off x="9788626" y="1688347"/>
              <a:ext cx="1021728" cy="413998"/>
            </a:xfrm>
            <a:prstGeom prst="rect">
              <a:avLst/>
            </a:prstGeom>
            <a:solidFill>
              <a:srgbClr val="EAF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3" name="Oval 57"/>
            <p:cNvSpPr/>
            <p:nvPr/>
          </p:nvSpPr>
          <p:spPr>
            <a:xfrm>
              <a:off x="10209489" y="1798197"/>
              <a:ext cx="179999" cy="180000"/>
            </a:xfrm>
            <a:prstGeom prst="ellipse">
              <a:avLst/>
            </a:prstGeom>
            <a:solidFill>
              <a:srgbClr val="2E4470"/>
            </a:solidFill>
            <a:ln w="1524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4" name="Oval 58"/>
            <p:cNvSpPr/>
            <p:nvPr/>
          </p:nvSpPr>
          <p:spPr>
            <a:xfrm>
              <a:off x="10270688" y="1859396"/>
              <a:ext cx="57600" cy="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5" name="Oval 59"/>
            <p:cNvSpPr/>
            <p:nvPr/>
          </p:nvSpPr>
          <p:spPr>
            <a:xfrm>
              <a:off x="11231218" y="1798197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6" name="Rectangle 60"/>
            <p:cNvSpPr/>
            <p:nvPr/>
          </p:nvSpPr>
          <p:spPr>
            <a:xfrm>
              <a:off x="359999" y="2095196"/>
              <a:ext cx="11472082" cy="413998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485999" y="2133341"/>
              <a:ext cx="4139987" cy="3377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E4470"/>
                  </a:solidFill>
                  <a:latin typeface="+mn-ea"/>
                </a:rPr>
                <a:t>7. 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소통나눔방은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업무처리에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필요한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다양한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기능을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제공한다</a:t>
              </a:r>
              <a:endParaRPr sz="10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68" name="Oval 62"/>
            <p:cNvSpPr/>
            <p:nvPr/>
          </p:nvSpPr>
          <p:spPr>
            <a:xfrm>
              <a:off x="5100848" y="2212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9" name="Oval 63"/>
            <p:cNvSpPr/>
            <p:nvPr/>
          </p:nvSpPr>
          <p:spPr>
            <a:xfrm>
              <a:off x="6122577" y="2212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0" name="Oval 64"/>
            <p:cNvSpPr/>
            <p:nvPr/>
          </p:nvSpPr>
          <p:spPr>
            <a:xfrm>
              <a:off x="7144305" y="2212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1" name="Oval 65"/>
            <p:cNvSpPr/>
            <p:nvPr/>
          </p:nvSpPr>
          <p:spPr>
            <a:xfrm>
              <a:off x="8166033" y="2212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2" name="Rectangle 66"/>
            <p:cNvSpPr/>
            <p:nvPr/>
          </p:nvSpPr>
          <p:spPr>
            <a:xfrm>
              <a:off x="8766897" y="2101975"/>
              <a:ext cx="1021728" cy="413998"/>
            </a:xfrm>
            <a:prstGeom prst="rect">
              <a:avLst/>
            </a:prstGeom>
            <a:solidFill>
              <a:srgbClr val="EAF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3" name="Oval 67"/>
            <p:cNvSpPr/>
            <p:nvPr/>
          </p:nvSpPr>
          <p:spPr>
            <a:xfrm>
              <a:off x="9187762" y="2212196"/>
              <a:ext cx="179999" cy="180000"/>
            </a:xfrm>
            <a:prstGeom prst="ellipse">
              <a:avLst/>
            </a:prstGeom>
            <a:solidFill>
              <a:srgbClr val="2E4470"/>
            </a:solidFill>
            <a:ln w="1524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4" name="Oval 68"/>
            <p:cNvSpPr/>
            <p:nvPr/>
          </p:nvSpPr>
          <p:spPr>
            <a:xfrm>
              <a:off x="9248961" y="2273397"/>
              <a:ext cx="57600" cy="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5" name="Oval 69"/>
            <p:cNvSpPr/>
            <p:nvPr/>
          </p:nvSpPr>
          <p:spPr>
            <a:xfrm>
              <a:off x="10209489" y="2212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6" name="Oval 70"/>
            <p:cNvSpPr/>
            <p:nvPr/>
          </p:nvSpPr>
          <p:spPr>
            <a:xfrm>
              <a:off x="11231218" y="2212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7" name="Rectangle 71"/>
            <p:cNvSpPr/>
            <p:nvPr/>
          </p:nvSpPr>
          <p:spPr>
            <a:xfrm>
              <a:off x="359999" y="2509196"/>
              <a:ext cx="11472082" cy="4139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485999" y="2547340"/>
              <a:ext cx="4139987" cy="3377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E4470"/>
                  </a:solidFill>
                  <a:latin typeface="+mn-ea"/>
                </a:rPr>
                <a:t>8. 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소통나눔방은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사용자의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요청사항에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시스템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개선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의지가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있다</a:t>
              </a:r>
              <a:endParaRPr sz="10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79" name="Oval 73"/>
            <p:cNvSpPr/>
            <p:nvPr/>
          </p:nvSpPr>
          <p:spPr>
            <a:xfrm>
              <a:off x="5100848" y="2626195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0" name="Oval 74"/>
            <p:cNvSpPr/>
            <p:nvPr/>
          </p:nvSpPr>
          <p:spPr>
            <a:xfrm>
              <a:off x="6122577" y="2626195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1" name="Oval 75"/>
            <p:cNvSpPr/>
            <p:nvPr/>
          </p:nvSpPr>
          <p:spPr>
            <a:xfrm>
              <a:off x="7144305" y="2626195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2" name="Rectangle 76"/>
            <p:cNvSpPr/>
            <p:nvPr/>
          </p:nvSpPr>
          <p:spPr>
            <a:xfrm>
              <a:off x="7745169" y="2516345"/>
              <a:ext cx="1021728" cy="413998"/>
            </a:xfrm>
            <a:prstGeom prst="rect">
              <a:avLst/>
            </a:prstGeom>
            <a:solidFill>
              <a:srgbClr val="EAF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3" name="Oval 77"/>
            <p:cNvSpPr/>
            <p:nvPr/>
          </p:nvSpPr>
          <p:spPr>
            <a:xfrm>
              <a:off x="8166033" y="2626195"/>
              <a:ext cx="179999" cy="180000"/>
            </a:xfrm>
            <a:prstGeom prst="ellipse">
              <a:avLst/>
            </a:prstGeom>
            <a:solidFill>
              <a:srgbClr val="2E4470"/>
            </a:solidFill>
            <a:ln w="1524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4" name="Oval 78"/>
            <p:cNvSpPr/>
            <p:nvPr/>
          </p:nvSpPr>
          <p:spPr>
            <a:xfrm>
              <a:off x="8227233" y="2687396"/>
              <a:ext cx="57600" cy="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5" name="Oval 79"/>
            <p:cNvSpPr/>
            <p:nvPr/>
          </p:nvSpPr>
          <p:spPr>
            <a:xfrm>
              <a:off x="9187762" y="2626195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6" name="Oval 80"/>
            <p:cNvSpPr/>
            <p:nvPr/>
          </p:nvSpPr>
          <p:spPr>
            <a:xfrm>
              <a:off x="10209489" y="2626195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7" name="Oval 81"/>
            <p:cNvSpPr/>
            <p:nvPr/>
          </p:nvSpPr>
          <p:spPr>
            <a:xfrm>
              <a:off x="11231218" y="2626195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8" name="Rectangle 82"/>
            <p:cNvSpPr/>
            <p:nvPr/>
          </p:nvSpPr>
          <p:spPr>
            <a:xfrm>
              <a:off x="359999" y="2923196"/>
              <a:ext cx="11472082" cy="413998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9" name="TextBox 388"/>
            <p:cNvSpPr txBox="1"/>
            <p:nvPr/>
          </p:nvSpPr>
          <p:spPr>
            <a:xfrm>
              <a:off x="485999" y="2961341"/>
              <a:ext cx="4139987" cy="3377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dirty="0">
                  <a:solidFill>
                    <a:srgbClr val="2E4470"/>
                  </a:solidFill>
                  <a:latin typeface="+mn-ea"/>
                </a:rPr>
                <a:t>9. 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소통나눔방의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내용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품질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요인에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대해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전반적으로</a:t>
              </a:r>
              <a:r>
                <a:rPr sz="10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243241"/>
                  </a:solidFill>
                  <a:latin typeface="+mn-ea"/>
                </a:rPr>
                <a:t>만족한다</a:t>
              </a:r>
              <a:endParaRPr sz="10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390" name="Oval 84"/>
            <p:cNvSpPr/>
            <p:nvPr/>
          </p:nvSpPr>
          <p:spPr>
            <a:xfrm>
              <a:off x="5100848" y="3040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1" name="Oval 85"/>
            <p:cNvSpPr/>
            <p:nvPr/>
          </p:nvSpPr>
          <p:spPr>
            <a:xfrm>
              <a:off x="6122577" y="3040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2" name="Oval 86"/>
            <p:cNvSpPr/>
            <p:nvPr/>
          </p:nvSpPr>
          <p:spPr>
            <a:xfrm>
              <a:off x="7144305" y="3040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3" name="Oval 87"/>
            <p:cNvSpPr/>
            <p:nvPr/>
          </p:nvSpPr>
          <p:spPr>
            <a:xfrm>
              <a:off x="8166033" y="3040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4" name="Oval 88"/>
            <p:cNvSpPr/>
            <p:nvPr/>
          </p:nvSpPr>
          <p:spPr>
            <a:xfrm>
              <a:off x="9187762" y="3040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5" name="Rectangle 89"/>
            <p:cNvSpPr/>
            <p:nvPr/>
          </p:nvSpPr>
          <p:spPr>
            <a:xfrm>
              <a:off x="9788627" y="2923583"/>
              <a:ext cx="1017765" cy="414926"/>
            </a:xfrm>
            <a:prstGeom prst="rect">
              <a:avLst/>
            </a:prstGeom>
            <a:solidFill>
              <a:srgbClr val="EAF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6" name="Oval 90"/>
            <p:cNvSpPr/>
            <p:nvPr/>
          </p:nvSpPr>
          <p:spPr>
            <a:xfrm>
              <a:off x="10209489" y="3040196"/>
              <a:ext cx="179999" cy="180000"/>
            </a:xfrm>
            <a:prstGeom prst="ellipse">
              <a:avLst/>
            </a:prstGeom>
            <a:solidFill>
              <a:srgbClr val="2E4470"/>
            </a:solidFill>
            <a:ln w="1524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7" name="Oval 91"/>
            <p:cNvSpPr/>
            <p:nvPr/>
          </p:nvSpPr>
          <p:spPr>
            <a:xfrm>
              <a:off x="10270688" y="3101395"/>
              <a:ext cx="57600" cy="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8" name="Oval 92"/>
            <p:cNvSpPr/>
            <p:nvPr/>
          </p:nvSpPr>
          <p:spPr>
            <a:xfrm>
              <a:off x="11231218" y="3040196"/>
              <a:ext cx="179999" cy="1800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2159993" y="3703533"/>
              <a:ext cx="7872094" cy="2033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dirty="0" err="1">
                  <a:solidFill>
                    <a:srgbClr val="8B95A1"/>
                  </a:solidFill>
                  <a:latin typeface="+mn-ea"/>
                </a:rPr>
                <a:t>현재</a:t>
              </a:r>
              <a:r>
                <a:rPr sz="1050" dirty="0">
                  <a:solidFill>
                    <a:srgbClr val="8B95A1"/>
                  </a:solidFill>
                  <a:latin typeface="+mn-ea"/>
                </a:rPr>
                <a:t> 12문항 중 6번째</a:t>
              </a:r>
            </a:p>
          </p:txBody>
        </p:sp>
        <p:sp>
          <p:nvSpPr>
            <p:cNvPr id="406" name="Oval 100"/>
            <p:cNvSpPr/>
            <p:nvPr/>
          </p:nvSpPr>
          <p:spPr>
            <a:xfrm>
              <a:off x="8148033" y="901745"/>
              <a:ext cx="216000" cy="215999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8148033" y="916642"/>
              <a:ext cx="216000" cy="1857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7FE0536B-654A-4B2D-8217-9C66E6EE0AF2}"/>
              </a:ext>
            </a:extLst>
          </p:cNvPr>
          <p:cNvGrpSpPr/>
          <p:nvPr/>
        </p:nvGrpSpPr>
        <p:grpSpPr>
          <a:xfrm>
            <a:off x="0" y="635000"/>
            <a:ext cx="9683921" cy="261461"/>
            <a:chOff x="546100" y="635000"/>
            <a:chExt cx="9144000" cy="261461"/>
          </a:xfrm>
        </p:grpSpPr>
        <p:sp>
          <p:nvSpPr>
            <p:cNvPr id="207" name="Rectangle 18">
              <a:extLst>
                <a:ext uri="{FF2B5EF4-FFF2-40B4-BE49-F238E27FC236}">
                  <a16:creationId xmlns:a16="http://schemas.microsoft.com/office/drawing/2014/main" id="{2B9DE3FD-30DD-4A4E-90AF-7A8DAD7E57B3}"/>
                </a:ext>
              </a:extLst>
            </p:cNvPr>
            <p:cNvSpPr/>
            <p:nvPr/>
          </p:nvSpPr>
          <p:spPr>
            <a:xfrm>
              <a:off x="546100" y="635000"/>
              <a:ext cx="91440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43472841-063A-4234-ABBE-75A67F7EF862}"/>
                </a:ext>
              </a:extLst>
            </p:cNvPr>
            <p:cNvSpPr txBox="1"/>
            <p:nvPr/>
          </p:nvSpPr>
          <p:spPr>
            <a:xfrm>
              <a:off x="660400" y="650240"/>
              <a:ext cx="6578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FFFF"/>
                  </a:solidFill>
                  <a:latin typeface="+mn-ea"/>
                </a:rPr>
                <a:t>설문조사</a:t>
              </a:r>
              <a:endParaRPr sz="10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52" name="Rectangle 45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TextBox 452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39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41ECF25-7348-2F50-A8D0-B79A2B051B1C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8C21CEE-D97D-6C0D-19B0-883CF8B21B93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E31154C-C5BE-8637-FC19-467EAC8F2BFC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7722CA6B-EBB4-C9BA-66E4-6F8F7CBA3543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2C0BE072-E3B2-EFA7-A7B2-55E8199D9C60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FDA4D910-FBF7-6A38-56D1-5327C27FF64F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71C0DF39-8C99-39B7-DECC-5D79D17AD8B4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659A6354-BE13-9248-64A2-553CC9B11F60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6ABF67EB-240F-8DA1-1BD1-CB433D0C6766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C20DB982-46D2-181E-72A4-E9A7DB853FF9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9A978064-4101-857C-0B80-0B3FA461DDE0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462" name="그룹 461">
            <a:extLst>
              <a:ext uri="{FF2B5EF4-FFF2-40B4-BE49-F238E27FC236}">
                <a16:creationId xmlns:a16="http://schemas.microsoft.com/office/drawing/2014/main" id="{95546925-6448-F393-4471-52DC372E78DC}"/>
              </a:ext>
            </a:extLst>
          </p:cNvPr>
          <p:cNvGrpSpPr/>
          <p:nvPr/>
        </p:nvGrpSpPr>
        <p:grpSpPr>
          <a:xfrm>
            <a:off x="-27099" y="5020085"/>
            <a:ext cx="12220541" cy="1574800"/>
            <a:chOff x="-28541" y="5030280"/>
            <a:chExt cx="12220541" cy="1574800"/>
          </a:xfrm>
        </p:grpSpPr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9094B7B8-83D9-AA8E-D71D-8294607D7F16}"/>
                </a:ext>
              </a:extLst>
            </p:cNvPr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483" name="Rectangle 215">
                <a:extLst>
                  <a:ext uri="{FF2B5EF4-FFF2-40B4-BE49-F238E27FC236}">
                    <a16:creationId xmlns:a16="http://schemas.microsoft.com/office/drawing/2014/main" id="{A11CE696-1FCF-CD87-5C36-9FB289D48BB3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4" name="Rectangle 216">
                <a:extLst>
                  <a:ext uri="{FF2B5EF4-FFF2-40B4-BE49-F238E27FC236}">
                    <a16:creationId xmlns:a16="http://schemas.microsoft.com/office/drawing/2014/main" id="{6177F156-102D-54FB-5D3A-1D9DCEC253CB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06D0A3C5-90A6-D467-A361-0CA37859513F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86" name="Rectangle 218">
                <a:extLst>
                  <a:ext uri="{FF2B5EF4-FFF2-40B4-BE49-F238E27FC236}">
                    <a16:creationId xmlns:a16="http://schemas.microsoft.com/office/drawing/2014/main" id="{54E29C90-41D5-841C-61D5-5362464B4D8E}"/>
                  </a:ext>
                </a:extLst>
              </p:cNvPr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7" name="TextBox 486">
                <a:extLst>
                  <a:ext uri="{FF2B5EF4-FFF2-40B4-BE49-F238E27FC236}">
                    <a16:creationId xmlns:a16="http://schemas.microsoft.com/office/drawing/2014/main" id="{EFF5F303-AEB0-D8E8-E5D6-58E498A1F29D}"/>
                  </a:ext>
                </a:extLst>
              </p:cNvPr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488" name="Rectangle 220">
                <a:extLst>
                  <a:ext uri="{FF2B5EF4-FFF2-40B4-BE49-F238E27FC236}">
                    <a16:creationId xmlns:a16="http://schemas.microsoft.com/office/drawing/2014/main" id="{51B539EF-B5FE-B763-62B6-A6E49E76AF05}"/>
                  </a:ext>
                </a:extLst>
              </p:cNvPr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89" name="TextBox 488">
                <a:extLst>
                  <a:ext uri="{FF2B5EF4-FFF2-40B4-BE49-F238E27FC236}">
                    <a16:creationId xmlns:a16="http://schemas.microsoft.com/office/drawing/2014/main" id="{C7E4B83D-380A-CA6C-3A84-8168DD5F8261}"/>
                  </a:ext>
                </a:extLst>
              </p:cNvPr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490" name="Rectangle 222">
                <a:extLst>
                  <a:ext uri="{FF2B5EF4-FFF2-40B4-BE49-F238E27FC236}">
                    <a16:creationId xmlns:a16="http://schemas.microsoft.com/office/drawing/2014/main" id="{E79D15FD-B1DB-144E-D614-DB6CB7B164E2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1" name="TextBox 490">
                <a:extLst>
                  <a:ext uri="{FF2B5EF4-FFF2-40B4-BE49-F238E27FC236}">
                    <a16:creationId xmlns:a16="http://schemas.microsoft.com/office/drawing/2014/main" id="{50B1FB01-D356-A187-9D6F-EF52C2211C96}"/>
                  </a:ext>
                </a:extLst>
              </p:cNvPr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492" name="Rectangle 224">
                <a:extLst>
                  <a:ext uri="{FF2B5EF4-FFF2-40B4-BE49-F238E27FC236}">
                    <a16:creationId xmlns:a16="http://schemas.microsoft.com/office/drawing/2014/main" id="{0D2FA0AF-7B24-2920-3DBB-0A661512E78A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3" name="Rectangle 226">
                <a:extLst>
                  <a:ext uri="{FF2B5EF4-FFF2-40B4-BE49-F238E27FC236}">
                    <a16:creationId xmlns:a16="http://schemas.microsoft.com/office/drawing/2014/main" id="{BAC04D6A-A945-E64C-7970-83A2135F5986}"/>
                  </a:ext>
                </a:extLst>
              </p:cNvPr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4" name="Rectangle 228">
                <a:extLst>
                  <a:ext uri="{FF2B5EF4-FFF2-40B4-BE49-F238E27FC236}">
                    <a16:creationId xmlns:a16="http://schemas.microsoft.com/office/drawing/2014/main" id="{E7975E5F-FCDB-58E8-294E-E68DA2181EED}"/>
                  </a:ext>
                </a:extLst>
              </p:cNvPr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5" name="Rectangle 230">
                <a:extLst>
                  <a:ext uri="{FF2B5EF4-FFF2-40B4-BE49-F238E27FC236}">
                    <a16:creationId xmlns:a16="http://schemas.microsoft.com/office/drawing/2014/main" id="{6CFDD79C-42C9-7CE3-F683-B6189300315E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6" name="Rectangle 232">
                <a:extLst>
                  <a:ext uri="{FF2B5EF4-FFF2-40B4-BE49-F238E27FC236}">
                    <a16:creationId xmlns:a16="http://schemas.microsoft.com/office/drawing/2014/main" id="{41823AB1-EABD-8C4C-92AC-D9556ECEA388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7" name="Rectangle 234">
                <a:extLst>
                  <a:ext uri="{FF2B5EF4-FFF2-40B4-BE49-F238E27FC236}">
                    <a16:creationId xmlns:a16="http://schemas.microsoft.com/office/drawing/2014/main" id="{04835425-9FF6-5CB1-FA24-1ED1F4FFD559}"/>
                  </a:ext>
                </a:extLst>
              </p:cNvPr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8" name="Rectangle 236">
                <a:extLst>
                  <a:ext uri="{FF2B5EF4-FFF2-40B4-BE49-F238E27FC236}">
                    <a16:creationId xmlns:a16="http://schemas.microsoft.com/office/drawing/2014/main" id="{7A2B9C44-1586-E5C4-7F4A-C0971530EB96}"/>
                  </a:ext>
                </a:extLst>
              </p:cNvPr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499" name="Rectangle 238">
                <a:extLst>
                  <a:ext uri="{FF2B5EF4-FFF2-40B4-BE49-F238E27FC236}">
                    <a16:creationId xmlns:a16="http://schemas.microsoft.com/office/drawing/2014/main" id="{589C7DD6-0621-2664-4900-A61385596728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0" name="Rectangle 240">
                <a:extLst>
                  <a:ext uri="{FF2B5EF4-FFF2-40B4-BE49-F238E27FC236}">
                    <a16:creationId xmlns:a16="http://schemas.microsoft.com/office/drawing/2014/main" id="{CEADDE7F-0E09-5765-0E5D-09458B24F1AF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1" name="Rectangle 242">
                <a:extLst>
                  <a:ext uri="{FF2B5EF4-FFF2-40B4-BE49-F238E27FC236}">
                    <a16:creationId xmlns:a16="http://schemas.microsoft.com/office/drawing/2014/main" id="{61B33884-DA00-BA82-4D59-B46E4C70F31C}"/>
                  </a:ext>
                </a:extLst>
              </p:cNvPr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n-ea"/>
                </a:endParaRPr>
              </a:p>
            </p:txBody>
          </p:sp>
          <p:sp>
            <p:nvSpPr>
              <p:cNvPr id="502" name="Rectangle 244">
                <a:extLst>
                  <a:ext uri="{FF2B5EF4-FFF2-40B4-BE49-F238E27FC236}">
                    <a16:creationId xmlns:a16="http://schemas.microsoft.com/office/drawing/2014/main" id="{4D03A77A-02E3-5A07-453A-85635E3FAE7D}"/>
                  </a:ext>
                </a:extLst>
              </p:cNvPr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3" name="Rectangle 246">
                <a:extLst>
                  <a:ext uri="{FF2B5EF4-FFF2-40B4-BE49-F238E27FC236}">
                    <a16:creationId xmlns:a16="http://schemas.microsoft.com/office/drawing/2014/main" id="{EC64DB3D-F04C-3457-18DB-C606425D2587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4" name="Rectangle 248">
                <a:extLst>
                  <a:ext uri="{FF2B5EF4-FFF2-40B4-BE49-F238E27FC236}">
                    <a16:creationId xmlns:a16="http://schemas.microsoft.com/office/drawing/2014/main" id="{2E5F071E-934C-9304-6067-F0FF0B4EBBF8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5" name="Rectangle 250">
                <a:extLst>
                  <a:ext uri="{FF2B5EF4-FFF2-40B4-BE49-F238E27FC236}">
                    <a16:creationId xmlns:a16="http://schemas.microsoft.com/office/drawing/2014/main" id="{34452066-82F1-43C2-E7EA-2CA32CE48EC9}"/>
                  </a:ext>
                </a:extLst>
              </p:cNvPr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6" name="Rectangle 252">
                <a:extLst>
                  <a:ext uri="{FF2B5EF4-FFF2-40B4-BE49-F238E27FC236}">
                    <a16:creationId xmlns:a16="http://schemas.microsoft.com/office/drawing/2014/main" id="{D0A6136F-2F76-79C1-0758-86904D35DAB7}"/>
                  </a:ext>
                </a:extLst>
              </p:cNvPr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7" name="Rectangle 254">
                <a:extLst>
                  <a:ext uri="{FF2B5EF4-FFF2-40B4-BE49-F238E27FC236}">
                    <a16:creationId xmlns:a16="http://schemas.microsoft.com/office/drawing/2014/main" id="{3C402AB3-D2EE-C0B5-26A9-F665EFE65DD0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8" name="Rectangle 256">
                <a:extLst>
                  <a:ext uri="{FF2B5EF4-FFF2-40B4-BE49-F238E27FC236}">
                    <a16:creationId xmlns:a16="http://schemas.microsoft.com/office/drawing/2014/main" id="{9DD08A68-F49F-C9A8-169C-411AB4920F50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09" name="Rectangle 258">
                <a:extLst>
                  <a:ext uri="{FF2B5EF4-FFF2-40B4-BE49-F238E27FC236}">
                    <a16:creationId xmlns:a16="http://schemas.microsoft.com/office/drawing/2014/main" id="{00C30054-3636-777A-66AB-8A763AD52D55}"/>
                  </a:ext>
                </a:extLst>
              </p:cNvPr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10" name="Rectangle 260">
                <a:extLst>
                  <a:ext uri="{FF2B5EF4-FFF2-40B4-BE49-F238E27FC236}">
                    <a16:creationId xmlns:a16="http://schemas.microsoft.com/office/drawing/2014/main" id="{1ED90CDC-C7C7-F51E-04BB-8523B6D08A47}"/>
                  </a:ext>
                </a:extLst>
              </p:cNvPr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511" name="Rectangle 262">
                <a:extLst>
                  <a:ext uri="{FF2B5EF4-FFF2-40B4-BE49-F238E27FC236}">
                    <a16:creationId xmlns:a16="http://schemas.microsoft.com/office/drawing/2014/main" id="{FBE580E0-9C3F-09EC-3FF5-C4B261723B2E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4" name="Rectangle 264">
                <a:extLst>
                  <a:ext uri="{FF2B5EF4-FFF2-40B4-BE49-F238E27FC236}">
                    <a16:creationId xmlns:a16="http://schemas.microsoft.com/office/drawing/2014/main" id="{382FECB2-26A0-52A4-4077-EEF32204CDD0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0" name="Rectangle 266">
                <a:extLst>
                  <a:ext uri="{FF2B5EF4-FFF2-40B4-BE49-F238E27FC236}">
                    <a16:creationId xmlns:a16="http://schemas.microsoft.com/office/drawing/2014/main" id="{1AC8AC73-EE33-F983-F881-770722A99FC0}"/>
                  </a:ext>
                </a:extLst>
              </p:cNvPr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1" name="Rectangle 268">
                <a:extLst>
                  <a:ext uri="{FF2B5EF4-FFF2-40B4-BE49-F238E27FC236}">
                    <a16:creationId xmlns:a16="http://schemas.microsoft.com/office/drawing/2014/main" id="{D99D881F-2C6B-62A0-31F5-9705D1A504A6}"/>
                  </a:ext>
                </a:extLst>
              </p:cNvPr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2" name="Rectangle 270">
                <a:extLst>
                  <a:ext uri="{FF2B5EF4-FFF2-40B4-BE49-F238E27FC236}">
                    <a16:creationId xmlns:a16="http://schemas.microsoft.com/office/drawing/2014/main" id="{785ACF57-BCBD-7DD2-454B-B52BD8278A1C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C9B02FF1-CE17-81C2-68E6-9C73ED2FF2F6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9705843" cy="1295409"/>
                <a:chOff x="635723" y="5227320"/>
                <a:chExt cx="9705843" cy="1295409"/>
              </a:xfrm>
            </p:grpSpPr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A7A9B82-9070-1106-A04E-5B67EBF82B63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A21D3A5-FB2C-E77C-54DC-6E48AD058C9F}"/>
                    </a:ext>
                  </a:extLst>
                </p:cNvPr>
                <p:cNvSpPr txBox="1"/>
                <p:nvPr/>
              </p:nvSpPr>
              <p:spPr>
                <a:xfrm>
                  <a:off x="920750" y="5245417"/>
                  <a:ext cx="310226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동일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7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점 척도 문항을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리커트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매트릭스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공통 헤더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1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줄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로 표현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D330724-675D-6473-933F-46F85EF0F5E5}"/>
                    </a:ext>
                  </a:extLst>
                </p:cNvPr>
                <p:cNvSpPr txBox="1"/>
                <p:nvPr/>
              </p:nvSpPr>
              <p:spPr>
                <a:xfrm>
                  <a:off x="6930946" y="5237797"/>
                  <a:ext cx="64151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 구조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17B589B-1073-93F2-7239-CF6423F7C096}"/>
                    </a:ext>
                  </a:extLst>
                </p:cNvPr>
                <p:cNvSpPr txBox="1"/>
                <p:nvPr/>
              </p:nvSpPr>
              <p:spPr>
                <a:xfrm>
                  <a:off x="7842250" y="5237797"/>
                  <a:ext cx="239831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라벨 반복 제거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1~7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번호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색상으로 척도 구분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2143C39-C991-F96F-0D91-10EFAF657B81}"/>
                    </a:ext>
                  </a:extLst>
                </p:cNvPr>
                <p:cNvSpPr txBox="1"/>
                <p:nvPr/>
              </p:nvSpPr>
              <p:spPr>
                <a:xfrm>
                  <a:off x="920750" y="5448617"/>
                  <a:ext cx="185352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문항별 척도 라디오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(1~7)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단일 선택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346EB60-B891-7037-EEDB-79F2AF0F6085}"/>
                    </a:ext>
                  </a:extLst>
                </p:cNvPr>
                <p:cNvSpPr txBox="1"/>
                <p:nvPr/>
              </p:nvSpPr>
              <p:spPr>
                <a:xfrm>
                  <a:off x="6676912" y="5440997"/>
                  <a:ext cx="114957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라디오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행 클릭 선택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577C0E0-99F1-7563-0244-68CC04339C5A}"/>
                    </a:ext>
                  </a:extLst>
                </p:cNvPr>
                <p:cNvSpPr txBox="1"/>
                <p:nvPr/>
              </p:nvSpPr>
              <p:spPr>
                <a:xfrm>
                  <a:off x="7842250" y="5440997"/>
                  <a:ext cx="171273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행 전체 클릭 가능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선택 셀 강조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283B18B-F969-B4F9-D5B7-82579920C07E}"/>
                    </a:ext>
                  </a:extLst>
                </p:cNvPr>
                <p:cNvSpPr txBox="1"/>
                <p:nvPr/>
              </p:nvSpPr>
              <p:spPr>
                <a:xfrm>
                  <a:off x="920750" y="5651817"/>
                  <a:ext cx="205858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dirty="0">
                      <a:solidFill>
                        <a:srgbClr val="1A1A1A"/>
                      </a:solidFill>
                      <a:latin typeface="+mn-ea"/>
                    </a:rPr>
                    <a:t>응답 문항 진행에 대한 안내 문구 표현</a:t>
                  </a:r>
                  <a:endParaRPr sz="900" dirty="0">
                    <a:solidFill>
                      <a:srgbClr val="1A1A1A"/>
                    </a:solidFill>
                    <a:latin typeface="+mn-ea"/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DE5E782-8817-6EE9-596D-CF2895F43AC1}"/>
                    </a:ext>
                  </a:extLst>
                </p:cNvPr>
                <p:cNvSpPr txBox="1"/>
                <p:nvPr/>
              </p:nvSpPr>
              <p:spPr>
                <a:xfrm>
                  <a:off x="6924059" y="5644197"/>
                  <a:ext cx="65528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1E2D45"/>
                      </a:solidFill>
                      <a:latin typeface="+mn-ea"/>
                    </a:rPr>
                    <a:t>표시 구조</a:t>
                  </a:r>
                  <a:endParaRPr sz="900" b="1" dirty="0">
                    <a:solidFill>
                      <a:srgbClr val="1E2D45"/>
                    </a:solidFill>
                    <a:latin typeface="+mn-ea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2282888-3B38-B79D-A9D6-ED4C33C6CFD0}"/>
                    </a:ext>
                  </a:extLst>
                </p:cNvPr>
                <p:cNvSpPr txBox="1"/>
                <p:nvPr/>
              </p:nvSpPr>
              <p:spPr>
                <a:xfrm>
                  <a:off x="7842250" y="5644197"/>
                  <a:ext cx="249931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전체 문항 중 선택된 문항까지 카운트하여 제공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038209A-A771-B1A5-C25B-7BFF4B0FAEC0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solidFill>
                        <a:srgbClr val="1A1A1A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A1A1A"/>
                    </a:solidFill>
                    <a:latin typeface="+mn-ea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2C74729-3C55-214A-4345-89D06957B1C2}"/>
                    </a:ext>
                  </a:extLst>
                </p:cNvPr>
                <p:cNvSpPr txBox="1"/>
                <p:nvPr/>
              </p:nvSpPr>
              <p:spPr>
                <a:xfrm>
                  <a:off x="7145188" y="58854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1E2D45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E2D45"/>
                    </a:solidFill>
                    <a:latin typeface="+mn-ea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69E1260-23B5-9B86-F08B-350F5BCEEFAB}"/>
                    </a:ext>
                  </a:extLst>
                </p:cNvPr>
                <p:cNvSpPr txBox="1"/>
                <p:nvPr/>
              </p:nvSpPr>
              <p:spPr>
                <a:xfrm>
                  <a:off x="7842250" y="58854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-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7CF662F-3BE6-D5A0-1ADF-012FE8660A4E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solidFill>
                        <a:srgbClr val="1A1A1A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A1A1A"/>
                    </a:solidFill>
                    <a:latin typeface="+mn-ea"/>
                  </a:endParaRP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6B3768B9-4829-B7AF-634F-6057F68FDBDA}"/>
                    </a:ext>
                  </a:extLst>
                </p:cNvPr>
                <p:cNvSpPr txBox="1"/>
                <p:nvPr/>
              </p:nvSpPr>
              <p:spPr>
                <a:xfrm>
                  <a:off x="7145190" y="60886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1E2D45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E2D45"/>
                    </a:solidFill>
                    <a:latin typeface="+mn-ea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517F57F-50A1-B919-6F2E-2EDA0D03561E}"/>
                    </a:ext>
                  </a:extLst>
                </p:cNvPr>
                <p:cNvSpPr txBox="1"/>
                <p:nvPr/>
              </p:nvSpPr>
              <p:spPr>
                <a:xfrm>
                  <a:off x="7842250" y="60886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-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508AEA4-8F45-D510-C837-B0EFFFA606C5}"/>
                    </a:ext>
                  </a:extLst>
                </p:cNvPr>
                <p:cNvSpPr txBox="1"/>
                <p:nvPr/>
              </p:nvSpPr>
              <p:spPr>
                <a:xfrm>
                  <a:off x="920750" y="62918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solidFill>
                        <a:srgbClr val="1A1A1A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A1A1A"/>
                    </a:solidFill>
                    <a:latin typeface="+mn-ea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B61DA36-F5C7-08F0-7DFD-F016CE3BE6CC}"/>
                    </a:ext>
                  </a:extLst>
                </p:cNvPr>
                <p:cNvSpPr txBox="1"/>
                <p:nvPr/>
              </p:nvSpPr>
              <p:spPr>
                <a:xfrm>
                  <a:off x="7145191" y="62918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1E2D45"/>
                      </a:solidFill>
                      <a:latin typeface="+mn-ea"/>
                    </a:rPr>
                    <a:t>-</a:t>
                  </a:r>
                  <a:endParaRPr sz="900" dirty="0">
                    <a:solidFill>
                      <a:srgbClr val="1E2D45"/>
                    </a:solidFill>
                    <a:latin typeface="+mn-ea"/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05EDC0DB-BF99-DD62-FC7D-E05C7664298B}"/>
                    </a:ext>
                  </a:extLst>
                </p:cNvPr>
                <p:cNvSpPr txBox="1"/>
                <p:nvPr/>
              </p:nvSpPr>
              <p:spPr>
                <a:xfrm>
                  <a:off x="7842250" y="6291897"/>
                  <a:ext cx="2130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-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464" name="그룹 463">
              <a:extLst>
                <a:ext uri="{FF2B5EF4-FFF2-40B4-BE49-F238E27FC236}">
                  <a16:creationId xmlns:a16="http://schemas.microsoft.com/office/drawing/2014/main" id="{00171F0E-36DB-3878-94C3-88FC86CBDF32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465" name="그룹 464">
                <a:extLst>
                  <a:ext uri="{FF2B5EF4-FFF2-40B4-BE49-F238E27FC236}">
                    <a16:creationId xmlns:a16="http://schemas.microsoft.com/office/drawing/2014/main" id="{B67AD745-0451-0214-5D95-2E0F32268FEB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481" name="Oval 468">
                  <a:extLst>
                    <a:ext uri="{FF2B5EF4-FFF2-40B4-BE49-F238E27FC236}">
                      <a16:creationId xmlns:a16="http://schemas.microsoft.com/office/drawing/2014/main" id="{CAC4D703-4C60-35FA-F7DF-6A6952544CED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BF776E6C-5DDA-8ECD-811D-BB230D9F8318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466" name="그룹 465">
                <a:extLst>
                  <a:ext uri="{FF2B5EF4-FFF2-40B4-BE49-F238E27FC236}">
                    <a16:creationId xmlns:a16="http://schemas.microsoft.com/office/drawing/2014/main" id="{5F73C73D-31C1-F61D-52F6-9ECFF5DB7D7A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479" name="Oval 474">
                  <a:extLst>
                    <a:ext uri="{FF2B5EF4-FFF2-40B4-BE49-F238E27FC236}">
                      <a16:creationId xmlns:a16="http://schemas.microsoft.com/office/drawing/2014/main" id="{136890BE-AAD7-ED2B-6472-7B1945A38FD2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CC15FEB7-05AA-A8C7-4B56-25AFFE0FCF48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467" name="그룹 466">
                <a:extLst>
                  <a:ext uri="{FF2B5EF4-FFF2-40B4-BE49-F238E27FC236}">
                    <a16:creationId xmlns:a16="http://schemas.microsoft.com/office/drawing/2014/main" id="{F2CC2CB2-011F-5A74-F988-02881EF785E8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477" name="Oval 480">
                  <a:extLst>
                    <a:ext uri="{FF2B5EF4-FFF2-40B4-BE49-F238E27FC236}">
                      <a16:creationId xmlns:a16="http://schemas.microsoft.com/office/drawing/2014/main" id="{581E1954-EA21-9DA0-E059-A82351CFADB2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7E471B4F-91F9-34F5-01B3-378F5A5AFA94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468" name="그룹 467">
                <a:extLst>
                  <a:ext uri="{FF2B5EF4-FFF2-40B4-BE49-F238E27FC236}">
                    <a16:creationId xmlns:a16="http://schemas.microsoft.com/office/drawing/2014/main" id="{D822522C-8950-CDDB-304D-846296F544C1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475" name="Oval 486">
                  <a:extLst>
                    <a:ext uri="{FF2B5EF4-FFF2-40B4-BE49-F238E27FC236}">
                      <a16:creationId xmlns:a16="http://schemas.microsoft.com/office/drawing/2014/main" id="{1F4B5FE3-A327-1CE5-3D51-721AD6B3419F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C5A76314-DA67-314E-EBD3-8D2B386492D5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469" name="그룹 468">
                <a:extLst>
                  <a:ext uri="{FF2B5EF4-FFF2-40B4-BE49-F238E27FC236}">
                    <a16:creationId xmlns:a16="http://schemas.microsoft.com/office/drawing/2014/main" id="{E8FCBD86-A9B5-DE8D-F890-6F7831A1EBC3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473" name="Oval 492">
                  <a:extLst>
                    <a:ext uri="{FF2B5EF4-FFF2-40B4-BE49-F238E27FC236}">
                      <a16:creationId xmlns:a16="http://schemas.microsoft.com/office/drawing/2014/main" id="{A8ED9B0B-C4A3-082B-BE4E-531BCBB2FB12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9BC1FA35-C612-05AF-B9AD-2BD010D7D40D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470" name="그룹 469">
                <a:extLst>
                  <a:ext uri="{FF2B5EF4-FFF2-40B4-BE49-F238E27FC236}">
                    <a16:creationId xmlns:a16="http://schemas.microsoft.com/office/drawing/2014/main" id="{200A6ACA-B543-A2E0-7664-B2F9CE77E336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471" name="Oval 492">
                  <a:extLst>
                    <a:ext uri="{FF2B5EF4-FFF2-40B4-BE49-F238E27FC236}">
                      <a16:creationId xmlns:a16="http://schemas.microsoft.com/office/drawing/2014/main" id="{F5438F6A-AB2C-7D6B-FF97-16179EEA2B44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D2BC59EE-6D30-7ADD-BA12-62F846EF1BAE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C693DF8B-A740-D6BB-E51B-66F6A0F8397A}"/>
              </a:ext>
            </a:extLst>
          </p:cNvPr>
          <p:cNvGrpSpPr/>
          <p:nvPr/>
        </p:nvGrpSpPr>
        <p:grpSpPr>
          <a:xfrm>
            <a:off x="8407947" y="3396585"/>
            <a:ext cx="216000" cy="216000"/>
            <a:chOff x="3966029" y="6357600"/>
            <a:chExt cx="216000" cy="216000"/>
          </a:xfrm>
        </p:grpSpPr>
        <p:sp>
          <p:nvSpPr>
            <p:cNvPr id="108" name="Oval 112">
              <a:extLst>
                <a:ext uri="{FF2B5EF4-FFF2-40B4-BE49-F238E27FC236}">
                  <a16:creationId xmlns:a16="http://schemas.microsoft.com/office/drawing/2014/main" id="{5E5B77AE-9A7D-B7F1-A083-38B00249BB61}"/>
                </a:ext>
              </a:extLst>
            </p:cNvPr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56C40CE-1DF8-BED0-3585-47CFAE1F921B}"/>
                </a:ext>
              </a:extLst>
            </p:cNvPr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sp>
        <p:nvSpPr>
          <p:cNvPr id="113" name="모서리가 둥근 직사각형 282">
            <a:extLst>
              <a:ext uri="{FF2B5EF4-FFF2-40B4-BE49-F238E27FC236}">
                <a16:creationId xmlns:a16="http://schemas.microsoft.com/office/drawing/2014/main" id="{ABA303AB-B9C1-E2E4-CAE3-FBB8FF7DB00E}"/>
              </a:ext>
            </a:extLst>
          </p:cNvPr>
          <p:cNvSpPr/>
          <p:nvPr/>
        </p:nvSpPr>
        <p:spPr>
          <a:xfrm>
            <a:off x="4061676" y="3718963"/>
            <a:ext cx="1478064" cy="30480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A61496E-AE01-4207-9085-96C74E3A4199}"/>
              </a:ext>
            </a:extLst>
          </p:cNvPr>
          <p:cNvGrpSpPr/>
          <p:nvPr/>
        </p:nvGrpSpPr>
        <p:grpSpPr>
          <a:xfrm>
            <a:off x="3955413" y="3644135"/>
            <a:ext cx="216000" cy="216000"/>
            <a:chOff x="3966029" y="6357600"/>
            <a:chExt cx="216000" cy="216000"/>
          </a:xfrm>
        </p:grpSpPr>
        <p:sp>
          <p:nvSpPr>
            <p:cNvPr id="111" name="Oval 112">
              <a:extLst>
                <a:ext uri="{FF2B5EF4-FFF2-40B4-BE49-F238E27FC236}">
                  <a16:creationId xmlns:a16="http://schemas.microsoft.com/office/drawing/2014/main" id="{FAD6F05C-0F6E-508D-72FF-0F0CEDE52779}"/>
                </a:ext>
              </a:extLst>
            </p:cNvPr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298F4FB-4248-1C9D-91F4-A14BB393E102}"/>
                </a:ext>
              </a:extLst>
            </p:cNvPr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802BC4C4-74F9-5468-0FF6-61748D4C3442}"/>
              </a:ext>
            </a:extLst>
          </p:cNvPr>
          <p:cNvSpPr txBox="1"/>
          <p:nvPr/>
        </p:nvSpPr>
        <p:spPr>
          <a:xfrm>
            <a:off x="9770554" y="2552700"/>
            <a:ext cx="1784463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lang="ko-KR" altLang="en-US" sz="900" dirty="0" err="1">
                <a:solidFill>
                  <a:srgbClr val="1E2D45"/>
                </a:solidFill>
                <a:latin typeface="+mn-ea"/>
              </a:rPr>
              <a:t>리커트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 매트릭스</a:t>
            </a:r>
            <a:r>
              <a:rPr sz="900" dirty="0">
                <a:solidFill>
                  <a:srgbClr val="1E2D45"/>
                </a:solidFill>
                <a:latin typeface="+mn-ea"/>
              </a:rPr>
              <a:t> —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표시 구조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2F3676A-75C4-6B03-799D-A9672243BEB3}"/>
              </a:ext>
            </a:extLst>
          </p:cNvPr>
          <p:cNvSpPr txBox="1"/>
          <p:nvPr/>
        </p:nvSpPr>
        <p:spPr>
          <a:xfrm>
            <a:off x="9770554" y="2705100"/>
            <a:ext cx="1553630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dirty="0">
                <a:solidFill>
                  <a:srgbClr val="1E2D45"/>
                </a:solidFill>
                <a:latin typeface="+mn-ea"/>
              </a:rPr>
              <a:t>·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척도 라디오</a:t>
            </a:r>
            <a:r>
              <a:rPr sz="900" dirty="0">
                <a:solidFill>
                  <a:srgbClr val="1E2D45"/>
                </a:solidFill>
                <a:latin typeface="+mn-ea"/>
              </a:rPr>
              <a:t> — </a:t>
            </a:r>
            <a:r>
              <a:rPr lang="ko-KR" altLang="en-US" sz="900" dirty="0">
                <a:solidFill>
                  <a:srgbClr val="1E2D45"/>
                </a:solidFill>
                <a:latin typeface="+mn-ea"/>
              </a:rPr>
              <a:t>단일 선택</a:t>
            </a:r>
            <a:endParaRPr sz="900" dirty="0">
              <a:solidFill>
                <a:srgbClr val="1E2D45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9487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SCR-NEW-1002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여론조사 (수정)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11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현행(AS-IS) 구조 유지 — 줄간격·디자인만 개선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72000"/>
            <a:ext cx="5552459" cy="540000"/>
          </a:xfrm>
          <a:prstGeom prst="rect">
            <a:avLst/>
          </a:prstGeom>
          <a:solidFill>
            <a:srgbClr val="FBEE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72000"/>
            <a:ext cx="43200" cy="54000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전 (AS-IS)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B5341F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(제안) 리커트 7점 척도를 매트릭스(공통 헤더)로 전면 재구성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059" y="1152000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2E4470"/>
                </a:solidFill>
                <a:latin typeface="Noto Sans K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059" y="972000"/>
            <a:ext cx="5552459" cy="540000"/>
          </a:xfrm>
          <a:prstGeom prst="rect">
            <a:avLst/>
          </a:prstGeom>
          <a:solidFill>
            <a:srgbClr val="EAF3EC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0059" y="972000"/>
            <a:ext cx="5552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0059" y="972000"/>
            <a:ext cx="43200" cy="54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4059" y="972000"/>
            <a:ext cx="5336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변경 후 (TO-BE)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2059" y="1314000"/>
            <a:ext cx="5264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현행 문항 구조 유지, 줄간격·여백·서체 등 디자인만 개선 (매트릭스 전면 도입 보류)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00" y="1692000"/>
            <a:ext cx="11680919" cy="72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5600" y="1692000"/>
            <a:ext cx="1168091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5600" y="1692000"/>
            <a:ext cx="43200" cy="72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9" y="1692000"/>
            <a:ext cx="1146491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개선 범위 한정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0" y="20340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문항·척도 표기 방식은 현행 유지(사용자 혼란 방지)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600" y="22356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줄간격 조정, 구분선·여백 정리, 가독성 위주의 시각 개선만 적용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MISC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개별 기능 개선 모음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개선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13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단건 피드백 반영 사항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36000"/>
            <a:ext cx="5750459" cy="1548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36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36000"/>
            <a:ext cx="43200" cy="1548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36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폼·기능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278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권한신청 화면의 ‘긴급여부’ 체크 옵션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479599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매체협업 등록에 ‘마감일 설정’ 추가 — 마감 후 협업의사 표시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681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과제 ‘선정’ 시 신청 부처에 알림톡 자동 발송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059" y="936000"/>
            <a:ext cx="5750459" cy="1548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6059" y="936000"/>
            <a:ext cx="575045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59" y="936000"/>
            <a:ext cx="43200" cy="1548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059" y="936000"/>
            <a:ext cx="553445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목록·표출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059" y="12780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과제신청 리스트의 ‘투표이유’ 표출 개선 (돋보기 팝업 → 인라인 배지/툴팁)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59" y="1479599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일부 게시판 ‘월 선택’ UI 개선 (기본=현재 월, 선택 월 리스트 표출)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059" y="1681200"/>
            <a:ext cx="546245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7D46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정책광고·게재실적 등 팝업 등록 폼의 날짜 선택기·가독성 정비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3600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800" cy="360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000" y="43200"/>
            <a:ext cx="12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EBBD0"/>
                </a:solidFill>
                <a:latin typeface="Noto Sans KR"/>
              </a:rPr>
              <a:t>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0"/>
            <a:ext cx="8952119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추가 검토 사항 (의사결정 필요)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C3CEDE"/>
                </a:solidFill>
                <a:latin typeface="Noto Sans KR"/>
              </a:rPr>
              <a:t>Open Issues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000" y="6642000"/>
            <a:ext cx="792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AEBBD0"/>
                </a:solidFill>
                <a:latin typeface="Noto Sans KR"/>
              </a:rPr>
              <a:t>소통나눔방 시스템 고도화 기획서 | ○○부처 ○○과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6642000"/>
            <a:ext cx="12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15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600" y="576000"/>
            <a:ext cx="11680919" cy="251999"/>
          </a:xfrm>
          <a:prstGeom prst="rect">
            <a:avLst/>
          </a:prstGeom>
          <a:solidFill>
            <a:srgbClr val="E8ECF4"/>
          </a:solidFill>
          <a:ln w="9525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600" y="576000"/>
            <a:ext cx="50400" cy="251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576000"/>
            <a:ext cx="11472119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A2A45"/>
                </a:solidFill>
                <a:latin typeface="Noto Sans KR"/>
              </a:rPr>
              <a:t>방향성 확정이 필요한 미결 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" y="936000"/>
            <a:ext cx="11680919" cy="1655999"/>
          </a:xfrm>
          <a:prstGeom prst="rect">
            <a:avLst/>
          </a:prstGeom>
          <a:solidFill>
            <a:srgbClr val="F4F6FB"/>
          </a:solidFill>
          <a:ln w="12700">
            <a:solidFill>
              <a:srgbClr val="2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600" y="936000"/>
            <a:ext cx="11680919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5600" y="936000"/>
            <a:ext cx="43200" cy="1655999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599" y="936000"/>
            <a:ext cx="11464919" cy="25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2A45"/>
                </a:solidFill>
                <a:latin typeface="Noto Sans KR"/>
              </a:rPr>
              <a:t>검토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600" y="12780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임시저장 vs 최종제출 구분 필요성 — 제출자/관리자 각각의 편의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0" y="1479599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임시저장 도입 시: 최종제출 전 수정 가능 범위, 다운로드된 파일과의 정합성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00" y="16812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임시저장 기능 도입 시 DB ERD 재설계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600" y="18828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자료요청 취합 대시보드의 권한 범위(관리자 전용 vs 전권한)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600" y="20844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자료요청 뷰페이지 표출 방식(본인글 단독 vs 원본 자료요청과 병행) 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600" y="22860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일반 사용자 화면의 ‘제출 진행도’ 노출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600" y="2487600"/>
            <a:ext cx="113929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2E4470"/>
                </a:solidFill>
                <a:latin typeface="Noto Sans KR"/>
              </a:rPr>
              <a:t>· </a:t>
            </a:r>
            <a:r>
              <a:rPr sz="969" b="0">
                <a:solidFill>
                  <a:srgbClr val="2A2A2A"/>
                </a:solidFill>
                <a:latin typeface="Noto Sans KR"/>
              </a:rPr>
              <a:t>공지사항 ‘부처 참석여부(참석/불참/대참)’ 응답 기능의 표준화 반영 여부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">
          <a:solidFill>
            <a:srgbClr val="C9CFD9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>
        <a:spAutoFit/>
      </a:bodyPr>
      <a:lstStyle>
        <a:defPPr algn="ctr">
          <a:defRPr sz="700" b="0" smtClean="0">
            <a:solidFill>
              <a:srgbClr val="FFFFFF"/>
            </a:solidFill>
            <a:latin typeface="Noto Sans KR" pitchFamily="50" charset="-127"/>
            <a:ea typeface="Noto Sans KR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6655</TotalTime>
  <Words>11019</Words>
  <Application>Microsoft Office PowerPoint</Application>
  <PresentationFormat>와이드스크린</PresentationFormat>
  <Paragraphs>2936</Paragraphs>
  <Slides>50</Slides>
  <Notes>4</Notes>
  <HiddenSlides>15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5" baseType="lpstr">
      <vt:lpstr>Arial Unicode MS</vt:lpstr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JAEYEON KIM</dc:creator>
  <cp:lastModifiedBy>JAEYEON KIM</cp:lastModifiedBy>
  <cp:revision>481</cp:revision>
  <cp:lastPrinted>2026-06-16T07:16:25Z</cp:lastPrinted>
  <dcterms:created xsi:type="dcterms:W3CDTF">2026-05-26T04:52:03Z</dcterms:created>
  <dcterms:modified xsi:type="dcterms:W3CDTF">2026-06-25T07:30:37Z</dcterms:modified>
</cp:coreProperties>
</file>